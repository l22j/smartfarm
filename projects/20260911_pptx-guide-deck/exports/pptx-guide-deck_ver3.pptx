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설치 과정 없이 브라우저에서 Claude Code를 열고, 원본 문서를 PPT와 한글 문서로 자동 변환하는 방법을 배웁니다. Pro 이상 플랜과 브라우저만 있으면 바로 시작할 수 있습니다. 실습 위주로 진행하니 함께 따라와 주세요.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실습으로 원본 문서 하나에서 PPT와 한글 문서 두 가지 결과물을 만들어 봅니다. PPT는 content-planner부터 ppt-reviewer까지 이어지는 파이프라인으로, 한글 문서는 docx 스킬과 한컴오피스 변환으로 처리합니다. 두 흐름 모두 설치 없이 브라우저에서 그대로 진행됩니다.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Level 1, 2, 3 세 단계로 난이도를 높여가며 실습합니다. Level 1은 Skill 하나로 DOCX를 만들어보는 십 분짜리 워밍업이고, Level 2는 GitHub Skill로 PPT 한 장을 뽑는 이십 분짜리 실습입니다. 매달 반복하는 업무가 아니라면 Level 2까지만 하셔도 충분하고, Level 3은 파이프라인을 구축해 재사용하고 싶은 분들을 위한 사십 분짜리 과정입니다.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본격적인 실습에 앞서 오늘 계속 나올 두 단어, Skill과 Subagent를 정리하겠습니다. Skill은 AI가 특정 작업을 어떻게 하는지 알려주는 매뉴얼이고, Subagent는 그 작업의 한 부분을 전담하는 별도 담당자라고 생각하시면 됩니다. 회사에 비유하면 Claude는 신입 직원, Skill은 그 직원이 보는 업무 매뉴얼, Subagent는 옆 팀 담당자에 해당합니다.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실습을 시작하려면 이메일, GitHub 계정, Claude Pro 이상 플랜 세 가지가 필요합니다. Free 플랜에서는 브라우저 Claude Code가 열리지 않으니 반드시 Pro 이상인지 확인해 주세요. 계정 준비가 끝나면 claude.ai/code에서 GitHub 연동까지 마쳐야 저장소를 다룰 수 있습니다. 이 준비 과정은 처음 한 번만 하면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이제 오늘 실습에 쓸 저장소를 준비합니다. slide-master 저장소 페이지에서 Fork 버튼을 눌러 내 계정으로 복사하고, Claude Code에서 그 저장소를 선택해 연결하면 됩니다. 회사 자료가 들어가는 저장소는 반드시 Private으로 설정해야 한다는 점을 꼭 짚고 넘어가겠습니다.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1에서는 Document Skills 중 docx 스킬을 설치하고, 원본 파일을 첨부한 뒤 한 문장 프롬프트만으로 한국어 업무보고 DOCX를 만들어 봅니다. 설치 명령어 두 줄만 입력하면 준비가 끝나고, 결과물은 다운로드해서 Word나 한컴오피스로 확인하면 됩니다. 이 정도만으로도 회의록이나 주간보고 수준은 충분히 커버됩니다.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2에서는 slide-master 저장소의 ppt-master 스킬로 PPT를 만듭니다. 짧은 프롬프트만으로도 초안이 나오지만, 장수와 톤, 색상, 폰트 같은 조건을 구체적으로 붙일수록 결과 품질이 눈에 띄게 좋아집니다. 오늘은 두 버전을 비교하면서 조건을 붙이는 연습을 해보겠습니다.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PPT가 완성되면 Claude가 자동으로 브랜치를 만들고 커밋한 뒤 PR을 올려줍니다. 사용자는 알려준 PR 링크를 열어 변경 내용을 확인하고 Merge pull request 버튼만 누르면 최종 반영됩니다. 부분이 마음에 안 들면 채팅으로 바로 수정을 요청할 수 있습니다.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3에서는 PPT 제작 과정을 content-planner, slide-writer, ppt-builder, ppt-reviewer 네 개의 서브에이전트로 나눕니다. 각 담당자가 자기 역할에만 집중하기 때문에 중간 산출물을 JSON으로 저장해 특정 단계만 다시 돌릴 수 있고, 놓치는 부분도 줄어듭니다. 단발성 작업이라면 굳이 나눌 필요는 없고, 매달 반복하거나 팀 표준화가 목표일 때 유용합니다.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파이프라인을 처음 만들 때는 네 단계를 하나하나 지정하는 긴 프롬프트가 필요하지만, 한 번 구축해두면 다음 달부터는 원본 경로만 바꾼 세 줄짜리 프롬프트로 똑같이 재사용할 수 있습니다. 에이전트는 이미 저장소 안에 있으므로 새로 만들 필요 없이 이름만 불러 호출하면 됩니다. 검수 단계에서 문제가 발견되면 해당 단계만 다시 실행해 수정합니다.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한글 문서는 HWP를 직접 생성하는 스킬이 없기 때문에, docx 스킬로 회사 양식을 유지한 DOCX를 먼저 만듭니다. 그 다음 파일을 다운로드해 한컴오피스에서 열고, 다른 이름으로 저장에서 한글 문서를 선택하면 변환이 끝납니다. DOCX와 HWP 사이 서식이 완벽히 유지되지 않을 수 있으니 반드시 눈으로 한 번 확인해 주세요.</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AI가 초안을 아무리 빠르게 만들어줘도 마지막 확인은 항상 사람의 몫입니다. 숫자와 날짜, 고유명사가 원본과 맞는지, 핵심 메시지가 빠지지 않았는지, 폰트가 깨지지 않았는지는 매번 직접 열어서 확인해야 합니다. 대외에 나가는 문서라면 법무와 홍보 리뷰도 거쳐야 하고, 회사 기밀 자료는 반드시 Private 저장소에만 두어야 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핵심은 한 줄로 정리됩니다. Skill은 일하는 방법이고 Subagent는 역할을 맡은 담당자이며, 한 번 만들어두면 다음부터는 이름만 불러 그대로 재사용할 수 있습니다. 오늘 배운 내용을 바탕으로 지금 바로 slide-master를 Fork해서 Level 1부터 직접 실습해 보시길 바랍니다.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0" y="-809625"/>
            <a:ext cx="12763500" cy="7667625"/>
            <a:chOff x="0" y="-809625"/>
            <a:chExt cx="12763500" cy="7667625"/>
          </a:xfrm>
        </p:grpSpPr>
        <p:sp>
          <p:nvSpPr>
            <p:cNvPr id="2" name="Rectangle 2"/>
            <p:cNvSpPr/>
            <p:nvPr/>
          </p:nvSpPr>
          <p:spPr>
            <a:xfrm>
              <a:off x="0" y="0"/>
              <a:ext cx="12192000" cy="6858000"/>
            </a:xfrm>
            <a:prstGeom prst="rect">
              <a:avLst/>
            </a:prstGeom>
            <a:solidFill>
              <a:srgbClr val="FBF3E7"/>
            </a:solidFill>
            <a:ln>
              <a:noFill/>
            </a:ln>
          </p:spPr>
        </p:sp>
        <p:sp>
          <p:nvSpPr>
            <p:cNvPr id="3" name="Freeform 3"/>
            <p:cNvSpPr/>
            <p:nvPr/>
          </p:nvSpPr>
          <p:spPr>
            <a:xfrm>
              <a:off x="7334250" y="-809625"/>
              <a:ext cx="5429250" cy="5095875"/>
            </a:xfrm>
            <a:custGeom>
              <a:avLst/>
              <a:gdLst/>
              <a:ahLst/>
              <a:cxnLst/>
              <a:rect l="l" t="t" r="r" b="b"/>
              <a:pathLst>
                <a:path w="5429250" h="5095875">
                  <a:moveTo>
                    <a:pt x="2571750" y="142875"/>
                  </a:moveTo>
                  <a:cubicBezTo>
                    <a:pt x="4381500" y="333375"/>
                    <a:pt x="5429250" y="1666875"/>
                    <a:pt x="5143500" y="3095625"/>
                  </a:cubicBezTo>
                  <a:cubicBezTo>
                    <a:pt x="4857750" y="4524375"/>
                    <a:pt x="3333750" y="5095875"/>
                    <a:pt x="1905000" y="4810125"/>
                  </a:cubicBezTo>
                  <a:cubicBezTo>
                    <a:pt x="476250" y="4524375"/>
                    <a:pt x="0" y="3286125"/>
                    <a:pt x="285750" y="2047875"/>
                  </a:cubicBezTo>
                  <a:cubicBezTo>
                    <a:pt x="571500" y="809625"/>
                    <a:pt x="1238250" y="0"/>
                    <a:pt x="2571750" y="142875"/>
                  </a:cubicBezTo>
                  <a:close/>
                </a:path>
              </a:pathLst>
            </a:custGeom>
            <a:solidFill>
              <a:srgbClr val="1565C0">
                <a:alpha val="12000"/>
              </a:srgbClr>
            </a:solidFill>
            <a:ln>
              <a:noFill/>
            </a:ln>
          </p:spPr>
        </p:sp>
        <p:sp>
          <p:nvSpPr>
            <p:cNvPr id="4" name="Freeform 4"/>
            <p:cNvSpPr/>
            <p:nvPr/>
          </p:nvSpPr>
          <p:spPr>
            <a:xfrm>
              <a:off x="10172700" y="381000"/>
              <a:ext cx="1905000" cy="1733550"/>
            </a:xfrm>
            <a:custGeom>
              <a:avLst/>
              <a:gdLst/>
              <a:ahLst/>
              <a:cxnLst/>
              <a:rect l="l" t="t" r="r" b="b"/>
              <a:pathLst>
                <a:path w="1905000" h="1733550">
                  <a:moveTo>
                    <a:pt x="781050" y="95250"/>
                  </a:moveTo>
                  <a:cubicBezTo>
                    <a:pt x="1495425" y="0"/>
                    <a:pt x="1905000" y="619125"/>
                    <a:pt x="1695450" y="1123950"/>
                  </a:cubicBezTo>
                  <a:cubicBezTo>
                    <a:pt x="1485900" y="1628775"/>
                    <a:pt x="762000" y="1733550"/>
                    <a:pt x="342900" y="1333500"/>
                  </a:cubicBezTo>
                  <a:cubicBezTo>
                    <a:pt x="0" y="1009650"/>
                    <a:pt x="133350" y="219075"/>
                    <a:pt x="781050" y="95250"/>
                  </a:cubicBezTo>
                  <a:close/>
                </a:path>
              </a:pathLst>
            </a:custGeom>
            <a:solidFill>
              <a:srgbClr val="FF6B35">
                <a:alpha val="12000"/>
              </a:srgbClr>
            </a:solidFill>
            <a:ln>
              <a:noFill/>
            </a:ln>
          </p:spPr>
        </p:sp>
        <p:grpSp>
          <p:nvGrpSpPr>
            <p:cNvPr id="8" name="Group 8"/>
            <p:cNvGrpSpPr/>
            <p:nvPr/>
          </p:nvGrpSpPr>
          <p:grpSpPr>
            <a:xfrm>
              <a:off x="9124950" y="571500"/>
              <a:ext cx="2628900" cy="2409825"/>
              <a:chOff x="9124950" y="571500"/>
              <a:chExt cx="2628900" cy="2409825"/>
            </a:xfrm>
          </p:grpSpPr>
          <p:sp>
            <p:nvSpPr>
              <p:cNvPr id="5" name="Freeform 5"/>
              <p:cNvSpPr/>
              <p:nvPr/>
            </p:nvSpPr>
            <p:spPr>
              <a:xfrm>
                <a:off x="9124950" y="571500"/>
                <a:ext cx="419100" cy="419100"/>
              </a:xfrm>
              <a:custGeom>
                <a:avLst/>
                <a:gdLst/>
                <a:ahLst/>
                <a:cxnLst/>
                <a:rect l="l" t="t" r="r" b="b"/>
                <a:pathLst>
                  <a:path w="419100" h="419100">
                    <a:moveTo>
                      <a:pt x="209550" y="0"/>
                    </a:moveTo>
                    <a:lnTo>
                      <a:pt x="266700" y="152400"/>
                    </a:lnTo>
                    <a:lnTo>
                      <a:pt x="419100" y="209550"/>
                    </a:lnTo>
                    <a:lnTo>
                      <a:pt x="266700" y="266700"/>
                    </a:lnTo>
                    <a:lnTo>
                      <a:pt x="209550" y="419100"/>
                    </a:lnTo>
                    <a:lnTo>
                      <a:pt x="152400" y="266700"/>
                    </a:lnTo>
                    <a:lnTo>
                      <a:pt x="0" y="209550"/>
                    </a:lnTo>
                    <a:lnTo>
                      <a:pt x="152400" y="152400"/>
                    </a:lnTo>
                    <a:close/>
                  </a:path>
                </a:pathLst>
              </a:custGeom>
              <a:solidFill>
                <a:srgbClr val="FF6B35">
                  <a:alpha val="55000"/>
                </a:srgbClr>
              </a:solidFill>
              <a:ln>
                <a:noFill/>
              </a:ln>
            </p:spPr>
          </p:sp>
          <p:sp>
            <p:nvSpPr>
              <p:cNvPr id="6" name="Ellipse 6"/>
              <p:cNvSpPr/>
              <p:nvPr/>
            </p:nvSpPr>
            <p:spPr>
              <a:xfrm>
                <a:off x="11677650" y="2438400"/>
                <a:ext cx="76200" cy="76200"/>
              </a:xfrm>
              <a:prstGeom prst="ellipse">
                <a:avLst/>
              </a:prstGeom>
              <a:solidFill>
                <a:srgbClr val="1565C0">
                  <a:alpha val="50000"/>
                </a:srgbClr>
              </a:solidFill>
              <a:ln>
                <a:noFill/>
              </a:ln>
            </p:spPr>
          </p:sp>
          <p:sp>
            <p:nvSpPr>
              <p:cNvPr id="7" name="Ellipse 7"/>
              <p:cNvSpPr/>
              <p:nvPr/>
            </p:nvSpPr>
            <p:spPr>
              <a:xfrm>
                <a:off x="11353800" y="2924175"/>
                <a:ext cx="57150" cy="57150"/>
              </a:xfrm>
              <a:prstGeom prst="ellipse">
                <a:avLst/>
              </a:prstGeom>
              <a:solidFill>
                <a:srgbClr val="1565C0">
                  <a:alpha val="40000"/>
                </a:srgbClr>
              </a:solidFill>
              <a:ln>
                <a:noFill/>
              </a:ln>
            </p:spPr>
          </p:sp>
        </p:grpSp>
      </p:grpSp>
      <p:grpSp>
        <p:nvGrpSpPr>
          <p:cNvPr id="15" name="Group 15"/>
          <p:cNvGrpSpPr/>
          <p:nvPr/>
        </p:nvGrpSpPr>
        <p:grpSpPr>
          <a:xfrm>
            <a:off x="1047750" y="1123950"/>
            <a:ext cx="2498302" cy="533400"/>
            <a:chOff x="1047750" y="1123950"/>
            <a:chExt cx="2498302" cy="533400"/>
          </a:xfrm>
        </p:grpSpPr>
        <p:sp>
          <p:nvSpPr>
            <p:cNvPr id="10" name="Rectangle 10"/>
            <p:cNvSpPr/>
            <p:nvPr/>
          </p:nvSpPr>
          <p:spPr>
            <a:xfrm>
              <a:off x="1047750" y="1123950"/>
              <a:ext cx="2400300" cy="533400"/>
            </a:xfrm>
            <a:prstGeom prst="roundRect">
              <a:avLst>
                <a:gd name="adj" fmla="val 50000"/>
              </a:avLst>
            </a:prstGeom>
            <a:solidFill>
              <a:srgbClr val="FFF8EC"/>
            </a:solidFill>
            <a:ln w="14288">
              <a:solidFill>
                <a:srgbClr val="2B2420">
                  <a:alpha val="40000"/>
                </a:srgbClr>
              </a:solidFill>
            </a:ln>
          </p:spPr>
        </p:sp>
        <p:grpSp>
          <p:nvGrpSpPr>
            <p:cNvPr id="13" name="Group 13"/>
            <p:cNvGrpSpPr/>
            <p:nvPr/>
          </p:nvGrpSpPr>
          <p:grpSpPr>
            <a:xfrm>
              <a:off x="1282303" y="1298972"/>
              <a:ext cx="216694" cy="183356"/>
              <a:chOff x="1282303" y="1298972"/>
              <a:chExt cx="216694" cy="183356"/>
            </a:xfrm>
          </p:grpSpPr>
          <p:sp>
            <p:nvSpPr>
              <p:cNvPr id="11" name="Freeform 11"/>
              <p:cNvSpPr/>
              <p:nvPr/>
            </p:nvSpPr>
            <p:spPr>
              <a:xfrm>
                <a:off x="1290638" y="1307306"/>
                <a:ext cx="200025" cy="50006"/>
              </a:xfrm>
              <a:custGeom>
                <a:avLst/>
                <a:gdLst/>
                <a:ahLst/>
                <a:cxnLst/>
                <a:rect l="l" t="t" r="r" b="b"/>
                <a:pathLst>
                  <a:path w="200025" h="50006">
                    <a:moveTo>
                      <a:pt x="200025" y="8334"/>
                    </a:moveTo>
                    <a:lnTo>
                      <a:pt x="200025" y="50006"/>
                    </a:lnTo>
                    <a:lnTo>
                      <a:pt x="0" y="50006"/>
                    </a:lnTo>
                    <a:lnTo>
                      <a:pt x="0" y="8334"/>
                    </a:lnTo>
                    <a:cubicBezTo>
                      <a:pt x="0" y="3731"/>
                      <a:pt x="3731" y="0"/>
                      <a:pt x="8334" y="0"/>
                    </a:cubicBezTo>
                    <a:lnTo>
                      <a:pt x="191691" y="0"/>
                    </a:lnTo>
                    <a:cubicBezTo>
                      <a:pt x="196294" y="0"/>
                      <a:pt x="200025" y="3731"/>
                      <a:pt x="200025" y="8334"/>
                    </a:cubicBezTo>
                    <a:close/>
                  </a:path>
                </a:pathLst>
              </a:custGeom>
              <a:solidFill>
                <a:srgbClr val="1565C0">
                  <a:alpha val="20000"/>
                </a:srgbClr>
              </a:solidFill>
              <a:ln>
                <a:noFill/>
              </a:ln>
            </p:spPr>
          </p:sp>
          <p:sp>
            <p:nvSpPr>
              <p:cNvPr id="12" name="Freeform 12"/>
              <p:cNvSpPr/>
              <p:nvPr/>
            </p:nvSpPr>
            <p:spPr>
              <a:xfrm>
                <a:off x="1282303" y="1298972"/>
                <a:ext cx="216694" cy="183356"/>
              </a:xfrm>
              <a:custGeom>
                <a:avLst/>
                <a:gdLst/>
                <a:ahLst/>
                <a:cxnLst/>
                <a:rect l="l" t="t" r="r" b="b"/>
                <a:pathLst>
                  <a:path w="216694" h="183356">
                    <a:moveTo>
                      <a:pt x="200025" y="0"/>
                    </a:moveTo>
                    <a:lnTo>
                      <a:pt x="16669" y="0"/>
                    </a:lnTo>
                    <a:cubicBezTo>
                      <a:pt x="7463" y="0"/>
                      <a:pt x="0" y="7463"/>
                      <a:pt x="0" y="16669"/>
                    </a:cubicBezTo>
                    <a:lnTo>
                      <a:pt x="0" y="166688"/>
                    </a:lnTo>
                    <a:cubicBezTo>
                      <a:pt x="0" y="175893"/>
                      <a:pt x="7463" y="183356"/>
                      <a:pt x="16669" y="183356"/>
                    </a:cubicBezTo>
                    <a:lnTo>
                      <a:pt x="200025" y="183356"/>
                    </a:lnTo>
                    <a:cubicBezTo>
                      <a:pt x="209231" y="183356"/>
                      <a:pt x="216694" y="175893"/>
                      <a:pt x="216694" y="166688"/>
                    </a:cubicBezTo>
                    <a:lnTo>
                      <a:pt x="216694" y="16669"/>
                    </a:lnTo>
                    <a:cubicBezTo>
                      <a:pt x="216694" y="7463"/>
                      <a:pt x="209231" y="0"/>
                      <a:pt x="200025" y="0"/>
                    </a:cubicBezTo>
                    <a:close/>
                    <a:moveTo>
                      <a:pt x="200025" y="16669"/>
                    </a:moveTo>
                    <a:lnTo>
                      <a:pt x="200025" y="50006"/>
                    </a:lnTo>
                    <a:lnTo>
                      <a:pt x="16669" y="50006"/>
                    </a:lnTo>
                    <a:lnTo>
                      <a:pt x="16669" y="16669"/>
                    </a:lnTo>
                    <a:close/>
                    <a:moveTo>
                      <a:pt x="200025" y="166688"/>
                    </a:moveTo>
                    <a:lnTo>
                      <a:pt x="16669" y="166688"/>
                    </a:lnTo>
                    <a:lnTo>
                      <a:pt x="16669" y="66675"/>
                    </a:lnTo>
                    <a:lnTo>
                      <a:pt x="200025" y="66675"/>
                    </a:lnTo>
                    <a:lnTo>
                      <a:pt x="200025" y="166688"/>
                    </a:lnTo>
                    <a:close/>
                  </a:path>
                </a:pathLst>
              </a:custGeom>
              <a:solidFill>
                <a:srgbClr val="1565C0"/>
              </a:solidFill>
              <a:ln>
                <a:noFill/>
              </a:ln>
            </p:spPr>
          </p:sp>
        </p:grpSp>
        <p:sp>
          <p:nvSpPr>
            <p:cNvPr id="14" name="TextBox 14"/>
            <p:cNvSpPr txBox="1"/>
            <p:nvPr/>
          </p:nvSpPr>
          <p:spPr>
            <a:xfrm>
              <a:off x="1631442" y="1302068"/>
              <a:ext cx="1914610" cy="264033"/>
            </a:xfrm>
            <a:prstGeom prst="rect">
              <a:avLst/>
            </a:prstGeom>
            <a:noFill/>
            <a:ln>
              <a:noFill/>
            </a:ln>
          </p:spPr>
          <p:txBody>
            <a:bodyPr wrap="none" lIns="0" tIns="0" rIns="0" bIns="0" anchor="t" anchorCtr="0">
              <a:spAutoFit/>
            </a:bodyPr>
            <a:lstStyle/>
            <a:p>
              <a:pPr algn="l"/>
              <a:r>
                <a:rPr lang="ko-KR" sz="1350" b="1" dirty="0">
                  <a:solidFill>
                    <a:srgbClr val="1565C0"/>
                  </a:solidFill>
                  <a:latin typeface="Pretendard"/>
                  <a:ea typeface="Pretendard"/>
                  <a:cs typeface="Pretendard"/>
                </a:rPr>
                <a:t>브라우저 Claude Code</a:t>
              </a:r>
            </a:p>
          </p:txBody>
        </p:sp>
      </p:grpSp>
      <p:grpSp>
        <p:nvGrpSpPr>
          <p:cNvPr id="19" name="Group 19"/>
          <p:cNvGrpSpPr/>
          <p:nvPr/>
        </p:nvGrpSpPr>
        <p:grpSpPr>
          <a:xfrm>
            <a:off x="1028700" y="2560320"/>
            <a:ext cx="8413611" cy="1905000"/>
            <a:chOff x="1028700" y="2560320"/>
            <a:chExt cx="8413611" cy="1905000"/>
          </a:xfrm>
        </p:grpSpPr>
        <p:sp>
          <p:nvSpPr>
            <p:cNvPr id="16" name="TextBox 16"/>
            <p:cNvSpPr txBox="1"/>
            <p:nvPr/>
          </p:nvSpPr>
          <p:spPr>
            <a:xfrm>
              <a:off x="1028700" y="2560320"/>
              <a:ext cx="8413611" cy="1047750"/>
            </a:xfrm>
            <a:prstGeom prst="rect">
              <a:avLst/>
            </a:prstGeom>
            <a:noFill/>
            <a:ln>
              <a:noFill/>
            </a:ln>
          </p:spPr>
          <p:txBody>
            <a:bodyPr wrap="none" lIns="0" tIns="0" rIns="0" bIns="0" anchor="t" anchorCtr="0">
              <a:spAutoFit/>
            </a:bodyPr>
            <a:lstStyle/>
            <a:p>
              <a:pPr algn="l"/>
              <a:r>
                <a:rPr lang="ko-KR" sz="5400" b="1" dirty="0">
                  <a:solidFill>
                    <a:srgbClr val="2B2420"/>
                  </a:solidFill>
                  <a:latin typeface="Pretendard ExtraBold"/>
                  <a:ea typeface="Pretendard ExtraBold"/>
                  <a:cs typeface="Pretendard ExtraBold"/>
                </a:rPr>
                <a:t>브라우저 Claude Code로</a:t>
              </a:r>
            </a:p>
          </p:txBody>
        </p:sp>
        <p:sp>
          <p:nvSpPr>
            <p:cNvPr id="17" name="TextBox 17"/>
            <p:cNvSpPr txBox="1"/>
            <p:nvPr/>
          </p:nvSpPr>
          <p:spPr>
            <a:xfrm>
              <a:off x="1028700" y="3417570"/>
              <a:ext cx="5839145" cy="1047750"/>
            </a:xfrm>
            <a:prstGeom prst="rect">
              <a:avLst/>
            </a:prstGeom>
            <a:noFill/>
            <a:ln>
              <a:noFill/>
            </a:ln>
          </p:spPr>
          <p:txBody>
            <a:bodyPr wrap="none" lIns="0" tIns="0" rIns="0" bIns="0" anchor="t" anchorCtr="0">
              <a:spAutoFit/>
            </a:bodyPr>
            <a:lstStyle/>
            <a:p>
              <a:pPr algn="l"/>
              <a:r>
                <a:rPr lang="ko-KR" sz="5400" b="1" dirty="0">
                  <a:solidFill>
                    <a:srgbClr val="2B2420"/>
                  </a:solidFill>
                  <a:latin typeface="Pretendard ExtraBold"/>
                  <a:ea typeface="Pretendard ExtraBold"/>
                  <a:cs typeface="Pretendard ExtraBold"/>
                </a:rPr>
                <a:t>문서 자동화 시작</a:t>
              </a:r>
            </a:p>
          </p:txBody>
        </p:sp>
        <p:sp>
          <p:nvSpPr>
            <p:cNvPr id="18" name="Freeform 18"/>
            <p:cNvSpPr/>
            <p:nvPr/>
          </p:nvSpPr>
          <p:spPr>
            <a:xfrm>
              <a:off x="1047750" y="4083050"/>
              <a:ext cx="5619750" cy="177800"/>
            </a:xfrm>
            <a:custGeom>
              <a:avLst/>
              <a:gdLst/>
              <a:ahLst/>
              <a:cxnLst/>
              <a:rect l="l" t="t" r="r" b="b"/>
              <a:pathLst>
                <a:path w="5619750" h="177800">
                  <a:moveTo>
                    <a:pt x="0" y="79375"/>
                  </a:moveTo>
                  <a:cubicBezTo>
                    <a:pt x="952500" y="174625"/>
                    <a:pt x="1889125" y="177800"/>
                    <a:pt x="2809875" y="88900"/>
                  </a:cubicBezTo>
                  <a:cubicBezTo>
                    <a:pt x="3730625" y="0"/>
                    <a:pt x="4667250" y="9525"/>
                    <a:pt x="5619750" y="117475"/>
                  </a:cubicBezTo>
                </a:path>
              </a:pathLst>
            </a:custGeom>
            <a:noFill/>
            <a:ln w="57150" cap="rnd">
              <a:solidFill>
                <a:srgbClr val="FF6B35">
                  <a:alpha val="85000"/>
                </a:srgbClr>
              </a:solidFill>
            </a:ln>
          </p:spPr>
        </p:sp>
      </p:grpSp>
      <p:grpSp>
        <p:nvGrpSpPr>
          <p:cNvPr id="22" name="Group 22"/>
          <p:cNvGrpSpPr/>
          <p:nvPr/>
        </p:nvGrpSpPr>
        <p:grpSpPr>
          <a:xfrm>
            <a:off x="1047750" y="4400550"/>
            <a:ext cx="4381637" cy="477012"/>
            <a:chOff x="1047750" y="4400550"/>
            <a:chExt cx="4381637" cy="477012"/>
          </a:xfrm>
        </p:grpSpPr>
        <p:sp>
          <p:nvSpPr>
            <p:cNvPr id="20" name="Freeform 20"/>
            <p:cNvSpPr/>
            <p:nvPr/>
          </p:nvSpPr>
          <p:spPr>
            <a:xfrm>
              <a:off x="1047750" y="4400550"/>
              <a:ext cx="76200" cy="381000"/>
            </a:xfrm>
            <a:custGeom>
              <a:avLst/>
              <a:gdLst/>
              <a:ahLst/>
              <a:cxnLst/>
              <a:rect l="l" t="t" r="r" b="b"/>
              <a:pathLst>
                <a:path w="76200" h="381000">
                  <a:moveTo>
                    <a:pt x="19050" y="0"/>
                  </a:moveTo>
                  <a:cubicBezTo>
                    <a:pt x="0" y="152400"/>
                    <a:pt x="0" y="342900"/>
                    <a:pt x="19050" y="361950"/>
                  </a:cubicBezTo>
                  <a:cubicBezTo>
                    <a:pt x="38100" y="381000"/>
                    <a:pt x="57150" y="171450"/>
                    <a:pt x="76200" y="0"/>
                  </a:cubicBezTo>
                </a:path>
              </a:pathLst>
            </a:custGeom>
            <a:noFill/>
            <a:ln w="47625" cap="rnd">
              <a:solidFill>
                <a:srgbClr val="1565C0">
                  <a:alpha val="60000"/>
                </a:srgbClr>
              </a:solidFill>
            </a:ln>
          </p:spPr>
        </p:sp>
        <p:sp>
          <p:nvSpPr>
            <p:cNvPr id="21" name="TextBox 21"/>
            <p:cNvSpPr txBox="1"/>
            <p:nvPr/>
          </p:nvSpPr>
          <p:spPr>
            <a:xfrm>
              <a:off x="1283208" y="4408170"/>
              <a:ext cx="4146179" cy="469392"/>
            </a:xfrm>
            <a:prstGeom prst="rect">
              <a:avLst/>
            </a:prstGeom>
            <a:noFill/>
            <a:ln>
              <a:noFill/>
            </a:ln>
          </p:spPr>
          <p:txBody>
            <a:bodyPr wrap="none" lIns="0" tIns="0" rIns="0" bIns="0" anchor="t" anchorCtr="0">
              <a:spAutoFit/>
            </a:bodyPr>
            <a:lstStyle/>
            <a:p>
              <a:pPr algn="l"/>
              <a:r>
                <a:rPr lang="ko-KR" sz="2400" b="1" dirty="0">
                  <a:solidFill>
                    <a:srgbClr val="6B5D4F"/>
                  </a:solidFill>
                  <a:latin typeface="Pretendard SemiBold"/>
                  <a:ea typeface="Pretendard SemiBold"/>
                  <a:cs typeface="Pretendard SemiBold"/>
                </a:rPr>
                <a:t>설치 없이, 브라우저만으로</a:t>
              </a:r>
            </a:p>
          </p:txBody>
        </p:sp>
      </p:grpSp>
      <p:grpSp>
        <p:nvGrpSpPr>
          <p:cNvPr id="27" name="Group 27"/>
          <p:cNvGrpSpPr/>
          <p:nvPr/>
        </p:nvGrpSpPr>
        <p:grpSpPr>
          <a:xfrm>
            <a:off x="1090017" y="5322689"/>
            <a:ext cx="2534646" cy="301062"/>
            <a:chOff x="1090017" y="5322689"/>
            <a:chExt cx="2534646" cy="301062"/>
          </a:xfrm>
        </p:grpSpPr>
        <p:grpSp>
          <p:nvGrpSpPr>
            <p:cNvPr id="25" name="Group 25"/>
            <p:cNvGrpSpPr/>
            <p:nvPr/>
          </p:nvGrpSpPr>
          <p:grpSpPr>
            <a:xfrm>
              <a:off x="1090017" y="5322689"/>
              <a:ext cx="201215" cy="208954"/>
              <a:chOff x="1090017" y="5322689"/>
              <a:chExt cx="201215" cy="208954"/>
            </a:xfrm>
          </p:grpSpPr>
          <p:sp>
            <p:nvSpPr>
              <p:cNvPr id="23" name="Freeform 23"/>
              <p:cNvSpPr/>
              <p:nvPr/>
            </p:nvSpPr>
            <p:spPr>
              <a:xfrm>
                <a:off x="1097756" y="5369123"/>
                <a:ext cx="185737" cy="154780"/>
              </a:xfrm>
              <a:custGeom>
                <a:avLst/>
                <a:gdLst/>
                <a:ahLst/>
                <a:cxnLst/>
                <a:rect l="l" t="t" r="r" b="b"/>
                <a:pathLst>
                  <a:path w="185737" h="154780">
                    <a:moveTo>
                      <a:pt x="162520" y="0"/>
                    </a:moveTo>
                    <a:lnTo>
                      <a:pt x="23217" y="0"/>
                    </a:lnTo>
                    <a:cubicBezTo>
                      <a:pt x="10395" y="0"/>
                      <a:pt x="0" y="10395"/>
                      <a:pt x="0" y="23217"/>
                    </a:cubicBezTo>
                    <a:lnTo>
                      <a:pt x="0" y="131563"/>
                    </a:lnTo>
                    <a:cubicBezTo>
                      <a:pt x="0" y="144386"/>
                      <a:pt x="10395" y="154780"/>
                      <a:pt x="23217" y="154780"/>
                    </a:cubicBezTo>
                    <a:lnTo>
                      <a:pt x="162520" y="154780"/>
                    </a:lnTo>
                    <a:cubicBezTo>
                      <a:pt x="175342" y="154780"/>
                      <a:pt x="185737" y="144386"/>
                      <a:pt x="185737" y="131563"/>
                    </a:cubicBezTo>
                    <a:lnTo>
                      <a:pt x="185737" y="23217"/>
                    </a:lnTo>
                    <a:cubicBezTo>
                      <a:pt x="185737" y="10395"/>
                      <a:pt x="175342" y="0"/>
                      <a:pt x="162520" y="0"/>
                    </a:cubicBezTo>
                    <a:close/>
                    <a:moveTo>
                      <a:pt x="127694" y="123824"/>
                    </a:moveTo>
                    <a:lnTo>
                      <a:pt x="58043" y="123824"/>
                    </a:lnTo>
                    <a:cubicBezTo>
                      <a:pt x="47357" y="123824"/>
                      <a:pt x="38695" y="115162"/>
                      <a:pt x="38695" y="104477"/>
                    </a:cubicBezTo>
                    <a:cubicBezTo>
                      <a:pt x="38695" y="93791"/>
                      <a:pt x="47357" y="85129"/>
                      <a:pt x="58043" y="85129"/>
                    </a:cubicBezTo>
                    <a:lnTo>
                      <a:pt x="127694" y="85129"/>
                    </a:lnTo>
                    <a:cubicBezTo>
                      <a:pt x="138379" y="85129"/>
                      <a:pt x="147041" y="93791"/>
                      <a:pt x="147041" y="104477"/>
                    </a:cubicBezTo>
                    <a:cubicBezTo>
                      <a:pt x="147041" y="115162"/>
                      <a:pt x="138379" y="123824"/>
                      <a:pt x="127694" y="123824"/>
                    </a:cubicBezTo>
                    <a:close/>
                  </a:path>
                </a:pathLst>
              </a:custGeom>
              <a:solidFill>
                <a:srgbClr val="A69783">
                  <a:alpha val="20000"/>
                </a:srgbClr>
              </a:solidFill>
              <a:ln>
                <a:noFill/>
              </a:ln>
            </p:spPr>
          </p:sp>
          <p:sp>
            <p:nvSpPr>
              <p:cNvPr id="24" name="Freeform 24"/>
              <p:cNvSpPr/>
              <p:nvPr/>
            </p:nvSpPr>
            <p:spPr>
              <a:xfrm>
                <a:off x="1090017" y="5322689"/>
                <a:ext cx="201215" cy="208954"/>
              </a:xfrm>
              <a:custGeom>
                <a:avLst/>
                <a:gdLst/>
                <a:ahLst/>
                <a:cxnLst/>
                <a:rect l="l" t="t" r="r" b="b"/>
                <a:pathLst>
                  <a:path w="201215" h="208954">
                    <a:moveTo>
                      <a:pt x="170259" y="38695"/>
                    </a:moveTo>
                    <a:lnTo>
                      <a:pt x="108346" y="38695"/>
                    </a:lnTo>
                    <a:lnTo>
                      <a:pt x="108346" y="7739"/>
                    </a:lnTo>
                    <a:cubicBezTo>
                      <a:pt x="108346" y="3465"/>
                      <a:pt x="104881" y="0"/>
                      <a:pt x="100607" y="0"/>
                    </a:cubicBezTo>
                    <a:cubicBezTo>
                      <a:pt x="96333" y="0"/>
                      <a:pt x="92868" y="3465"/>
                      <a:pt x="92868" y="7739"/>
                    </a:cubicBezTo>
                    <a:lnTo>
                      <a:pt x="92868" y="38695"/>
                    </a:lnTo>
                    <a:lnTo>
                      <a:pt x="30956" y="38695"/>
                    </a:lnTo>
                    <a:cubicBezTo>
                      <a:pt x="13860" y="38695"/>
                      <a:pt x="0" y="52555"/>
                      <a:pt x="0" y="69651"/>
                    </a:cubicBezTo>
                    <a:lnTo>
                      <a:pt x="0" y="177998"/>
                    </a:lnTo>
                    <a:cubicBezTo>
                      <a:pt x="0" y="195094"/>
                      <a:pt x="13860" y="208954"/>
                      <a:pt x="30956" y="208954"/>
                    </a:cubicBezTo>
                    <a:lnTo>
                      <a:pt x="170259" y="208954"/>
                    </a:lnTo>
                    <a:cubicBezTo>
                      <a:pt x="187355" y="208954"/>
                      <a:pt x="201215" y="195094"/>
                      <a:pt x="201215" y="177998"/>
                    </a:cubicBezTo>
                    <a:lnTo>
                      <a:pt x="201215" y="69651"/>
                    </a:lnTo>
                    <a:cubicBezTo>
                      <a:pt x="201215" y="52555"/>
                      <a:pt x="187355" y="38695"/>
                      <a:pt x="170259" y="38695"/>
                    </a:cubicBezTo>
                    <a:close/>
                    <a:moveTo>
                      <a:pt x="185737" y="177998"/>
                    </a:moveTo>
                    <a:cubicBezTo>
                      <a:pt x="185737" y="186546"/>
                      <a:pt x="178807" y="193476"/>
                      <a:pt x="170259" y="193476"/>
                    </a:cubicBezTo>
                    <a:lnTo>
                      <a:pt x="30956" y="193476"/>
                    </a:lnTo>
                    <a:cubicBezTo>
                      <a:pt x="22408" y="193476"/>
                      <a:pt x="15478" y="186546"/>
                      <a:pt x="15478" y="177998"/>
                    </a:cubicBezTo>
                    <a:lnTo>
                      <a:pt x="15478" y="69651"/>
                    </a:lnTo>
                    <a:cubicBezTo>
                      <a:pt x="15478" y="61103"/>
                      <a:pt x="22408" y="54173"/>
                      <a:pt x="30956" y="54173"/>
                    </a:cubicBezTo>
                    <a:lnTo>
                      <a:pt x="170259" y="54173"/>
                    </a:lnTo>
                    <a:cubicBezTo>
                      <a:pt x="178807" y="54173"/>
                      <a:pt x="185737" y="61103"/>
                      <a:pt x="185737" y="69651"/>
                    </a:cubicBezTo>
                    <a:close/>
                    <a:moveTo>
                      <a:pt x="135433" y="123824"/>
                    </a:moveTo>
                    <a:lnTo>
                      <a:pt x="65782" y="123824"/>
                    </a:lnTo>
                    <a:cubicBezTo>
                      <a:pt x="50822" y="123824"/>
                      <a:pt x="38695" y="135951"/>
                      <a:pt x="38695" y="150911"/>
                    </a:cubicBezTo>
                    <a:cubicBezTo>
                      <a:pt x="38695" y="165870"/>
                      <a:pt x="50822" y="177998"/>
                      <a:pt x="65782" y="177998"/>
                    </a:cubicBezTo>
                    <a:lnTo>
                      <a:pt x="135433" y="177998"/>
                    </a:lnTo>
                    <a:cubicBezTo>
                      <a:pt x="150392" y="177998"/>
                      <a:pt x="162520" y="165870"/>
                      <a:pt x="162520" y="150911"/>
                    </a:cubicBezTo>
                    <a:cubicBezTo>
                      <a:pt x="162520" y="135951"/>
                      <a:pt x="150392" y="123824"/>
                      <a:pt x="135433" y="123824"/>
                    </a:cubicBezTo>
                    <a:close/>
                    <a:moveTo>
                      <a:pt x="108346" y="139302"/>
                    </a:moveTo>
                    <a:lnTo>
                      <a:pt x="108346" y="162520"/>
                    </a:lnTo>
                    <a:lnTo>
                      <a:pt x="92868" y="162520"/>
                    </a:lnTo>
                    <a:lnTo>
                      <a:pt x="92868" y="139302"/>
                    </a:lnTo>
                    <a:close/>
                    <a:moveTo>
                      <a:pt x="54173" y="150911"/>
                    </a:moveTo>
                    <a:cubicBezTo>
                      <a:pt x="54173" y="144500"/>
                      <a:pt x="59370" y="139302"/>
                      <a:pt x="65782" y="139302"/>
                    </a:cubicBezTo>
                    <a:lnTo>
                      <a:pt x="77390" y="139302"/>
                    </a:lnTo>
                    <a:lnTo>
                      <a:pt x="77390" y="162520"/>
                    </a:lnTo>
                    <a:lnTo>
                      <a:pt x="65782" y="162520"/>
                    </a:lnTo>
                    <a:cubicBezTo>
                      <a:pt x="59370" y="162520"/>
                      <a:pt x="54173" y="157322"/>
                      <a:pt x="54173" y="150911"/>
                    </a:cubicBezTo>
                    <a:close/>
                    <a:moveTo>
                      <a:pt x="135433" y="162520"/>
                    </a:moveTo>
                    <a:lnTo>
                      <a:pt x="123824" y="162520"/>
                    </a:lnTo>
                    <a:lnTo>
                      <a:pt x="123824" y="139302"/>
                    </a:lnTo>
                    <a:lnTo>
                      <a:pt x="135433" y="139302"/>
                    </a:lnTo>
                    <a:cubicBezTo>
                      <a:pt x="141844" y="139302"/>
                      <a:pt x="147041" y="144500"/>
                      <a:pt x="147041" y="150911"/>
                    </a:cubicBezTo>
                    <a:cubicBezTo>
                      <a:pt x="147041" y="157322"/>
                      <a:pt x="141844" y="162520"/>
                      <a:pt x="135433" y="162520"/>
                    </a:cubicBezTo>
                    <a:close/>
                    <a:moveTo>
                      <a:pt x="46434" y="96738"/>
                    </a:moveTo>
                    <a:cubicBezTo>
                      <a:pt x="46434" y="90327"/>
                      <a:pt x="51631" y="85129"/>
                      <a:pt x="58043" y="85129"/>
                    </a:cubicBezTo>
                    <a:cubicBezTo>
                      <a:pt x="64454" y="85129"/>
                      <a:pt x="69651" y="90327"/>
                      <a:pt x="69651" y="96738"/>
                    </a:cubicBezTo>
                    <a:cubicBezTo>
                      <a:pt x="69651" y="103149"/>
                      <a:pt x="64454" y="108346"/>
                      <a:pt x="58043" y="108346"/>
                    </a:cubicBezTo>
                    <a:cubicBezTo>
                      <a:pt x="51631" y="108346"/>
                      <a:pt x="46434" y="103149"/>
                      <a:pt x="46434" y="96738"/>
                    </a:cubicBezTo>
                    <a:close/>
                    <a:moveTo>
                      <a:pt x="131563" y="96738"/>
                    </a:moveTo>
                    <a:cubicBezTo>
                      <a:pt x="131563" y="90327"/>
                      <a:pt x="136761" y="85129"/>
                      <a:pt x="143172" y="85129"/>
                    </a:cubicBezTo>
                    <a:cubicBezTo>
                      <a:pt x="149583" y="85129"/>
                      <a:pt x="154780" y="90327"/>
                      <a:pt x="154780" y="96738"/>
                    </a:cubicBezTo>
                    <a:cubicBezTo>
                      <a:pt x="154780" y="103149"/>
                      <a:pt x="149583" y="108346"/>
                      <a:pt x="143172" y="108346"/>
                    </a:cubicBezTo>
                    <a:cubicBezTo>
                      <a:pt x="136761" y="108346"/>
                      <a:pt x="131563" y="103149"/>
                      <a:pt x="131563" y="96738"/>
                    </a:cubicBezTo>
                    <a:close/>
                  </a:path>
                </a:pathLst>
              </a:custGeom>
              <a:solidFill>
                <a:srgbClr val="A69783"/>
              </a:solidFill>
              <a:ln>
                <a:noFill/>
              </a:ln>
            </p:spPr>
          </p:sp>
        </p:grpSp>
        <p:sp>
          <p:nvSpPr>
            <p:cNvPr id="26" name="TextBox 26"/>
            <p:cNvSpPr txBox="1"/>
            <p:nvPr/>
          </p:nvSpPr>
          <p:spPr>
            <a:xfrm>
              <a:off x="1402842" y="5359718"/>
              <a:ext cx="2221821" cy="264033"/>
            </a:xfrm>
            <a:prstGeom prst="rect">
              <a:avLst/>
            </a:prstGeom>
            <a:noFill/>
            <a:ln>
              <a:noFill/>
            </a:ln>
          </p:spPr>
          <p:txBody>
            <a:bodyPr wrap="none" lIns="0" tIns="0" rIns="0" bIns="0" anchor="t" anchorCtr="0">
              <a:spAutoFit/>
            </a:bodyPr>
            <a:lstStyle/>
            <a:p>
              <a:pPr algn="l"/>
              <a:r>
                <a:rPr lang="ko-KR" sz="1350" dirty="0">
                  <a:solidFill>
                    <a:srgbClr val="A69783"/>
                  </a:solidFill>
                  <a:latin typeface="Pretendard"/>
                  <a:ea typeface="Pretendard"/>
                  <a:cs typeface="Pretendard"/>
                </a:rPr>
                <a:t>사내 온보딩 세션 · 약 20분</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218731" cy="1318259"/>
            <a:chOff x="593598" y="669608"/>
            <a:chExt cx="7218731" cy="1318259"/>
          </a:xfrm>
        </p:grpSpPr>
        <p:sp>
          <p:nvSpPr>
            <p:cNvPr id="2" name="TextBox 2"/>
            <p:cNvSpPr txBox="1"/>
            <p:nvPr/>
          </p:nvSpPr>
          <p:spPr>
            <a:xfrm>
              <a:off x="593598" y="669608"/>
              <a:ext cx="5795124"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오늘 만드는 것: PPT와 HWP</a:t>
              </a:r>
            </a:p>
          </p:txBody>
        </p:sp>
        <p:sp>
          <p:nvSpPr>
            <p:cNvPr id="3" name="TextBox 3"/>
            <p:cNvSpPr txBox="1"/>
            <p:nvPr/>
          </p:nvSpPr>
          <p:spPr>
            <a:xfrm>
              <a:off x="598170" y="1185862"/>
              <a:ext cx="721415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원본 문서 하나만 있으면 PPT와 한글 문서(HWP)</a:t>
              </a:r>
            </a:p>
          </p:txBody>
        </p:sp>
        <p:sp>
          <p:nvSpPr>
            <p:cNvPr id="4" name="TextBox 4"/>
            <p:cNvSpPr txBox="1"/>
            <p:nvPr/>
          </p:nvSpPr>
          <p:spPr>
            <a:xfrm>
              <a:off x="598170" y="1547812"/>
              <a:ext cx="632004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두 산출물을 브라우저에서 바로 만들 수 있다</a:t>
              </a:r>
            </a:p>
          </p:txBody>
        </p:sp>
      </p:grpSp>
      <p:grpSp>
        <p:nvGrpSpPr>
          <p:cNvPr id="11" name="Group 11"/>
          <p:cNvGrpSpPr/>
          <p:nvPr/>
        </p:nvGrpSpPr>
        <p:grpSpPr>
          <a:xfrm>
            <a:off x="3714750" y="1943100"/>
            <a:ext cx="5192197" cy="400050"/>
            <a:chOff x="3714750" y="1943100"/>
            <a:chExt cx="5192197" cy="400050"/>
          </a:xfrm>
        </p:grpSpPr>
        <p:sp>
          <p:nvSpPr>
            <p:cNvPr id="6" name="Rectangle 6"/>
            <p:cNvSpPr/>
            <p:nvPr/>
          </p:nvSpPr>
          <p:spPr>
            <a:xfrm>
              <a:off x="3714750" y="1943100"/>
              <a:ext cx="4762500" cy="400050"/>
            </a:xfrm>
            <a:prstGeom prst="roundRect">
              <a:avLst>
                <a:gd name="adj" fmla="val 50000"/>
              </a:avLst>
            </a:prstGeom>
            <a:solidFill>
              <a:srgbClr val="FFF8EC"/>
            </a:solidFill>
            <a:ln w="14288">
              <a:solidFill>
                <a:srgbClr val="2B2420">
                  <a:alpha val="35000"/>
                </a:srgbClr>
              </a:solidFill>
            </a:ln>
          </p:spPr>
        </p:sp>
        <p:grpSp>
          <p:nvGrpSpPr>
            <p:cNvPr id="9" name="Group 9"/>
            <p:cNvGrpSpPr/>
            <p:nvPr/>
          </p:nvGrpSpPr>
          <p:grpSpPr>
            <a:xfrm>
              <a:off x="3905250" y="2065705"/>
              <a:ext cx="160734" cy="160764"/>
              <a:chOff x="3905250" y="2065705"/>
              <a:chExt cx="160734" cy="160764"/>
            </a:xfrm>
          </p:grpSpPr>
          <p:sp>
            <p:nvSpPr>
              <p:cNvPr id="7" name="Freeform 7"/>
              <p:cNvSpPr/>
              <p:nvPr/>
            </p:nvSpPr>
            <p:spPr>
              <a:xfrm>
                <a:off x="3952875" y="2071684"/>
                <a:ext cx="107156" cy="148831"/>
              </a:xfrm>
              <a:custGeom>
                <a:avLst/>
                <a:gdLst/>
                <a:ahLst/>
                <a:cxnLst/>
                <a:rect l="l" t="t" r="r" b="b"/>
                <a:pathLst>
                  <a:path w="107156" h="148831">
                    <a:moveTo>
                      <a:pt x="107156" y="53581"/>
                    </a:moveTo>
                    <a:lnTo>
                      <a:pt x="107156" y="59534"/>
                    </a:lnTo>
                    <a:cubicBezTo>
                      <a:pt x="107156" y="79261"/>
                      <a:pt x="91164" y="95253"/>
                      <a:pt x="71438" y="95253"/>
                    </a:cubicBezTo>
                    <a:lnTo>
                      <a:pt x="53578" y="95253"/>
                    </a:lnTo>
                    <a:cubicBezTo>
                      <a:pt x="66729" y="95253"/>
                      <a:pt x="77391" y="105914"/>
                      <a:pt x="77391" y="119066"/>
                    </a:cubicBezTo>
                    <a:lnTo>
                      <a:pt x="77391" y="148831"/>
                    </a:lnTo>
                    <a:lnTo>
                      <a:pt x="29766" y="148831"/>
                    </a:lnTo>
                    <a:lnTo>
                      <a:pt x="29766" y="119066"/>
                    </a:lnTo>
                    <a:cubicBezTo>
                      <a:pt x="29766" y="105914"/>
                      <a:pt x="40427" y="95253"/>
                      <a:pt x="53578" y="95253"/>
                    </a:cubicBezTo>
                    <a:lnTo>
                      <a:pt x="35719" y="95253"/>
                    </a:lnTo>
                    <a:cubicBezTo>
                      <a:pt x="15992" y="95253"/>
                      <a:pt x="0" y="79261"/>
                      <a:pt x="0" y="59534"/>
                    </a:cubicBezTo>
                    <a:lnTo>
                      <a:pt x="0" y="53581"/>
                    </a:lnTo>
                    <a:cubicBezTo>
                      <a:pt x="57" y="46332"/>
                      <a:pt x="2260" y="39263"/>
                      <a:pt x="6333" y="33266"/>
                    </a:cubicBezTo>
                    <a:cubicBezTo>
                      <a:pt x="2120" y="22357"/>
                      <a:pt x="3074" y="10126"/>
                      <a:pt x="8930" y="3"/>
                    </a:cubicBezTo>
                    <a:cubicBezTo>
                      <a:pt x="22137" y="0"/>
                      <a:pt x="34434" y="6733"/>
                      <a:pt x="41545" y="17862"/>
                    </a:cubicBezTo>
                    <a:lnTo>
                      <a:pt x="65611" y="17862"/>
                    </a:lnTo>
                    <a:cubicBezTo>
                      <a:pt x="72723" y="6733"/>
                      <a:pt x="85019" y="0"/>
                      <a:pt x="98227" y="3"/>
                    </a:cubicBezTo>
                    <a:cubicBezTo>
                      <a:pt x="104082" y="10126"/>
                      <a:pt x="105037" y="22357"/>
                      <a:pt x="100824" y="33266"/>
                    </a:cubicBezTo>
                    <a:cubicBezTo>
                      <a:pt x="104896" y="39263"/>
                      <a:pt x="107100" y="46332"/>
                      <a:pt x="107156" y="53581"/>
                    </a:cubicBezTo>
                    <a:close/>
                  </a:path>
                </a:pathLst>
              </a:custGeom>
              <a:solidFill>
                <a:srgbClr val="1565C0">
                  <a:alpha val="20000"/>
                </a:srgbClr>
              </a:solidFill>
              <a:ln>
                <a:noFill/>
              </a:ln>
            </p:spPr>
          </p:sp>
          <p:sp>
            <p:nvSpPr>
              <p:cNvPr id="8" name="Freeform 8"/>
              <p:cNvSpPr/>
              <p:nvPr/>
            </p:nvSpPr>
            <p:spPr>
              <a:xfrm>
                <a:off x="3905250" y="2065705"/>
                <a:ext cx="160734" cy="160764"/>
              </a:xfrm>
              <a:custGeom>
                <a:avLst/>
                <a:gdLst/>
                <a:ahLst/>
                <a:cxnLst/>
                <a:rect l="l" t="t" r="r" b="b"/>
                <a:pathLst>
                  <a:path w="160734" h="160764">
                    <a:moveTo>
                      <a:pt x="155004" y="38487"/>
                    </a:moveTo>
                    <a:cubicBezTo>
                      <a:pt x="158689" y="26621"/>
                      <a:pt x="157240" y="13755"/>
                      <a:pt x="151008" y="3006"/>
                    </a:cubicBezTo>
                    <a:cubicBezTo>
                      <a:pt x="149945" y="1164"/>
                      <a:pt x="147979" y="29"/>
                      <a:pt x="145852" y="29"/>
                    </a:cubicBezTo>
                    <a:cubicBezTo>
                      <a:pt x="131791" y="0"/>
                      <a:pt x="118545" y="6623"/>
                      <a:pt x="110133" y="17889"/>
                    </a:cubicBezTo>
                    <a:lnTo>
                      <a:pt x="92273" y="17889"/>
                    </a:lnTo>
                    <a:cubicBezTo>
                      <a:pt x="83861" y="6623"/>
                      <a:pt x="70615" y="0"/>
                      <a:pt x="56555" y="29"/>
                    </a:cubicBezTo>
                    <a:cubicBezTo>
                      <a:pt x="54427" y="29"/>
                      <a:pt x="52461" y="1164"/>
                      <a:pt x="51398" y="3006"/>
                    </a:cubicBezTo>
                    <a:cubicBezTo>
                      <a:pt x="45167" y="13755"/>
                      <a:pt x="43716" y="26620"/>
                      <a:pt x="47394" y="38487"/>
                    </a:cubicBezTo>
                    <a:cubicBezTo>
                      <a:pt x="43716" y="44906"/>
                      <a:pt x="41746" y="52162"/>
                      <a:pt x="41672" y="59561"/>
                    </a:cubicBezTo>
                    <a:lnTo>
                      <a:pt x="41672" y="65514"/>
                    </a:lnTo>
                    <a:cubicBezTo>
                      <a:pt x="41698" y="86342"/>
                      <a:pt x="57083" y="103960"/>
                      <a:pt x="77718" y="106791"/>
                    </a:cubicBezTo>
                    <a:cubicBezTo>
                      <a:pt x="73645" y="112004"/>
                      <a:pt x="71434" y="118430"/>
                      <a:pt x="71438" y="125045"/>
                    </a:cubicBezTo>
                    <a:lnTo>
                      <a:pt x="71438" y="130998"/>
                    </a:lnTo>
                    <a:lnTo>
                      <a:pt x="53578" y="130998"/>
                    </a:lnTo>
                    <a:cubicBezTo>
                      <a:pt x="43715" y="130998"/>
                      <a:pt x="35719" y="123002"/>
                      <a:pt x="35719" y="113139"/>
                    </a:cubicBezTo>
                    <a:cubicBezTo>
                      <a:pt x="35719" y="96700"/>
                      <a:pt x="22392" y="83373"/>
                      <a:pt x="5953" y="83373"/>
                    </a:cubicBezTo>
                    <a:cubicBezTo>
                      <a:pt x="2665" y="83373"/>
                      <a:pt x="0" y="86038"/>
                      <a:pt x="0" y="89326"/>
                    </a:cubicBezTo>
                    <a:cubicBezTo>
                      <a:pt x="0" y="92614"/>
                      <a:pt x="2665" y="95279"/>
                      <a:pt x="5953" y="95279"/>
                    </a:cubicBezTo>
                    <a:cubicBezTo>
                      <a:pt x="15817" y="95279"/>
                      <a:pt x="23812" y="103275"/>
                      <a:pt x="23812" y="113139"/>
                    </a:cubicBezTo>
                    <a:cubicBezTo>
                      <a:pt x="23812" y="129578"/>
                      <a:pt x="37139" y="142904"/>
                      <a:pt x="53578" y="142904"/>
                    </a:cubicBezTo>
                    <a:lnTo>
                      <a:pt x="71438" y="142904"/>
                    </a:lnTo>
                    <a:lnTo>
                      <a:pt x="71438" y="154811"/>
                    </a:lnTo>
                    <a:cubicBezTo>
                      <a:pt x="71438" y="158099"/>
                      <a:pt x="74103" y="160764"/>
                      <a:pt x="77391" y="160764"/>
                    </a:cubicBezTo>
                    <a:cubicBezTo>
                      <a:pt x="80678" y="160764"/>
                      <a:pt x="83344" y="158099"/>
                      <a:pt x="83344" y="154811"/>
                    </a:cubicBezTo>
                    <a:lnTo>
                      <a:pt x="83344" y="125045"/>
                    </a:lnTo>
                    <a:cubicBezTo>
                      <a:pt x="83344" y="115182"/>
                      <a:pt x="91340" y="107186"/>
                      <a:pt x="101203" y="107186"/>
                    </a:cubicBezTo>
                    <a:cubicBezTo>
                      <a:pt x="111067" y="107186"/>
                      <a:pt x="119062" y="115182"/>
                      <a:pt x="119062" y="125045"/>
                    </a:cubicBezTo>
                    <a:lnTo>
                      <a:pt x="119062" y="154811"/>
                    </a:lnTo>
                    <a:cubicBezTo>
                      <a:pt x="119062" y="158099"/>
                      <a:pt x="121728" y="160764"/>
                      <a:pt x="125016" y="160764"/>
                    </a:cubicBezTo>
                    <a:cubicBezTo>
                      <a:pt x="128303" y="160764"/>
                      <a:pt x="130969" y="158099"/>
                      <a:pt x="130969" y="154811"/>
                    </a:cubicBezTo>
                    <a:lnTo>
                      <a:pt x="130969" y="125045"/>
                    </a:lnTo>
                    <a:cubicBezTo>
                      <a:pt x="130973" y="118430"/>
                      <a:pt x="128762" y="112004"/>
                      <a:pt x="124688" y="106791"/>
                    </a:cubicBezTo>
                    <a:cubicBezTo>
                      <a:pt x="145323" y="103960"/>
                      <a:pt x="160708" y="86342"/>
                      <a:pt x="160734" y="65514"/>
                    </a:cubicBezTo>
                    <a:lnTo>
                      <a:pt x="160734" y="59561"/>
                    </a:lnTo>
                    <a:cubicBezTo>
                      <a:pt x="160663" y="52161"/>
                      <a:pt x="158690" y="44904"/>
                      <a:pt x="155004" y="38487"/>
                    </a:cubicBezTo>
                    <a:close/>
                    <a:moveTo>
                      <a:pt x="148828" y="65514"/>
                    </a:moveTo>
                    <a:cubicBezTo>
                      <a:pt x="148828" y="81953"/>
                      <a:pt x="135502" y="95279"/>
                      <a:pt x="119062" y="95279"/>
                    </a:cubicBezTo>
                    <a:lnTo>
                      <a:pt x="83344" y="95279"/>
                    </a:lnTo>
                    <a:cubicBezTo>
                      <a:pt x="66905" y="95279"/>
                      <a:pt x="53578" y="81953"/>
                      <a:pt x="53578" y="65514"/>
                    </a:cubicBezTo>
                    <a:lnTo>
                      <a:pt x="53578" y="59561"/>
                    </a:lnTo>
                    <a:cubicBezTo>
                      <a:pt x="53651" y="53608"/>
                      <a:pt x="55433" y="47801"/>
                      <a:pt x="58713" y="42832"/>
                    </a:cubicBezTo>
                    <a:cubicBezTo>
                      <a:pt x="59955" y="41194"/>
                      <a:pt x="60265" y="39031"/>
                      <a:pt x="59531" y="37110"/>
                    </a:cubicBezTo>
                    <a:cubicBezTo>
                      <a:pt x="56400" y="29033"/>
                      <a:pt x="56611" y="20042"/>
                      <a:pt x="60119" y="12122"/>
                    </a:cubicBezTo>
                    <a:cubicBezTo>
                      <a:pt x="69988" y="13183"/>
                      <a:pt x="78838" y="18676"/>
                      <a:pt x="84170" y="27049"/>
                    </a:cubicBezTo>
                    <a:cubicBezTo>
                      <a:pt x="85260" y="28753"/>
                      <a:pt x="87140" y="29788"/>
                      <a:pt x="89163" y="29795"/>
                    </a:cubicBezTo>
                    <a:lnTo>
                      <a:pt x="113236" y="29795"/>
                    </a:lnTo>
                    <a:cubicBezTo>
                      <a:pt x="115267" y="29795"/>
                      <a:pt x="117157" y="28760"/>
                      <a:pt x="118251" y="27049"/>
                    </a:cubicBezTo>
                    <a:cubicBezTo>
                      <a:pt x="123582" y="18676"/>
                      <a:pt x="132433" y="13182"/>
                      <a:pt x="142302" y="12122"/>
                    </a:cubicBezTo>
                    <a:cubicBezTo>
                      <a:pt x="145805" y="20044"/>
                      <a:pt x="146011" y="29035"/>
                      <a:pt x="142875" y="37110"/>
                    </a:cubicBezTo>
                    <a:cubicBezTo>
                      <a:pt x="142144" y="39011"/>
                      <a:pt x="142424" y="41153"/>
                      <a:pt x="143619" y="42803"/>
                    </a:cubicBezTo>
                    <a:cubicBezTo>
                      <a:pt x="146929" y="47772"/>
                      <a:pt x="148738" y="53590"/>
                      <a:pt x="148828" y="59561"/>
                    </a:cubicBezTo>
                    <a:close/>
                  </a:path>
                </a:pathLst>
              </a:custGeom>
              <a:solidFill>
                <a:srgbClr val="1565C0"/>
              </a:solidFill>
              <a:ln>
                <a:noFill/>
              </a:ln>
            </p:spPr>
          </p:sp>
        </p:grpSp>
        <p:sp>
          <p:nvSpPr>
            <p:cNvPr id="10" name="TextBox 10"/>
            <p:cNvSpPr txBox="1"/>
            <p:nvPr/>
          </p:nvSpPr>
          <p:spPr>
            <a:xfrm>
              <a:off x="4184142" y="2045018"/>
              <a:ext cx="472280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브라우저 Claude Code 실행 + GitHub 저장소 연결 후 시작</a:t>
              </a:r>
            </a:p>
          </p:txBody>
        </p:sp>
      </p:grpSp>
      <p:grpSp>
        <p:nvGrpSpPr>
          <p:cNvPr id="47" name="Group 47"/>
          <p:cNvGrpSpPr/>
          <p:nvPr/>
        </p:nvGrpSpPr>
        <p:grpSpPr>
          <a:xfrm>
            <a:off x="609600" y="2571750"/>
            <a:ext cx="5334000" cy="3333750"/>
            <a:chOff x="609600" y="2571750"/>
            <a:chExt cx="5334000" cy="3333750"/>
          </a:xfrm>
        </p:grpSpPr>
        <p:sp>
          <p:nvSpPr>
            <p:cNvPr id="12" name="Rectangle 12"/>
            <p:cNvSpPr/>
            <p:nvPr/>
          </p:nvSpPr>
          <p:spPr>
            <a:xfrm>
              <a:off x="609600" y="2571750"/>
              <a:ext cx="5334000" cy="3333750"/>
            </a:xfrm>
            <a:prstGeom prst="roundRect">
              <a:avLst>
                <a:gd name="adj" fmla="val 4571"/>
              </a:avLst>
            </a:prstGeom>
            <a:solidFill>
              <a:srgbClr val="FFF8EC"/>
            </a:solidFill>
            <a:ln w="14288">
              <a:solidFill>
                <a:srgbClr val="2B2420">
                  <a:alpha val="30000"/>
                </a:srgbClr>
              </a:solidFill>
            </a:ln>
          </p:spPr>
        </p:sp>
        <p:grpSp>
          <p:nvGrpSpPr>
            <p:cNvPr id="15" name="Group 15"/>
            <p:cNvGrpSpPr/>
            <p:nvPr/>
          </p:nvGrpSpPr>
          <p:grpSpPr>
            <a:xfrm>
              <a:off x="942975" y="2857500"/>
              <a:ext cx="247650" cy="258379"/>
              <a:chOff x="942975" y="2857500"/>
              <a:chExt cx="247650" cy="258379"/>
            </a:xfrm>
          </p:grpSpPr>
          <p:sp>
            <p:nvSpPr>
              <p:cNvPr id="13" name="Freeform 13"/>
              <p:cNvSpPr/>
              <p:nvPr/>
            </p:nvSpPr>
            <p:spPr>
              <a:xfrm>
                <a:off x="952500" y="2895600"/>
                <a:ext cx="228600" cy="161925"/>
              </a:xfrm>
              <a:custGeom>
                <a:avLst/>
                <a:gdLst/>
                <a:ahLst/>
                <a:cxnLst/>
                <a:rect l="l" t="t" r="r" b="b"/>
                <a:pathLst>
                  <a:path w="228600" h="161925">
                    <a:moveTo>
                      <a:pt x="228600" y="9525"/>
                    </a:moveTo>
                    <a:lnTo>
                      <a:pt x="228600" y="152400"/>
                    </a:lnTo>
                    <a:cubicBezTo>
                      <a:pt x="228600" y="157661"/>
                      <a:pt x="224336" y="161925"/>
                      <a:pt x="219075" y="161925"/>
                    </a:cubicBezTo>
                    <a:lnTo>
                      <a:pt x="9525" y="161925"/>
                    </a:lnTo>
                    <a:cubicBezTo>
                      <a:pt x="4264" y="161925"/>
                      <a:pt x="0" y="157661"/>
                      <a:pt x="0" y="152400"/>
                    </a:cubicBezTo>
                    <a:lnTo>
                      <a:pt x="0" y="9525"/>
                    </a:lnTo>
                    <a:cubicBezTo>
                      <a:pt x="0" y="4264"/>
                      <a:pt x="4264" y="0"/>
                      <a:pt x="9525" y="0"/>
                    </a:cubicBezTo>
                    <a:lnTo>
                      <a:pt x="219075" y="0"/>
                    </a:lnTo>
                    <a:cubicBezTo>
                      <a:pt x="224336" y="0"/>
                      <a:pt x="228600" y="4264"/>
                      <a:pt x="228600" y="9525"/>
                    </a:cubicBezTo>
                    <a:close/>
                  </a:path>
                </a:pathLst>
              </a:custGeom>
              <a:solidFill>
                <a:srgbClr val="1565C0">
                  <a:alpha val="20000"/>
                </a:srgbClr>
              </a:solidFill>
              <a:ln>
                <a:noFill/>
              </a:ln>
            </p:spPr>
          </p:sp>
          <p:sp>
            <p:nvSpPr>
              <p:cNvPr id="14" name="Freeform 14"/>
              <p:cNvSpPr/>
              <p:nvPr/>
            </p:nvSpPr>
            <p:spPr>
              <a:xfrm>
                <a:off x="942975" y="2857500"/>
                <a:ext cx="247650" cy="258379"/>
              </a:xfrm>
              <a:custGeom>
                <a:avLst/>
                <a:gdLst/>
                <a:ahLst/>
                <a:cxnLst/>
                <a:rect l="l" t="t" r="r" b="b"/>
                <a:pathLst>
                  <a:path w="247650" h="258379">
                    <a:moveTo>
                      <a:pt x="228600" y="28575"/>
                    </a:moveTo>
                    <a:lnTo>
                      <a:pt x="133350" y="28575"/>
                    </a:lnTo>
                    <a:lnTo>
                      <a:pt x="133350" y="9525"/>
                    </a:lnTo>
                    <a:cubicBezTo>
                      <a:pt x="133350" y="4264"/>
                      <a:pt x="129086" y="0"/>
                      <a:pt x="123825" y="0"/>
                    </a:cubicBezTo>
                    <a:cubicBezTo>
                      <a:pt x="118564" y="0"/>
                      <a:pt x="114300" y="4264"/>
                      <a:pt x="114300" y="9525"/>
                    </a:cubicBezTo>
                    <a:lnTo>
                      <a:pt x="114300" y="28575"/>
                    </a:lnTo>
                    <a:lnTo>
                      <a:pt x="19050" y="28575"/>
                    </a:lnTo>
                    <a:cubicBezTo>
                      <a:pt x="8529" y="28575"/>
                      <a:pt x="0" y="37104"/>
                      <a:pt x="0" y="47625"/>
                    </a:cubicBezTo>
                    <a:lnTo>
                      <a:pt x="0" y="190500"/>
                    </a:lnTo>
                    <a:cubicBezTo>
                      <a:pt x="0" y="201021"/>
                      <a:pt x="8529" y="209550"/>
                      <a:pt x="19050" y="209550"/>
                    </a:cubicBezTo>
                    <a:lnTo>
                      <a:pt x="65913" y="209550"/>
                    </a:lnTo>
                    <a:lnTo>
                      <a:pt x="40184" y="241697"/>
                    </a:lnTo>
                    <a:cubicBezTo>
                      <a:pt x="36896" y="245807"/>
                      <a:pt x="37562" y="251804"/>
                      <a:pt x="41672" y="255091"/>
                    </a:cubicBezTo>
                    <a:cubicBezTo>
                      <a:pt x="45782" y="258379"/>
                      <a:pt x="51779" y="257713"/>
                      <a:pt x="55066" y="253603"/>
                    </a:cubicBezTo>
                    <a:lnTo>
                      <a:pt x="90297" y="209550"/>
                    </a:lnTo>
                    <a:lnTo>
                      <a:pt x="157353" y="209550"/>
                    </a:lnTo>
                    <a:lnTo>
                      <a:pt x="192584" y="253603"/>
                    </a:lnTo>
                    <a:cubicBezTo>
                      <a:pt x="195871" y="257713"/>
                      <a:pt x="201868" y="258379"/>
                      <a:pt x="205978" y="255091"/>
                    </a:cubicBezTo>
                    <a:cubicBezTo>
                      <a:pt x="210088" y="251804"/>
                      <a:pt x="210754" y="245807"/>
                      <a:pt x="207466" y="241697"/>
                    </a:cubicBezTo>
                    <a:lnTo>
                      <a:pt x="181737" y="209550"/>
                    </a:lnTo>
                    <a:lnTo>
                      <a:pt x="228600" y="209550"/>
                    </a:lnTo>
                    <a:cubicBezTo>
                      <a:pt x="239121" y="209550"/>
                      <a:pt x="247650" y="201021"/>
                      <a:pt x="247650" y="190500"/>
                    </a:cubicBezTo>
                    <a:lnTo>
                      <a:pt x="247650" y="47625"/>
                    </a:lnTo>
                    <a:cubicBezTo>
                      <a:pt x="247650" y="37104"/>
                      <a:pt x="239121" y="28575"/>
                      <a:pt x="228600" y="28575"/>
                    </a:cubicBezTo>
                    <a:close/>
                    <a:moveTo>
                      <a:pt x="228600" y="190500"/>
                    </a:moveTo>
                    <a:lnTo>
                      <a:pt x="19050" y="190500"/>
                    </a:lnTo>
                    <a:lnTo>
                      <a:pt x="19050" y="47625"/>
                    </a:lnTo>
                    <a:lnTo>
                      <a:pt x="228600" y="47625"/>
                    </a:lnTo>
                    <a:lnTo>
                      <a:pt x="228600" y="190500"/>
                    </a:lnTo>
                    <a:close/>
                  </a:path>
                </a:pathLst>
              </a:custGeom>
              <a:solidFill>
                <a:srgbClr val="1565C0"/>
              </a:solidFill>
              <a:ln>
                <a:noFill/>
              </a:ln>
            </p:spPr>
          </p:sp>
        </p:grpSp>
        <p:sp>
          <p:nvSpPr>
            <p:cNvPr id="16" name="TextBox 16"/>
            <p:cNvSpPr txBox="1"/>
            <p:nvPr/>
          </p:nvSpPr>
          <p:spPr>
            <a:xfrm>
              <a:off x="1324356" y="2872740"/>
              <a:ext cx="1886682"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PPT 파이프라인</a:t>
              </a:r>
            </a:p>
          </p:txBody>
        </p:sp>
        <p:sp>
          <p:nvSpPr>
            <p:cNvPr id="17" name="Freeform 17"/>
            <p:cNvSpPr/>
            <p:nvPr/>
          </p:nvSpPr>
          <p:spPr>
            <a:xfrm>
              <a:off x="914400" y="3162300"/>
              <a:ext cx="1790700" cy="25400"/>
            </a:xfrm>
            <a:custGeom>
              <a:avLst/>
              <a:gdLst/>
              <a:ahLst/>
              <a:cxnLst/>
              <a:rect l="l" t="t" r="r" b="b"/>
              <a:pathLst>
                <a:path w="1790700" h="25400">
                  <a:moveTo>
                    <a:pt x="0" y="0"/>
                  </a:moveTo>
                  <a:cubicBezTo>
                    <a:pt x="596900" y="25400"/>
                    <a:pt x="1193800" y="25400"/>
                    <a:pt x="1790700" y="0"/>
                  </a:cubicBezTo>
                </a:path>
              </a:pathLst>
            </a:custGeom>
            <a:noFill/>
            <a:ln w="28575" cap="rnd">
              <a:solidFill>
                <a:srgbClr val="1565C0">
                  <a:alpha val="60000"/>
                </a:srgbClr>
              </a:solidFill>
            </a:ln>
          </p:spPr>
        </p:sp>
        <p:sp>
          <p:nvSpPr>
            <p:cNvPr id="18" name="TextBox 18"/>
            <p:cNvSpPr txBox="1"/>
            <p:nvPr/>
          </p:nvSpPr>
          <p:spPr>
            <a:xfrm>
              <a:off x="907542" y="3302318"/>
              <a:ext cx="2621642"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원본 문서 첨부 + 프롬프트 한 번</a:t>
              </a:r>
            </a:p>
          </p:txBody>
        </p:sp>
        <p:sp>
          <p:nvSpPr>
            <p:cNvPr id="19" name="TextBox 19"/>
            <p:cNvSpPr txBox="1"/>
            <p:nvPr/>
          </p:nvSpPr>
          <p:spPr>
            <a:xfrm>
              <a:off x="907542" y="3530918"/>
              <a:ext cx="339402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 서브에이전트 4개로 다음 달까지 재사용</a:t>
              </a:r>
            </a:p>
          </p:txBody>
        </p:sp>
        <p:grpSp>
          <p:nvGrpSpPr>
            <p:cNvPr id="25" name="Group 25"/>
            <p:cNvGrpSpPr/>
            <p:nvPr/>
          </p:nvGrpSpPr>
          <p:grpSpPr>
            <a:xfrm>
              <a:off x="914400" y="4095750"/>
              <a:ext cx="1285829" cy="666750"/>
              <a:chOff x="914400" y="4095750"/>
              <a:chExt cx="1285829" cy="666750"/>
            </a:xfrm>
          </p:grpSpPr>
          <p:sp>
            <p:nvSpPr>
              <p:cNvPr id="20" name="Rectangle 20"/>
              <p:cNvSpPr/>
              <p:nvPr/>
            </p:nvSpPr>
            <p:spPr>
              <a:xfrm>
                <a:off x="914400" y="4095750"/>
                <a:ext cx="1066800" cy="666750"/>
              </a:xfrm>
              <a:prstGeom prst="roundRect">
                <a:avLst>
                  <a:gd name="adj" fmla="val 17143"/>
                </a:avLst>
              </a:prstGeom>
              <a:solidFill>
                <a:srgbClr val="FFF8EC"/>
              </a:solidFill>
              <a:ln w="14288">
                <a:solidFill>
                  <a:srgbClr val="2B2420">
                    <a:alpha val="40000"/>
                  </a:srgbClr>
                </a:solidFill>
              </a:ln>
            </p:spPr>
          </p:sp>
          <p:sp>
            <p:nvSpPr>
              <p:cNvPr id="21" name="Ellipse 21"/>
              <p:cNvSpPr/>
              <p:nvPr/>
            </p:nvSpPr>
            <p:spPr>
              <a:xfrm>
                <a:off x="1047750" y="4219575"/>
                <a:ext cx="228600" cy="228600"/>
              </a:xfrm>
              <a:prstGeom prst="ellipse">
                <a:avLst/>
              </a:prstGeom>
              <a:solidFill>
                <a:srgbClr val="1565C0"/>
              </a:solidFill>
              <a:ln>
                <a:noFill/>
              </a:ln>
            </p:spPr>
          </p:sp>
          <p:sp>
            <p:nvSpPr>
              <p:cNvPr id="22" name="TextBox 22"/>
              <p:cNvSpPr txBox="1"/>
              <p:nvPr/>
            </p:nvSpPr>
            <p:spPr>
              <a:xfrm>
                <a:off x="11093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8EC"/>
                    </a:solidFill>
                    <a:latin typeface="Pretendard"/>
                    <a:ea typeface="Pretendard"/>
                    <a:cs typeface="Pretendard"/>
                  </a:rPr>
                  <a:t>1</a:t>
                </a:r>
              </a:p>
            </p:txBody>
          </p:sp>
          <p:sp>
            <p:nvSpPr>
              <p:cNvPr id="23" name="TextBox 23"/>
              <p:cNvSpPr txBox="1"/>
              <p:nvPr/>
            </p:nvSpPr>
            <p:spPr>
              <a:xfrm>
                <a:off x="1441704" y="4251960"/>
                <a:ext cx="758525"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content-</a:t>
                </a:r>
              </a:p>
            </p:txBody>
          </p:sp>
          <p:sp>
            <p:nvSpPr>
              <p:cNvPr id="24" name="TextBox 24"/>
              <p:cNvSpPr txBox="1"/>
              <p:nvPr/>
            </p:nvSpPr>
            <p:spPr>
              <a:xfrm>
                <a:off x="1003554" y="4461510"/>
                <a:ext cx="622828"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planner</a:t>
                </a:r>
              </a:p>
            </p:txBody>
          </p:sp>
        </p:grpSp>
        <p:sp>
          <p:nvSpPr>
            <p:cNvPr id="26" name="Freeform 26"/>
            <p:cNvSpPr/>
            <p:nvPr/>
          </p:nvSpPr>
          <p:spPr>
            <a:xfrm>
              <a:off x="2000250" y="4365625"/>
              <a:ext cx="266700" cy="63500"/>
            </a:xfrm>
            <a:custGeom>
              <a:avLst/>
              <a:gdLst/>
              <a:ahLst/>
              <a:cxnLst/>
              <a:rect l="l" t="t" r="r" b="b"/>
              <a:pathLst>
                <a:path w="266700" h="63500">
                  <a:moveTo>
                    <a:pt x="0" y="63500"/>
                  </a:moveTo>
                  <a:cubicBezTo>
                    <a:pt x="88900" y="0"/>
                    <a:pt x="177800" y="0"/>
                    <a:pt x="266700" y="63500"/>
                  </a:cubicBezTo>
                </a:path>
              </a:pathLst>
            </a:custGeom>
            <a:noFill/>
            <a:ln w="23812" cap="rnd">
              <a:solidFill>
                <a:srgbClr val="A69783"/>
              </a:solidFill>
            </a:ln>
          </p:spPr>
        </p:sp>
        <p:sp>
          <p:nvSpPr>
            <p:cNvPr id="27" name="Polygon 27"/>
            <p:cNvSpPr/>
            <p:nvPr/>
          </p:nvSpPr>
          <p:spPr>
            <a:xfrm>
              <a:off x="2228850" y="4371975"/>
              <a:ext cx="76200" cy="114300"/>
            </a:xfrm>
            <a:custGeom>
              <a:avLst/>
              <a:gdLst/>
              <a:ahLst/>
              <a:cxnLst/>
              <a:rect l="l" t="t" r="r" b="b"/>
              <a:pathLst>
                <a:path w="76200" h="114300">
                  <a:moveTo>
                    <a:pt x="0" y="0"/>
                  </a:moveTo>
                  <a:lnTo>
                    <a:pt x="76200" y="57150"/>
                  </a:lnTo>
                  <a:lnTo>
                    <a:pt x="0" y="114300"/>
                  </a:lnTo>
                  <a:close/>
                </a:path>
              </a:pathLst>
            </a:custGeom>
            <a:solidFill>
              <a:srgbClr val="A69783"/>
            </a:solidFill>
            <a:ln>
              <a:noFill/>
            </a:ln>
          </p:spPr>
        </p:sp>
        <p:grpSp>
          <p:nvGrpSpPr>
            <p:cNvPr id="33" name="Group 33"/>
            <p:cNvGrpSpPr/>
            <p:nvPr/>
          </p:nvGrpSpPr>
          <p:grpSpPr>
            <a:xfrm>
              <a:off x="2266950" y="4095750"/>
              <a:ext cx="1066800" cy="666750"/>
              <a:chOff x="2266950" y="4095750"/>
              <a:chExt cx="1066800" cy="666750"/>
            </a:xfrm>
          </p:grpSpPr>
          <p:sp>
            <p:nvSpPr>
              <p:cNvPr id="28" name="Rectangle 28"/>
              <p:cNvSpPr/>
              <p:nvPr/>
            </p:nvSpPr>
            <p:spPr>
              <a:xfrm>
                <a:off x="2266950" y="4095750"/>
                <a:ext cx="1066800" cy="666750"/>
              </a:xfrm>
              <a:prstGeom prst="roundRect">
                <a:avLst>
                  <a:gd name="adj" fmla="val 17143"/>
                </a:avLst>
              </a:prstGeom>
              <a:solidFill>
                <a:srgbClr val="FFF8EC"/>
              </a:solidFill>
              <a:ln w="14288">
                <a:solidFill>
                  <a:srgbClr val="2B2420">
                    <a:alpha val="40000"/>
                  </a:srgbClr>
                </a:solidFill>
              </a:ln>
            </p:spPr>
          </p:sp>
          <p:sp>
            <p:nvSpPr>
              <p:cNvPr id="29" name="Ellipse 29"/>
              <p:cNvSpPr/>
              <p:nvPr/>
            </p:nvSpPr>
            <p:spPr>
              <a:xfrm>
                <a:off x="2400300" y="4219575"/>
                <a:ext cx="228600" cy="228600"/>
              </a:xfrm>
              <a:prstGeom prst="ellipse">
                <a:avLst/>
              </a:prstGeom>
              <a:solidFill>
                <a:srgbClr val="1565C0"/>
              </a:solidFill>
              <a:ln>
                <a:noFill/>
              </a:ln>
            </p:spPr>
          </p:sp>
          <p:sp>
            <p:nvSpPr>
              <p:cNvPr id="30" name="TextBox 30"/>
              <p:cNvSpPr txBox="1"/>
              <p:nvPr/>
            </p:nvSpPr>
            <p:spPr>
              <a:xfrm>
                <a:off x="2461858" y="4251960"/>
                <a:ext cx="105484" cy="234696"/>
              </a:xfrm>
              <a:prstGeom prst="rect">
                <a:avLst/>
              </a:prstGeom>
              <a:noFill/>
              <a:ln>
                <a:noFill/>
              </a:ln>
            </p:spPr>
            <p:txBody>
              <a:bodyPr wrap="none" lIns="0" tIns="0" rIns="0" bIns="0" anchor="t" anchorCtr="0">
                <a:spAutoFit/>
              </a:bodyPr>
              <a:lstStyle/>
              <a:p>
                <a:pPr algn="ctr"/>
                <a:r>
                  <a:rPr lang="en-US" sz="1200" b="1" dirty="0">
                    <a:solidFill>
                      <a:srgbClr val="FFF8EC"/>
                    </a:solidFill>
                    <a:latin typeface="Pretendard"/>
                    <a:ea typeface="Pretendard"/>
                    <a:cs typeface="Pretendard"/>
                  </a:rPr>
                  <a:t>2</a:t>
                </a:r>
              </a:p>
            </p:txBody>
          </p:sp>
          <p:sp>
            <p:nvSpPr>
              <p:cNvPr id="31" name="TextBox 31"/>
              <p:cNvSpPr txBox="1"/>
              <p:nvPr/>
            </p:nvSpPr>
            <p:spPr>
              <a:xfrm>
                <a:off x="2794254" y="4251960"/>
                <a:ext cx="487131"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slide-</a:t>
                </a:r>
              </a:p>
            </p:txBody>
          </p:sp>
          <p:sp>
            <p:nvSpPr>
              <p:cNvPr id="32" name="TextBox 32"/>
              <p:cNvSpPr txBox="1"/>
              <p:nvPr/>
            </p:nvSpPr>
            <p:spPr>
              <a:xfrm>
                <a:off x="2356104" y="4461510"/>
                <a:ext cx="563461"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writer</a:t>
                </a:r>
              </a:p>
            </p:txBody>
          </p:sp>
        </p:grpSp>
        <p:sp>
          <p:nvSpPr>
            <p:cNvPr id="34" name="Freeform 34"/>
            <p:cNvSpPr/>
            <p:nvPr/>
          </p:nvSpPr>
          <p:spPr>
            <a:xfrm>
              <a:off x="3352800" y="4365625"/>
              <a:ext cx="266700" cy="63500"/>
            </a:xfrm>
            <a:custGeom>
              <a:avLst/>
              <a:gdLst/>
              <a:ahLst/>
              <a:cxnLst/>
              <a:rect l="l" t="t" r="r" b="b"/>
              <a:pathLst>
                <a:path w="266700" h="63500">
                  <a:moveTo>
                    <a:pt x="0" y="63500"/>
                  </a:moveTo>
                  <a:cubicBezTo>
                    <a:pt x="88900" y="0"/>
                    <a:pt x="177800" y="0"/>
                    <a:pt x="266700" y="63500"/>
                  </a:cubicBezTo>
                </a:path>
              </a:pathLst>
            </a:custGeom>
            <a:noFill/>
            <a:ln w="23812" cap="rnd">
              <a:solidFill>
                <a:srgbClr val="A69783"/>
              </a:solidFill>
            </a:ln>
          </p:spPr>
        </p:sp>
        <p:sp>
          <p:nvSpPr>
            <p:cNvPr id="35" name="Polygon 35"/>
            <p:cNvSpPr/>
            <p:nvPr/>
          </p:nvSpPr>
          <p:spPr>
            <a:xfrm>
              <a:off x="3581400" y="4371975"/>
              <a:ext cx="76200" cy="114300"/>
            </a:xfrm>
            <a:custGeom>
              <a:avLst/>
              <a:gdLst/>
              <a:ahLst/>
              <a:cxnLst/>
              <a:rect l="l" t="t" r="r" b="b"/>
              <a:pathLst>
                <a:path w="76200" h="114300">
                  <a:moveTo>
                    <a:pt x="0" y="0"/>
                  </a:moveTo>
                  <a:lnTo>
                    <a:pt x="76200" y="57150"/>
                  </a:lnTo>
                  <a:lnTo>
                    <a:pt x="0" y="114300"/>
                  </a:lnTo>
                  <a:close/>
                </a:path>
              </a:pathLst>
            </a:custGeom>
            <a:solidFill>
              <a:srgbClr val="A69783"/>
            </a:solidFill>
            <a:ln>
              <a:noFill/>
            </a:ln>
          </p:spPr>
        </p:sp>
        <p:grpSp>
          <p:nvGrpSpPr>
            <p:cNvPr id="41" name="Group 41"/>
            <p:cNvGrpSpPr/>
            <p:nvPr/>
          </p:nvGrpSpPr>
          <p:grpSpPr>
            <a:xfrm>
              <a:off x="3619500" y="4095750"/>
              <a:ext cx="1066800" cy="666750"/>
              <a:chOff x="3619500" y="4095750"/>
              <a:chExt cx="1066800" cy="666750"/>
            </a:xfrm>
          </p:grpSpPr>
          <p:sp>
            <p:nvSpPr>
              <p:cNvPr id="36" name="Rectangle 36"/>
              <p:cNvSpPr/>
              <p:nvPr/>
            </p:nvSpPr>
            <p:spPr>
              <a:xfrm>
                <a:off x="3619500" y="4095750"/>
                <a:ext cx="1066800" cy="666750"/>
              </a:xfrm>
              <a:prstGeom prst="roundRect">
                <a:avLst>
                  <a:gd name="adj" fmla="val 17143"/>
                </a:avLst>
              </a:prstGeom>
              <a:solidFill>
                <a:srgbClr val="FFF8EC"/>
              </a:solidFill>
              <a:ln w="14288">
                <a:solidFill>
                  <a:srgbClr val="2B2420">
                    <a:alpha val="40000"/>
                  </a:srgbClr>
                </a:solidFill>
              </a:ln>
            </p:spPr>
          </p:sp>
          <p:sp>
            <p:nvSpPr>
              <p:cNvPr id="37" name="Ellipse 37"/>
              <p:cNvSpPr/>
              <p:nvPr/>
            </p:nvSpPr>
            <p:spPr>
              <a:xfrm>
                <a:off x="3752850" y="4219575"/>
                <a:ext cx="228600" cy="228600"/>
              </a:xfrm>
              <a:prstGeom prst="ellipse">
                <a:avLst/>
              </a:prstGeom>
              <a:solidFill>
                <a:srgbClr val="1565C0"/>
              </a:solidFill>
              <a:ln>
                <a:noFill/>
              </a:ln>
            </p:spPr>
          </p:sp>
          <p:sp>
            <p:nvSpPr>
              <p:cNvPr id="38" name="TextBox 38"/>
              <p:cNvSpPr txBox="1"/>
              <p:nvPr/>
            </p:nvSpPr>
            <p:spPr>
              <a:xfrm>
                <a:off x="38144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8EC"/>
                    </a:solidFill>
                    <a:latin typeface="Pretendard"/>
                    <a:ea typeface="Pretendard"/>
                    <a:cs typeface="Pretendard"/>
                  </a:rPr>
                  <a:t>3</a:t>
                </a:r>
              </a:p>
            </p:txBody>
          </p:sp>
          <p:sp>
            <p:nvSpPr>
              <p:cNvPr id="39" name="TextBox 39"/>
              <p:cNvSpPr txBox="1"/>
              <p:nvPr/>
            </p:nvSpPr>
            <p:spPr>
              <a:xfrm>
                <a:off x="4032504" y="4251960"/>
                <a:ext cx="385359"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ppt-</a:t>
                </a:r>
              </a:p>
            </p:txBody>
          </p:sp>
          <p:sp>
            <p:nvSpPr>
              <p:cNvPr id="40" name="TextBox 40"/>
              <p:cNvSpPr txBox="1"/>
              <p:nvPr/>
            </p:nvSpPr>
            <p:spPr>
              <a:xfrm>
                <a:off x="3708654" y="4461510"/>
                <a:ext cx="580423"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builder</a:t>
                </a:r>
              </a:p>
            </p:txBody>
          </p:sp>
        </p:grpSp>
        <p:grpSp>
          <p:nvGrpSpPr>
            <p:cNvPr id="46" name="Group 46"/>
            <p:cNvGrpSpPr/>
            <p:nvPr/>
          </p:nvGrpSpPr>
          <p:grpSpPr>
            <a:xfrm>
              <a:off x="914400" y="4914900"/>
              <a:ext cx="4572000" cy="571500"/>
              <a:chOff x="914400" y="4914900"/>
              <a:chExt cx="4572000" cy="571500"/>
            </a:xfrm>
          </p:grpSpPr>
          <p:sp>
            <p:nvSpPr>
              <p:cNvPr id="42" name="Rectangle 42"/>
              <p:cNvSpPr/>
              <p:nvPr/>
            </p:nvSpPr>
            <p:spPr>
              <a:xfrm>
                <a:off x="914400" y="4914900"/>
                <a:ext cx="4572000" cy="571500"/>
              </a:xfrm>
              <a:prstGeom prst="roundRect">
                <a:avLst>
                  <a:gd name="adj" fmla="val 20000"/>
                </a:avLst>
              </a:prstGeom>
              <a:solidFill>
                <a:srgbClr val="1565C0"/>
              </a:solidFill>
              <a:ln>
                <a:noFill/>
              </a:ln>
            </p:spPr>
          </p:sp>
          <p:sp>
            <p:nvSpPr>
              <p:cNvPr id="43" name="Ellipse 43"/>
              <p:cNvSpPr/>
              <p:nvPr/>
            </p:nvSpPr>
            <p:spPr>
              <a:xfrm>
                <a:off x="1047750" y="5086350"/>
                <a:ext cx="228600" cy="228600"/>
              </a:xfrm>
              <a:prstGeom prst="ellipse">
                <a:avLst/>
              </a:prstGeom>
              <a:solidFill>
                <a:srgbClr val="FFF8EC"/>
              </a:solidFill>
              <a:ln>
                <a:noFill/>
              </a:ln>
            </p:spPr>
          </p:sp>
          <p:sp>
            <p:nvSpPr>
              <p:cNvPr id="44" name="TextBox 44"/>
              <p:cNvSpPr txBox="1"/>
              <p:nvPr/>
            </p:nvSpPr>
            <p:spPr>
              <a:xfrm>
                <a:off x="1109308" y="5118735"/>
                <a:ext cx="105484" cy="234696"/>
              </a:xfrm>
              <a:prstGeom prst="rect">
                <a:avLst/>
              </a:prstGeom>
              <a:noFill/>
              <a:ln>
                <a:noFill/>
              </a:ln>
            </p:spPr>
            <p:txBody>
              <a:bodyPr wrap="none" lIns="0" tIns="0" rIns="0" bIns="0" anchor="t" anchorCtr="0">
                <a:spAutoFit/>
              </a:bodyPr>
              <a:lstStyle/>
              <a:p>
                <a:pPr algn="ctr"/>
                <a:r>
                  <a:rPr lang="en-US" sz="1200" b="1" dirty="0">
                    <a:solidFill>
                      <a:srgbClr val="1565C0"/>
                    </a:solidFill>
                    <a:latin typeface="Pretendard"/>
                    <a:ea typeface="Pretendard"/>
                    <a:cs typeface="Pretendard"/>
                  </a:rPr>
                  <a:t>4</a:t>
                </a:r>
              </a:p>
            </p:txBody>
          </p:sp>
          <p:sp>
            <p:nvSpPr>
              <p:cNvPr id="45" name="TextBox 45"/>
              <p:cNvSpPr txBox="1"/>
              <p:nvPr/>
            </p:nvSpPr>
            <p:spPr>
              <a:xfrm>
                <a:off x="1403223" y="5120164"/>
                <a:ext cx="2770359" cy="249364"/>
              </a:xfrm>
              <a:prstGeom prst="rect">
                <a:avLst/>
              </a:prstGeom>
              <a:noFill/>
              <a:ln>
                <a:noFill/>
              </a:ln>
            </p:spPr>
            <p:txBody>
              <a:bodyPr wrap="none" lIns="0" tIns="0" rIns="0" bIns="0" anchor="t" anchorCtr="0">
                <a:spAutoFit/>
              </a:bodyPr>
              <a:lstStyle/>
              <a:p>
                <a:pPr algn="l"/>
                <a:r>
                  <a:rPr lang="ko-KR" sz="1280" b="1" dirty="0">
                    <a:solidFill>
                      <a:srgbClr val="FFF8EC"/>
                    </a:solidFill>
                    <a:latin typeface="Pretendard SemiBold"/>
                    <a:ea typeface="Pretendard SemiBold"/>
                    <a:cs typeface="Pretendard SemiBold"/>
                  </a:rPr>
                  <a:t>ppt-reviewer — 원본과 대조 검수</a:t>
                </a:r>
              </a:p>
            </p:txBody>
          </p:sp>
        </p:grpSp>
      </p:grpSp>
      <p:grpSp>
        <p:nvGrpSpPr>
          <p:cNvPr id="75" name="Group 75"/>
          <p:cNvGrpSpPr/>
          <p:nvPr/>
        </p:nvGrpSpPr>
        <p:grpSpPr>
          <a:xfrm>
            <a:off x="6248400" y="2571750"/>
            <a:ext cx="5334000" cy="3333750"/>
            <a:chOff x="6248400" y="2571750"/>
            <a:chExt cx="5334000" cy="3333750"/>
          </a:xfrm>
        </p:grpSpPr>
        <p:sp>
          <p:nvSpPr>
            <p:cNvPr id="48" name="Rectangle 48"/>
            <p:cNvSpPr/>
            <p:nvPr/>
          </p:nvSpPr>
          <p:spPr>
            <a:xfrm>
              <a:off x="6248400" y="2571750"/>
              <a:ext cx="5334000" cy="3333750"/>
            </a:xfrm>
            <a:prstGeom prst="roundRect">
              <a:avLst>
                <a:gd name="adj" fmla="val 4571"/>
              </a:avLst>
            </a:prstGeom>
            <a:solidFill>
              <a:srgbClr val="FFF8EC"/>
            </a:solidFill>
            <a:ln w="14288">
              <a:solidFill>
                <a:srgbClr val="2B2420">
                  <a:alpha val="30000"/>
                </a:srgbClr>
              </a:solidFill>
            </a:ln>
          </p:spPr>
        </p:sp>
        <p:grpSp>
          <p:nvGrpSpPr>
            <p:cNvPr id="51" name="Group 51"/>
            <p:cNvGrpSpPr/>
            <p:nvPr/>
          </p:nvGrpSpPr>
          <p:grpSpPr>
            <a:xfrm>
              <a:off x="6586538" y="2867023"/>
              <a:ext cx="234355" cy="228602"/>
              <a:chOff x="6586538" y="2867023"/>
              <a:chExt cx="234355" cy="228602"/>
            </a:xfrm>
          </p:grpSpPr>
          <p:sp>
            <p:nvSpPr>
              <p:cNvPr id="49" name="Freeform 49"/>
              <p:cNvSpPr/>
              <p:nvPr/>
            </p:nvSpPr>
            <p:spPr>
              <a:xfrm>
                <a:off x="6734175" y="2876550"/>
                <a:ext cx="66675" cy="66675"/>
              </a:xfrm>
              <a:custGeom>
                <a:avLst/>
                <a:gdLst/>
                <a:ahLst/>
                <a:cxnLst/>
                <a:rect l="l" t="t" r="r" b="b"/>
                <a:pathLst>
                  <a:path w="66675" h="66675">
                    <a:moveTo>
                      <a:pt x="66675" y="66675"/>
                    </a:moveTo>
                    <a:lnTo>
                      <a:pt x="0" y="66675"/>
                    </a:lnTo>
                    <a:lnTo>
                      <a:pt x="0" y="0"/>
                    </a:lnTo>
                    <a:close/>
                  </a:path>
                </a:pathLst>
              </a:custGeom>
              <a:solidFill>
                <a:srgbClr val="0D47A1">
                  <a:alpha val="20000"/>
                </a:srgbClr>
              </a:solidFill>
              <a:ln>
                <a:noFill/>
              </a:ln>
            </p:spPr>
          </p:sp>
          <p:sp>
            <p:nvSpPr>
              <p:cNvPr id="50" name="Freeform 50"/>
              <p:cNvSpPr/>
              <p:nvPr/>
            </p:nvSpPr>
            <p:spPr>
              <a:xfrm>
                <a:off x="6586538" y="2867023"/>
                <a:ext cx="234355" cy="228602"/>
              </a:xfrm>
              <a:custGeom>
                <a:avLst/>
                <a:gdLst/>
                <a:ahLst/>
                <a:cxnLst/>
                <a:rect l="l" t="t" r="r" b="b"/>
                <a:pathLst>
                  <a:path w="234355" h="228602">
                    <a:moveTo>
                      <a:pt x="28575" y="142877"/>
                    </a:moveTo>
                    <a:lnTo>
                      <a:pt x="9525" y="142877"/>
                    </a:lnTo>
                    <a:cubicBezTo>
                      <a:pt x="4264" y="142877"/>
                      <a:pt x="0" y="147141"/>
                      <a:pt x="0" y="152402"/>
                    </a:cubicBezTo>
                    <a:lnTo>
                      <a:pt x="0" y="219077"/>
                    </a:lnTo>
                    <a:cubicBezTo>
                      <a:pt x="0" y="224337"/>
                      <a:pt x="4264" y="228602"/>
                      <a:pt x="9525" y="228602"/>
                    </a:cubicBezTo>
                    <a:lnTo>
                      <a:pt x="28575" y="228602"/>
                    </a:lnTo>
                    <a:cubicBezTo>
                      <a:pt x="52247" y="228602"/>
                      <a:pt x="71438" y="209412"/>
                      <a:pt x="71438" y="185739"/>
                    </a:cubicBezTo>
                    <a:cubicBezTo>
                      <a:pt x="71438" y="162067"/>
                      <a:pt x="52247" y="142877"/>
                      <a:pt x="28575" y="142877"/>
                    </a:cubicBezTo>
                    <a:close/>
                    <a:moveTo>
                      <a:pt x="28575" y="209552"/>
                    </a:moveTo>
                    <a:lnTo>
                      <a:pt x="19050" y="209552"/>
                    </a:lnTo>
                    <a:lnTo>
                      <a:pt x="19050" y="161927"/>
                    </a:lnTo>
                    <a:lnTo>
                      <a:pt x="28575" y="161927"/>
                    </a:lnTo>
                    <a:cubicBezTo>
                      <a:pt x="41726" y="161927"/>
                      <a:pt x="52388" y="172588"/>
                      <a:pt x="52388" y="185739"/>
                    </a:cubicBezTo>
                    <a:cubicBezTo>
                      <a:pt x="52388" y="198891"/>
                      <a:pt x="41726" y="209552"/>
                      <a:pt x="28575" y="209552"/>
                    </a:cubicBezTo>
                    <a:close/>
                    <a:moveTo>
                      <a:pt x="230422" y="203706"/>
                    </a:moveTo>
                    <a:cubicBezTo>
                      <a:pt x="234222" y="207343"/>
                      <a:pt x="234355" y="213371"/>
                      <a:pt x="230719" y="217172"/>
                    </a:cubicBezTo>
                    <a:cubicBezTo>
                      <a:pt x="224016" y="224388"/>
                      <a:pt x="214636" y="228522"/>
                      <a:pt x="204788" y="228602"/>
                    </a:cubicBezTo>
                    <a:cubicBezTo>
                      <a:pt x="183773" y="228602"/>
                      <a:pt x="166688" y="209373"/>
                      <a:pt x="166688" y="185739"/>
                    </a:cubicBezTo>
                    <a:cubicBezTo>
                      <a:pt x="166688" y="162106"/>
                      <a:pt x="183773" y="142877"/>
                      <a:pt x="204788" y="142877"/>
                    </a:cubicBezTo>
                    <a:cubicBezTo>
                      <a:pt x="214636" y="142957"/>
                      <a:pt x="224016" y="147091"/>
                      <a:pt x="230719" y="154307"/>
                    </a:cubicBezTo>
                    <a:cubicBezTo>
                      <a:pt x="234274" y="158120"/>
                      <a:pt x="234103" y="164081"/>
                      <a:pt x="230337" y="167685"/>
                    </a:cubicBezTo>
                    <a:cubicBezTo>
                      <a:pt x="226571" y="171288"/>
                      <a:pt x="220608" y="171195"/>
                      <a:pt x="216956" y="167475"/>
                    </a:cubicBezTo>
                    <a:cubicBezTo>
                      <a:pt x="213831" y="164037"/>
                      <a:pt x="209432" y="162031"/>
                      <a:pt x="204788" y="161927"/>
                    </a:cubicBezTo>
                    <a:cubicBezTo>
                      <a:pt x="194286" y="161927"/>
                      <a:pt x="185738" y="172643"/>
                      <a:pt x="185738" y="185739"/>
                    </a:cubicBezTo>
                    <a:cubicBezTo>
                      <a:pt x="185738" y="198836"/>
                      <a:pt x="194286" y="209552"/>
                      <a:pt x="204788" y="209552"/>
                    </a:cubicBezTo>
                    <a:cubicBezTo>
                      <a:pt x="209434" y="209456"/>
                      <a:pt x="213836" y="207449"/>
                      <a:pt x="216956" y="204004"/>
                    </a:cubicBezTo>
                    <a:cubicBezTo>
                      <a:pt x="220592" y="200203"/>
                      <a:pt x="226621" y="200070"/>
                      <a:pt x="230422" y="203706"/>
                    </a:cubicBezTo>
                    <a:close/>
                    <a:moveTo>
                      <a:pt x="119062" y="142877"/>
                    </a:moveTo>
                    <a:cubicBezTo>
                      <a:pt x="98060" y="142877"/>
                      <a:pt x="80962" y="162106"/>
                      <a:pt x="80962" y="185739"/>
                    </a:cubicBezTo>
                    <a:cubicBezTo>
                      <a:pt x="80962" y="209373"/>
                      <a:pt x="98060" y="228602"/>
                      <a:pt x="119062" y="228602"/>
                    </a:cubicBezTo>
                    <a:cubicBezTo>
                      <a:pt x="140065" y="228602"/>
                      <a:pt x="157162" y="209373"/>
                      <a:pt x="157162" y="185739"/>
                    </a:cubicBezTo>
                    <a:cubicBezTo>
                      <a:pt x="157162" y="162106"/>
                      <a:pt x="140065" y="142877"/>
                      <a:pt x="119062" y="142877"/>
                    </a:cubicBezTo>
                    <a:close/>
                    <a:moveTo>
                      <a:pt x="119062" y="209552"/>
                    </a:moveTo>
                    <a:cubicBezTo>
                      <a:pt x="108561" y="209552"/>
                      <a:pt x="100012" y="198836"/>
                      <a:pt x="100012" y="185739"/>
                    </a:cubicBezTo>
                    <a:cubicBezTo>
                      <a:pt x="100012" y="172643"/>
                      <a:pt x="108561" y="161927"/>
                      <a:pt x="119062" y="161927"/>
                    </a:cubicBezTo>
                    <a:cubicBezTo>
                      <a:pt x="129564" y="161927"/>
                      <a:pt x="138112" y="172643"/>
                      <a:pt x="138112" y="185739"/>
                    </a:cubicBezTo>
                    <a:cubicBezTo>
                      <a:pt x="138112" y="198836"/>
                      <a:pt x="129564" y="209552"/>
                      <a:pt x="119062" y="209552"/>
                    </a:cubicBezTo>
                    <a:close/>
                    <a:moveTo>
                      <a:pt x="23812" y="114302"/>
                    </a:moveTo>
                    <a:cubicBezTo>
                      <a:pt x="29073" y="114302"/>
                      <a:pt x="33338" y="110037"/>
                      <a:pt x="33338" y="104777"/>
                    </a:cubicBezTo>
                    <a:lnTo>
                      <a:pt x="33338" y="19052"/>
                    </a:lnTo>
                    <a:lnTo>
                      <a:pt x="138112" y="19052"/>
                    </a:lnTo>
                    <a:lnTo>
                      <a:pt x="138112" y="76202"/>
                    </a:lnTo>
                    <a:cubicBezTo>
                      <a:pt x="138112" y="81462"/>
                      <a:pt x="142377" y="85727"/>
                      <a:pt x="147638" y="85727"/>
                    </a:cubicBezTo>
                    <a:lnTo>
                      <a:pt x="204788" y="85727"/>
                    </a:lnTo>
                    <a:lnTo>
                      <a:pt x="204788" y="104777"/>
                    </a:lnTo>
                    <a:cubicBezTo>
                      <a:pt x="204788" y="110037"/>
                      <a:pt x="209052" y="114302"/>
                      <a:pt x="214312" y="114302"/>
                    </a:cubicBezTo>
                    <a:cubicBezTo>
                      <a:pt x="219573" y="114302"/>
                      <a:pt x="223838" y="110037"/>
                      <a:pt x="223838" y="104777"/>
                    </a:cubicBezTo>
                    <a:lnTo>
                      <a:pt x="223838" y="76202"/>
                    </a:lnTo>
                    <a:cubicBezTo>
                      <a:pt x="223839" y="73675"/>
                      <a:pt x="222837" y="71251"/>
                      <a:pt x="221051" y="69463"/>
                    </a:cubicBezTo>
                    <a:lnTo>
                      <a:pt x="154376" y="2788"/>
                    </a:lnTo>
                    <a:cubicBezTo>
                      <a:pt x="152589" y="1002"/>
                      <a:pt x="150164" y="0"/>
                      <a:pt x="147638" y="2"/>
                    </a:cubicBezTo>
                    <a:lnTo>
                      <a:pt x="33338" y="2"/>
                    </a:lnTo>
                    <a:cubicBezTo>
                      <a:pt x="22816" y="2"/>
                      <a:pt x="14288" y="8531"/>
                      <a:pt x="14288" y="19052"/>
                    </a:cubicBezTo>
                    <a:lnTo>
                      <a:pt x="14288" y="104777"/>
                    </a:lnTo>
                    <a:cubicBezTo>
                      <a:pt x="14288" y="110037"/>
                      <a:pt x="18552" y="114302"/>
                      <a:pt x="23812" y="114302"/>
                    </a:cubicBezTo>
                    <a:close/>
                    <a:moveTo>
                      <a:pt x="157162" y="32518"/>
                    </a:moveTo>
                    <a:lnTo>
                      <a:pt x="191322" y="66677"/>
                    </a:lnTo>
                    <a:lnTo>
                      <a:pt x="157162" y="66677"/>
                    </a:lnTo>
                    <a:close/>
                  </a:path>
                </a:pathLst>
              </a:custGeom>
              <a:solidFill>
                <a:srgbClr val="0D47A1"/>
              </a:solidFill>
              <a:ln>
                <a:noFill/>
              </a:ln>
            </p:spPr>
          </p:sp>
        </p:grpSp>
        <p:sp>
          <p:nvSpPr>
            <p:cNvPr id="52" name="TextBox 52"/>
            <p:cNvSpPr txBox="1"/>
            <p:nvPr/>
          </p:nvSpPr>
          <p:spPr>
            <a:xfrm>
              <a:off x="6963156" y="2872740"/>
              <a:ext cx="3392150"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한글 문서(HWP) 파이프라인</a:t>
              </a:r>
            </a:p>
          </p:txBody>
        </p:sp>
        <p:sp>
          <p:nvSpPr>
            <p:cNvPr id="53" name="Freeform 53"/>
            <p:cNvSpPr/>
            <p:nvPr/>
          </p:nvSpPr>
          <p:spPr>
            <a:xfrm>
              <a:off x="6553200" y="3162300"/>
              <a:ext cx="2133600" cy="25400"/>
            </a:xfrm>
            <a:custGeom>
              <a:avLst/>
              <a:gdLst/>
              <a:ahLst/>
              <a:cxnLst/>
              <a:rect l="l" t="t" r="r" b="b"/>
              <a:pathLst>
                <a:path w="2133600" h="25400">
                  <a:moveTo>
                    <a:pt x="0" y="0"/>
                  </a:moveTo>
                  <a:cubicBezTo>
                    <a:pt x="711200" y="25400"/>
                    <a:pt x="1422400" y="25400"/>
                    <a:pt x="2133600" y="0"/>
                  </a:cubicBezTo>
                </a:path>
              </a:pathLst>
            </a:custGeom>
            <a:noFill/>
            <a:ln w="28575" cap="rnd">
              <a:solidFill>
                <a:srgbClr val="0D47A1">
                  <a:alpha val="60000"/>
                </a:srgbClr>
              </a:solidFill>
            </a:ln>
          </p:spPr>
        </p:sp>
        <p:sp>
          <p:nvSpPr>
            <p:cNvPr id="54" name="TextBox 54"/>
            <p:cNvSpPr txBox="1"/>
            <p:nvPr/>
          </p:nvSpPr>
          <p:spPr>
            <a:xfrm>
              <a:off x="6546342" y="3302318"/>
              <a:ext cx="268525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docx 스킬로 회사 양식 유지한 채</a:t>
              </a:r>
            </a:p>
          </p:txBody>
        </p:sp>
        <p:sp>
          <p:nvSpPr>
            <p:cNvPr id="55" name="TextBox 55"/>
            <p:cNvSpPr txBox="1"/>
            <p:nvPr/>
          </p:nvSpPr>
          <p:spPr>
            <a:xfrm>
              <a:off x="6546342" y="3530918"/>
              <a:ext cx="306689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내용만 교체 → 한컴에서 HWP로 저장</a:t>
              </a:r>
            </a:p>
          </p:txBody>
        </p:sp>
        <p:grpSp>
          <p:nvGrpSpPr>
            <p:cNvPr id="61" name="Group 61"/>
            <p:cNvGrpSpPr/>
            <p:nvPr/>
          </p:nvGrpSpPr>
          <p:grpSpPr>
            <a:xfrm>
              <a:off x="6553200" y="4095750"/>
              <a:ext cx="1428750" cy="666750"/>
              <a:chOff x="6553200" y="4095750"/>
              <a:chExt cx="1428750" cy="666750"/>
            </a:xfrm>
          </p:grpSpPr>
          <p:sp>
            <p:nvSpPr>
              <p:cNvPr id="56" name="Rectangle 56"/>
              <p:cNvSpPr/>
              <p:nvPr/>
            </p:nvSpPr>
            <p:spPr>
              <a:xfrm>
                <a:off x="6553200" y="4095750"/>
                <a:ext cx="1428750" cy="666750"/>
              </a:xfrm>
              <a:prstGeom prst="roundRect">
                <a:avLst>
                  <a:gd name="adj" fmla="val 17143"/>
                </a:avLst>
              </a:prstGeom>
              <a:solidFill>
                <a:srgbClr val="FFF8EC"/>
              </a:solidFill>
              <a:ln w="14288">
                <a:solidFill>
                  <a:srgbClr val="2B2420">
                    <a:alpha val="40000"/>
                  </a:srgbClr>
                </a:solidFill>
              </a:ln>
            </p:spPr>
          </p:sp>
          <p:sp>
            <p:nvSpPr>
              <p:cNvPr id="57" name="Ellipse 57"/>
              <p:cNvSpPr/>
              <p:nvPr/>
            </p:nvSpPr>
            <p:spPr>
              <a:xfrm>
                <a:off x="6686550" y="4219575"/>
                <a:ext cx="228600" cy="228600"/>
              </a:xfrm>
              <a:prstGeom prst="ellipse">
                <a:avLst/>
              </a:prstGeom>
              <a:solidFill>
                <a:srgbClr val="0D47A1"/>
              </a:solidFill>
              <a:ln>
                <a:noFill/>
              </a:ln>
            </p:spPr>
          </p:sp>
          <p:sp>
            <p:nvSpPr>
              <p:cNvPr id="58" name="TextBox 58"/>
              <p:cNvSpPr txBox="1"/>
              <p:nvPr/>
            </p:nvSpPr>
            <p:spPr>
              <a:xfrm>
                <a:off x="67481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8EC"/>
                    </a:solidFill>
                    <a:latin typeface="Pretendard"/>
                    <a:ea typeface="Pretendard"/>
                    <a:cs typeface="Pretendard"/>
                  </a:rPr>
                  <a:t>1</a:t>
                </a:r>
              </a:p>
            </p:txBody>
          </p:sp>
          <p:sp>
            <p:nvSpPr>
              <p:cNvPr id="59" name="TextBox 59"/>
              <p:cNvSpPr txBox="1"/>
              <p:nvPr/>
            </p:nvSpPr>
            <p:spPr>
              <a:xfrm>
                <a:off x="7080504" y="4251960"/>
                <a:ext cx="385359"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docx</a:t>
                </a:r>
              </a:p>
            </p:txBody>
          </p:sp>
          <p:sp>
            <p:nvSpPr>
              <p:cNvPr id="60" name="TextBox 60"/>
              <p:cNvSpPr txBox="1"/>
              <p:nvPr/>
            </p:nvSpPr>
            <p:spPr>
              <a:xfrm>
                <a:off x="6661404" y="4461510"/>
                <a:ext cx="741563" cy="234696"/>
              </a:xfrm>
              <a:prstGeom prst="rect">
                <a:avLst/>
              </a:prstGeom>
              <a:noFill/>
              <a:ln>
                <a:noFill/>
              </a:ln>
            </p:spPr>
            <p:txBody>
              <a:bodyPr wrap="none" lIns="0" tIns="0" rIns="0" bIns="0" anchor="t" anchorCtr="0">
                <a:spAutoFit/>
              </a:bodyPr>
              <a:lstStyle/>
              <a:p>
                <a:pPr algn="l"/>
                <a:r>
                  <a:rPr lang="ko-KR" sz="1200" b="1" dirty="0">
                    <a:solidFill>
                      <a:srgbClr val="2B2420"/>
                    </a:solidFill>
                    <a:latin typeface="Pretendard"/>
                    <a:ea typeface="Pretendard"/>
                    <a:cs typeface="Pretendard"/>
                  </a:rPr>
                  <a:t>스킬 실행</a:t>
                </a:r>
              </a:p>
            </p:txBody>
          </p:sp>
        </p:grpSp>
        <p:sp>
          <p:nvSpPr>
            <p:cNvPr id="62" name="Freeform 62"/>
            <p:cNvSpPr/>
            <p:nvPr/>
          </p:nvSpPr>
          <p:spPr>
            <a:xfrm>
              <a:off x="8001000" y="4365625"/>
              <a:ext cx="266700" cy="63500"/>
            </a:xfrm>
            <a:custGeom>
              <a:avLst/>
              <a:gdLst/>
              <a:ahLst/>
              <a:cxnLst/>
              <a:rect l="l" t="t" r="r" b="b"/>
              <a:pathLst>
                <a:path w="266700" h="63500">
                  <a:moveTo>
                    <a:pt x="0" y="63500"/>
                  </a:moveTo>
                  <a:cubicBezTo>
                    <a:pt x="88900" y="0"/>
                    <a:pt x="177800" y="0"/>
                    <a:pt x="266700" y="63500"/>
                  </a:cubicBezTo>
                </a:path>
              </a:pathLst>
            </a:custGeom>
            <a:noFill/>
            <a:ln w="23812" cap="rnd">
              <a:solidFill>
                <a:srgbClr val="A69783"/>
              </a:solidFill>
            </a:ln>
          </p:spPr>
        </p:sp>
        <p:sp>
          <p:nvSpPr>
            <p:cNvPr id="63" name="Polygon 63"/>
            <p:cNvSpPr/>
            <p:nvPr/>
          </p:nvSpPr>
          <p:spPr>
            <a:xfrm>
              <a:off x="8229600" y="4371975"/>
              <a:ext cx="76200" cy="114300"/>
            </a:xfrm>
            <a:custGeom>
              <a:avLst/>
              <a:gdLst/>
              <a:ahLst/>
              <a:cxnLst/>
              <a:rect l="l" t="t" r="r" b="b"/>
              <a:pathLst>
                <a:path w="76200" h="114300">
                  <a:moveTo>
                    <a:pt x="0" y="0"/>
                  </a:moveTo>
                  <a:lnTo>
                    <a:pt x="76200" y="57150"/>
                  </a:lnTo>
                  <a:lnTo>
                    <a:pt x="0" y="114300"/>
                  </a:lnTo>
                  <a:close/>
                </a:path>
              </a:pathLst>
            </a:custGeom>
            <a:solidFill>
              <a:srgbClr val="A69783"/>
            </a:solidFill>
            <a:ln>
              <a:noFill/>
            </a:ln>
          </p:spPr>
        </p:sp>
        <p:grpSp>
          <p:nvGrpSpPr>
            <p:cNvPr id="69" name="Group 69"/>
            <p:cNvGrpSpPr/>
            <p:nvPr/>
          </p:nvGrpSpPr>
          <p:grpSpPr>
            <a:xfrm>
              <a:off x="8267700" y="4095750"/>
              <a:ext cx="1428750" cy="666750"/>
              <a:chOff x="8267700" y="4095750"/>
              <a:chExt cx="1428750" cy="666750"/>
            </a:xfrm>
          </p:grpSpPr>
          <p:sp>
            <p:nvSpPr>
              <p:cNvPr id="64" name="Rectangle 64"/>
              <p:cNvSpPr/>
              <p:nvPr/>
            </p:nvSpPr>
            <p:spPr>
              <a:xfrm>
                <a:off x="8267700" y="4095750"/>
                <a:ext cx="1428750" cy="666750"/>
              </a:xfrm>
              <a:prstGeom prst="roundRect">
                <a:avLst>
                  <a:gd name="adj" fmla="val 17143"/>
                </a:avLst>
              </a:prstGeom>
              <a:solidFill>
                <a:srgbClr val="FFF8EC"/>
              </a:solidFill>
              <a:ln w="14288">
                <a:solidFill>
                  <a:srgbClr val="2B2420">
                    <a:alpha val="40000"/>
                  </a:srgbClr>
                </a:solidFill>
              </a:ln>
            </p:spPr>
          </p:sp>
          <p:sp>
            <p:nvSpPr>
              <p:cNvPr id="65" name="Ellipse 65"/>
              <p:cNvSpPr/>
              <p:nvPr/>
            </p:nvSpPr>
            <p:spPr>
              <a:xfrm>
                <a:off x="8401050" y="4219575"/>
                <a:ext cx="228600" cy="228600"/>
              </a:xfrm>
              <a:prstGeom prst="ellipse">
                <a:avLst/>
              </a:prstGeom>
              <a:solidFill>
                <a:srgbClr val="0D47A1"/>
              </a:solidFill>
              <a:ln>
                <a:noFill/>
              </a:ln>
            </p:spPr>
          </p:sp>
          <p:sp>
            <p:nvSpPr>
              <p:cNvPr id="66" name="TextBox 66"/>
              <p:cNvSpPr txBox="1"/>
              <p:nvPr/>
            </p:nvSpPr>
            <p:spPr>
              <a:xfrm>
                <a:off x="84626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8EC"/>
                    </a:solidFill>
                    <a:latin typeface="Pretendard"/>
                    <a:ea typeface="Pretendard"/>
                    <a:cs typeface="Pretendard"/>
                  </a:rPr>
                  <a:t>2</a:t>
                </a:r>
              </a:p>
            </p:txBody>
          </p:sp>
          <p:sp>
            <p:nvSpPr>
              <p:cNvPr id="67" name="TextBox 67"/>
              <p:cNvSpPr txBox="1"/>
              <p:nvPr/>
            </p:nvSpPr>
            <p:spPr>
              <a:xfrm>
                <a:off x="8795004" y="4251960"/>
                <a:ext cx="442326" cy="234696"/>
              </a:xfrm>
              <a:prstGeom prst="rect">
                <a:avLst/>
              </a:prstGeom>
              <a:noFill/>
              <a:ln>
                <a:noFill/>
              </a:ln>
            </p:spPr>
            <p:txBody>
              <a:bodyPr wrap="none" lIns="0" tIns="0" rIns="0" bIns="0" anchor="t" anchorCtr="0">
                <a:spAutoFit/>
              </a:bodyPr>
              <a:lstStyle/>
              <a:p>
                <a:pPr algn="l"/>
                <a:r>
                  <a:rPr lang="en-US" sz="1200" b="1" dirty="0">
                    <a:solidFill>
                      <a:srgbClr val="2B2420"/>
                    </a:solidFill>
                    <a:latin typeface="Pretendard"/>
                    <a:ea typeface="Pretendard"/>
                    <a:cs typeface="Pretendard"/>
                  </a:rPr>
                  <a:t>DOCX</a:t>
                </a:r>
              </a:p>
            </p:txBody>
          </p:sp>
          <p:sp>
            <p:nvSpPr>
              <p:cNvPr id="68" name="TextBox 68"/>
              <p:cNvSpPr txBox="1"/>
              <p:nvPr/>
            </p:nvSpPr>
            <p:spPr>
              <a:xfrm>
                <a:off x="8375904" y="4461510"/>
                <a:ext cx="351434" cy="234696"/>
              </a:xfrm>
              <a:prstGeom prst="rect">
                <a:avLst/>
              </a:prstGeom>
              <a:noFill/>
              <a:ln>
                <a:noFill/>
              </a:ln>
            </p:spPr>
            <p:txBody>
              <a:bodyPr wrap="none" lIns="0" tIns="0" rIns="0" bIns="0" anchor="t" anchorCtr="0">
                <a:spAutoFit/>
              </a:bodyPr>
              <a:lstStyle/>
              <a:p>
                <a:pPr algn="l"/>
                <a:r>
                  <a:rPr lang="ko-KR" sz="1200" b="1" dirty="0">
                    <a:solidFill>
                      <a:srgbClr val="2B2420"/>
                    </a:solidFill>
                    <a:latin typeface="Pretendard"/>
                    <a:ea typeface="Pretendard"/>
                    <a:cs typeface="Pretendard"/>
                  </a:rPr>
                  <a:t>생성</a:t>
                </a:r>
              </a:p>
            </p:txBody>
          </p:sp>
        </p:grpSp>
        <p:grpSp>
          <p:nvGrpSpPr>
            <p:cNvPr id="74" name="Group 74"/>
            <p:cNvGrpSpPr/>
            <p:nvPr/>
          </p:nvGrpSpPr>
          <p:grpSpPr>
            <a:xfrm>
              <a:off x="6553200" y="4914900"/>
              <a:ext cx="4572000" cy="571500"/>
              <a:chOff x="6553200" y="4914900"/>
              <a:chExt cx="4572000" cy="571500"/>
            </a:xfrm>
          </p:grpSpPr>
          <p:sp>
            <p:nvSpPr>
              <p:cNvPr id="70" name="Rectangle 70"/>
              <p:cNvSpPr/>
              <p:nvPr/>
            </p:nvSpPr>
            <p:spPr>
              <a:xfrm>
                <a:off x="6553200" y="4914900"/>
                <a:ext cx="4572000" cy="571500"/>
              </a:xfrm>
              <a:prstGeom prst="roundRect">
                <a:avLst>
                  <a:gd name="adj" fmla="val 20000"/>
                </a:avLst>
              </a:prstGeom>
              <a:solidFill>
                <a:srgbClr val="0D47A1"/>
              </a:solidFill>
              <a:ln>
                <a:noFill/>
              </a:ln>
            </p:spPr>
          </p:sp>
          <p:sp>
            <p:nvSpPr>
              <p:cNvPr id="71" name="Ellipse 71"/>
              <p:cNvSpPr/>
              <p:nvPr/>
            </p:nvSpPr>
            <p:spPr>
              <a:xfrm>
                <a:off x="6686550" y="5086350"/>
                <a:ext cx="228600" cy="228600"/>
              </a:xfrm>
              <a:prstGeom prst="ellipse">
                <a:avLst/>
              </a:prstGeom>
              <a:solidFill>
                <a:srgbClr val="FFF8EC"/>
              </a:solidFill>
              <a:ln>
                <a:noFill/>
              </a:ln>
            </p:spPr>
          </p:sp>
          <p:sp>
            <p:nvSpPr>
              <p:cNvPr id="72" name="TextBox 72"/>
              <p:cNvSpPr txBox="1"/>
              <p:nvPr/>
            </p:nvSpPr>
            <p:spPr>
              <a:xfrm>
                <a:off x="6748108" y="5118735"/>
                <a:ext cx="105484" cy="234696"/>
              </a:xfrm>
              <a:prstGeom prst="rect">
                <a:avLst/>
              </a:prstGeom>
              <a:noFill/>
              <a:ln>
                <a:noFill/>
              </a:ln>
            </p:spPr>
            <p:txBody>
              <a:bodyPr wrap="none" lIns="0" tIns="0" rIns="0" bIns="0" anchor="t" anchorCtr="0">
                <a:spAutoFit/>
              </a:bodyPr>
              <a:lstStyle/>
              <a:p>
                <a:pPr algn="ctr"/>
                <a:r>
                  <a:rPr lang="en-US" sz="1200" b="1" dirty="0">
                    <a:solidFill>
                      <a:srgbClr val="0D47A1"/>
                    </a:solidFill>
                    <a:latin typeface="Pretendard"/>
                    <a:ea typeface="Pretendard"/>
                    <a:cs typeface="Pretendard"/>
                  </a:rPr>
                  <a:t>3</a:t>
                </a:r>
              </a:p>
            </p:txBody>
          </p:sp>
          <p:sp>
            <p:nvSpPr>
              <p:cNvPr id="73" name="TextBox 73"/>
              <p:cNvSpPr txBox="1"/>
              <p:nvPr/>
            </p:nvSpPr>
            <p:spPr>
              <a:xfrm>
                <a:off x="7042023" y="5120164"/>
                <a:ext cx="3031171" cy="249364"/>
              </a:xfrm>
              <a:prstGeom prst="rect">
                <a:avLst/>
              </a:prstGeom>
              <a:noFill/>
              <a:ln>
                <a:noFill/>
              </a:ln>
            </p:spPr>
            <p:txBody>
              <a:bodyPr wrap="none" lIns="0" tIns="0" rIns="0" bIns="0" anchor="t" anchorCtr="0">
                <a:spAutoFit/>
              </a:bodyPr>
              <a:lstStyle/>
              <a:p>
                <a:pPr algn="l"/>
                <a:r>
                  <a:rPr lang="ko-KR" sz="1280" b="1" dirty="0">
                    <a:solidFill>
                      <a:srgbClr val="FFF8EC"/>
                    </a:solidFill>
                    <a:latin typeface="Pretendard SemiBold"/>
                    <a:ea typeface="Pretendard SemiBold"/>
                    <a:cs typeface="Pretendard SemiBold"/>
                  </a:rPr>
                  <a:t>한컴에서 다른 이름으로 저장(HWP)</a:t>
                </a:r>
              </a:p>
            </p:txBody>
          </p:sp>
        </p:grpSp>
      </p:grpSp>
      <p:sp>
        <p:nvSpPr>
          <p:cNvPr id="76" name="TextBox 76"/>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2 / 14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637138" cy="1318259"/>
            <a:chOff x="593598" y="669608"/>
            <a:chExt cx="6637138" cy="1318259"/>
          </a:xfrm>
        </p:grpSpPr>
        <p:sp>
          <p:nvSpPr>
            <p:cNvPr id="2" name="TextBox 2"/>
            <p:cNvSpPr txBox="1"/>
            <p:nvPr/>
          </p:nvSpPr>
          <p:spPr>
            <a:xfrm>
              <a:off x="593598" y="669608"/>
              <a:ext cx="4106093"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오늘의 3단계 로드맵</a:t>
              </a:r>
            </a:p>
          </p:txBody>
        </p:sp>
        <p:sp>
          <p:nvSpPr>
            <p:cNvPr id="3" name="TextBox 3"/>
            <p:cNvSpPr txBox="1"/>
            <p:nvPr/>
          </p:nvSpPr>
          <p:spPr>
            <a:xfrm>
              <a:off x="598170" y="1185862"/>
              <a:ext cx="58767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Level 1 → 2 → 3 순으로 난이도를 높이며,</a:t>
              </a:r>
            </a:p>
          </p:txBody>
        </p:sp>
        <p:sp>
          <p:nvSpPr>
            <p:cNvPr id="4" name="TextBox 4"/>
            <p:cNvSpPr txBox="1"/>
            <p:nvPr/>
          </p:nvSpPr>
          <p:spPr>
            <a:xfrm>
              <a:off x="598170" y="1547812"/>
              <a:ext cx="6632566"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단발성 작업이면 Level 2까지만 해도 충분하다</a:t>
              </a:r>
            </a:p>
          </p:txBody>
        </p:sp>
      </p:grpSp>
      <p:sp>
        <p:nvSpPr>
          <p:cNvPr id="6" name="Freeform 6"/>
          <p:cNvSpPr/>
          <p:nvPr/>
        </p:nvSpPr>
        <p:spPr>
          <a:xfrm>
            <a:off x="1282700" y="2428875"/>
            <a:ext cx="101600" cy="3333750"/>
          </a:xfrm>
          <a:custGeom>
            <a:avLst/>
            <a:gdLst/>
            <a:ahLst/>
            <a:cxnLst/>
            <a:rect l="l" t="t" r="r" b="b"/>
            <a:pathLst>
              <a:path w="101600" h="3333750">
                <a:moveTo>
                  <a:pt x="50800" y="0"/>
                </a:moveTo>
                <a:cubicBezTo>
                  <a:pt x="0" y="539750"/>
                  <a:pt x="0" y="1095375"/>
                  <a:pt x="50800" y="1666875"/>
                </a:cubicBezTo>
                <a:cubicBezTo>
                  <a:pt x="101600" y="2238375"/>
                  <a:pt x="101600" y="2794000"/>
                  <a:pt x="50800" y="3333750"/>
                </a:cubicBezTo>
              </a:path>
            </a:pathLst>
          </a:custGeom>
          <a:noFill/>
          <a:ln w="38100" cap="rnd">
            <a:gradFill>
              <a:gsLst>
                <a:gs pos="0">
                  <a:srgbClr val="1565C0"/>
                </a:gs>
                <a:gs pos="100000">
                  <a:srgbClr val="FF6B35"/>
                </a:gs>
              </a:gsLst>
              <a:lin ang="5400000" scaled="1"/>
            </a:gradFill>
          </a:ln>
        </p:spPr>
      </p:sp>
      <p:grpSp>
        <p:nvGrpSpPr>
          <p:cNvPr id="14" name="Group 14"/>
          <p:cNvGrpSpPr/>
          <p:nvPr/>
        </p:nvGrpSpPr>
        <p:grpSpPr>
          <a:xfrm>
            <a:off x="1066800" y="2400300"/>
            <a:ext cx="9410700" cy="723900"/>
            <a:chOff x="1066800" y="2400300"/>
            <a:chExt cx="9410700" cy="723900"/>
          </a:xfrm>
        </p:grpSpPr>
        <p:sp>
          <p:nvSpPr>
            <p:cNvPr id="7" name="Ellipse 7"/>
            <p:cNvSpPr/>
            <p:nvPr/>
          </p:nvSpPr>
          <p:spPr>
            <a:xfrm>
              <a:off x="1066800" y="2495550"/>
              <a:ext cx="533400" cy="533400"/>
            </a:xfrm>
            <a:prstGeom prst="ellipse">
              <a:avLst/>
            </a:prstGeom>
            <a:solidFill>
              <a:srgbClr val="FFF8EC"/>
            </a:solidFill>
            <a:ln w="28575">
              <a:solidFill>
                <a:srgbClr val="1565C0"/>
              </a:solidFill>
            </a:ln>
          </p:spPr>
        </p:sp>
        <p:sp>
          <p:nvSpPr>
            <p:cNvPr id="8" name="TextBox 8"/>
            <p:cNvSpPr txBox="1"/>
            <p:nvPr/>
          </p:nvSpPr>
          <p:spPr>
            <a:xfrm>
              <a:off x="1267573" y="267652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1</a:t>
              </a:r>
            </a:p>
          </p:txBody>
        </p:sp>
        <p:sp>
          <p:nvSpPr>
            <p:cNvPr id="9" name="Rectangle 9"/>
            <p:cNvSpPr/>
            <p:nvPr/>
          </p:nvSpPr>
          <p:spPr>
            <a:xfrm>
              <a:off x="1905000" y="2400300"/>
              <a:ext cx="8572500" cy="723900"/>
            </a:xfrm>
            <a:prstGeom prst="roundRect">
              <a:avLst>
                <a:gd name="adj" fmla="val 18421"/>
              </a:avLst>
            </a:prstGeom>
            <a:solidFill>
              <a:srgbClr val="FFF8EC"/>
            </a:solidFill>
            <a:ln w="14288">
              <a:solidFill>
                <a:srgbClr val="2B2420">
                  <a:alpha val="30000"/>
                </a:srgbClr>
              </a:solidFill>
            </a:ln>
          </p:spPr>
        </p:sp>
        <p:sp>
          <p:nvSpPr>
            <p:cNvPr id="10" name="TextBox 10"/>
            <p:cNvSpPr txBox="1"/>
            <p:nvPr/>
          </p:nvSpPr>
          <p:spPr>
            <a:xfrm>
              <a:off x="2162556" y="2548890"/>
              <a:ext cx="4135831"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Level 1 · Skill 하나로 DOCX 워밍업</a:t>
              </a:r>
            </a:p>
          </p:txBody>
        </p:sp>
        <p:sp>
          <p:nvSpPr>
            <p:cNvPr id="11" name="TextBox 11"/>
            <p:cNvSpPr txBox="1"/>
            <p:nvPr/>
          </p:nvSpPr>
          <p:spPr>
            <a:xfrm>
              <a:off x="2164842" y="2845118"/>
              <a:ext cx="270342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스킬 설치 후 문서 자동 생성 실습</a:t>
              </a:r>
            </a:p>
          </p:txBody>
        </p:sp>
        <p:sp>
          <p:nvSpPr>
            <p:cNvPr id="12" name="Rectangle 12"/>
            <p:cNvSpPr/>
            <p:nvPr/>
          </p:nvSpPr>
          <p:spPr>
            <a:xfrm>
              <a:off x="9163050" y="2571750"/>
              <a:ext cx="1028700" cy="381000"/>
            </a:xfrm>
            <a:prstGeom prst="roundRect">
              <a:avLst>
                <a:gd name="adj" fmla="val 50000"/>
              </a:avLst>
            </a:prstGeom>
            <a:solidFill>
              <a:srgbClr val="FFF8EC"/>
            </a:solidFill>
            <a:ln w="14288">
              <a:solidFill>
                <a:srgbClr val="1565C0"/>
              </a:solidFill>
            </a:ln>
          </p:spPr>
        </p:sp>
        <p:sp>
          <p:nvSpPr>
            <p:cNvPr id="13" name="TextBox 13"/>
            <p:cNvSpPr txBox="1"/>
            <p:nvPr/>
          </p:nvSpPr>
          <p:spPr>
            <a:xfrm>
              <a:off x="9470177" y="267366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10분</a:t>
              </a:r>
            </a:p>
          </p:txBody>
        </p:sp>
      </p:grpSp>
      <p:grpSp>
        <p:nvGrpSpPr>
          <p:cNvPr id="22" name="Group 22"/>
          <p:cNvGrpSpPr/>
          <p:nvPr/>
        </p:nvGrpSpPr>
        <p:grpSpPr>
          <a:xfrm>
            <a:off x="1066800" y="3676650"/>
            <a:ext cx="9410700" cy="723900"/>
            <a:chOff x="1066800" y="3676650"/>
            <a:chExt cx="9410700" cy="723900"/>
          </a:xfrm>
        </p:grpSpPr>
        <p:sp>
          <p:nvSpPr>
            <p:cNvPr id="15" name="Ellipse 15"/>
            <p:cNvSpPr/>
            <p:nvPr/>
          </p:nvSpPr>
          <p:spPr>
            <a:xfrm>
              <a:off x="1066800" y="3771900"/>
              <a:ext cx="533400" cy="533400"/>
            </a:xfrm>
            <a:prstGeom prst="ellipse">
              <a:avLst/>
            </a:prstGeom>
            <a:solidFill>
              <a:srgbClr val="FFF8EC"/>
            </a:solidFill>
            <a:ln w="28575">
              <a:solidFill>
                <a:srgbClr val="1565C0"/>
              </a:solidFill>
            </a:ln>
          </p:spPr>
        </p:sp>
        <p:sp>
          <p:nvSpPr>
            <p:cNvPr id="16" name="TextBox 16"/>
            <p:cNvSpPr txBox="1"/>
            <p:nvPr/>
          </p:nvSpPr>
          <p:spPr>
            <a:xfrm>
              <a:off x="1267573" y="395287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2</a:t>
              </a:r>
            </a:p>
          </p:txBody>
        </p:sp>
        <p:sp>
          <p:nvSpPr>
            <p:cNvPr id="17" name="Rectangle 17"/>
            <p:cNvSpPr/>
            <p:nvPr/>
          </p:nvSpPr>
          <p:spPr>
            <a:xfrm>
              <a:off x="1905000" y="3676650"/>
              <a:ext cx="8572500" cy="723900"/>
            </a:xfrm>
            <a:prstGeom prst="roundRect">
              <a:avLst>
                <a:gd name="adj" fmla="val 18421"/>
              </a:avLst>
            </a:prstGeom>
            <a:solidFill>
              <a:srgbClr val="FFF8EC"/>
            </a:solidFill>
            <a:ln w="14288">
              <a:solidFill>
                <a:srgbClr val="2B2420">
                  <a:alpha val="30000"/>
                </a:srgbClr>
              </a:solidFill>
            </a:ln>
          </p:spPr>
        </p:sp>
        <p:sp>
          <p:nvSpPr>
            <p:cNvPr id="18" name="TextBox 18"/>
            <p:cNvSpPr txBox="1"/>
            <p:nvPr/>
          </p:nvSpPr>
          <p:spPr>
            <a:xfrm>
              <a:off x="2162556" y="3825240"/>
              <a:ext cx="3940328"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Level 2 · GitHub Skill로 PPT 제작</a:t>
              </a:r>
            </a:p>
          </p:txBody>
        </p:sp>
        <p:sp>
          <p:nvSpPr>
            <p:cNvPr id="19" name="TextBox 19"/>
            <p:cNvSpPr txBox="1"/>
            <p:nvPr/>
          </p:nvSpPr>
          <p:spPr>
            <a:xfrm>
              <a:off x="2164842" y="4121468"/>
              <a:ext cx="2879717"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ppt-master 스킬로 PPT 초안 완성</a:t>
              </a:r>
            </a:p>
          </p:txBody>
        </p:sp>
        <p:sp>
          <p:nvSpPr>
            <p:cNvPr id="20" name="Rectangle 20"/>
            <p:cNvSpPr/>
            <p:nvPr/>
          </p:nvSpPr>
          <p:spPr>
            <a:xfrm>
              <a:off x="9163050" y="3848100"/>
              <a:ext cx="1028700" cy="381000"/>
            </a:xfrm>
            <a:prstGeom prst="roundRect">
              <a:avLst>
                <a:gd name="adj" fmla="val 50000"/>
              </a:avLst>
            </a:prstGeom>
            <a:solidFill>
              <a:srgbClr val="FFF8EC"/>
            </a:solidFill>
            <a:ln w="14288">
              <a:solidFill>
                <a:srgbClr val="1565C0"/>
              </a:solidFill>
            </a:ln>
          </p:spPr>
        </p:sp>
        <p:sp>
          <p:nvSpPr>
            <p:cNvPr id="21" name="TextBox 21"/>
            <p:cNvSpPr txBox="1"/>
            <p:nvPr/>
          </p:nvSpPr>
          <p:spPr>
            <a:xfrm>
              <a:off x="9470177" y="395001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20분</a:t>
              </a:r>
            </a:p>
          </p:txBody>
        </p:sp>
      </p:grpSp>
      <p:grpSp>
        <p:nvGrpSpPr>
          <p:cNvPr id="30" name="Group 30"/>
          <p:cNvGrpSpPr/>
          <p:nvPr/>
        </p:nvGrpSpPr>
        <p:grpSpPr>
          <a:xfrm>
            <a:off x="1047750" y="4933950"/>
            <a:ext cx="9429750" cy="762000"/>
            <a:chOff x="1047750" y="4933950"/>
            <a:chExt cx="9429750" cy="762000"/>
          </a:xfrm>
        </p:grpSpPr>
        <p:sp>
          <p:nvSpPr>
            <p:cNvPr id="23" name="Ellipse 23"/>
            <p:cNvSpPr/>
            <p:nvPr/>
          </p:nvSpPr>
          <p:spPr>
            <a:xfrm>
              <a:off x="1047750" y="5029200"/>
              <a:ext cx="571500" cy="571500"/>
            </a:xfrm>
            <a:prstGeom prst="ellipse">
              <a:avLst/>
            </a:prstGeom>
            <a:solidFill>
              <a:srgbClr val="FF6B35"/>
            </a:solidFill>
            <a:ln>
              <a:noFill/>
            </a:ln>
          </p:spPr>
        </p:sp>
        <p:sp>
          <p:nvSpPr>
            <p:cNvPr id="24" name="TextBox 24"/>
            <p:cNvSpPr txBox="1"/>
            <p:nvPr/>
          </p:nvSpPr>
          <p:spPr>
            <a:xfrm>
              <a:off x="1267573" y="5229225"/>
              <a:ext cx="131855" cy="293370"/>
            </a:xfrm>
            <a:prstGeom prst="rect">
              <a:avLst/>
            </a:prstGeom>
            <a:noFill/>
            <a:ln>
              <a:noFill/>
            </a:ln>
          </p:spPr>
          <p:txBody>
            <a:bodyPr wrap="none" lIns="0" tIns="0" rIns="0" bIns="0" anchor="t" anchorCtr="0">
              <a:spAutoFit/>
            </a:bodyPr>
            <a:lstStyle/>
            <a:p>
              <a:pPr algn="ctr"/>
              <a:r>
                <a:rPr lang="en-US" sz="1500" b="1" dirty="0">
                  <a:solidFill>
                    <a:srgbClr val="FFF8EC"/>
                  </a:solidFill>
                  <a:latin typeface="Pretendard"/>
                  <a:ea typeface="Pretendard"/>
                  <a:cs typeface="Pretendard"/>
                </a:rPr>
                <a:t>3</a:t>
              </a:r>
            </a:p>
          </p:txBody>
        </p:sp>
        <p:sp>
          <p:nvSpPr>
            <p:cNvPr id="25" name="Rectangle 25"/>
            <p:cNvSpPr/>
            <p:nvPr/>
          </p:nvSpPr>
          <p:spPr>
            <a:xfrm>
              <a:off x="1905000" y="4933950"/>
              <a:ext cx="8572500" cy="762000"/>
            </a:xfrm>
            <a:prstGeom prst="roundRect">
              <a:avLst>
                <a:gd name="adj" fmla="val 17500"/>
              </a:avLst>
            </a:prstGeom>
            <a:solidFill>
              <a:srgbClr val="FFF8EC"/>
            </a:solidFill>
            <a:ln w="19050">
              <a:solidFill>
                <a:srgbClr val="FF6B35"/>
              </a:solidFill>
            </a:ln>
          </p:spPr>
        </p:sp>
        <p:sp>
          <p:nvSpPr>
            <p:cNvPr id="26" name="TextBox 26"/>
            <p:cNvSpPr txBox="1"/>
            <p:nvPr/>
          </p:nvSpPr>
          <p:spPr>
            <a:xfrm>
              <a:off x="2162556" y="5101590"/>
              <a:ext cx="4675638"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Level 3 · 서브에이전트 파이프라인 구축</a:t>
              </a:r>
            </a:p>
          </p:txBody>
        </p:sp>
        <p:sp>
          <p:nvSpPr>
            <p:cNvPr id="27" name="TextBox 27"/>
            <p:cNvSpPr txBox="1"/>
            <p:nvPr/>
          </p:nvSpPr>
          <p:spPr>
            <a:xfrm>
              <a:off x="2164842" y="5416868"/>
              <a:ext cx="4021017"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4개 서브에이전트로 재사용 가능한 워크플로 구축</a:t>
              </a:r>
            </a:p>
          </p:txBody>
        </p:sp>
        <p:sp>
          <p:nvSpPr>
            <p:cNvPr id="28" name="Rectangle 28"/>
            <p:cNvSpPr/>
            <p:nvPr/>
          </p:nvSpPr>
          <p:spPr>
            <a:xfrm>
              <a:off x="9163050" y="5124450"/>
              <a:ext cx="1028700" cy="381000"/>
            </a:xfrm>
            <a:prstGeom prst="roundRect">
              <a:avLst>
                <a:gd name="adj" fmla="val 50000"/>
              </a:avLst>
            </a:prstGeom>
            <a:solidFill>
              <a:srgbClr val="FF6B35"/>
            </a:solidFill>
            <a:ln>
              <a:noFill/>
            </a:ln>
          </p:spPr>
        </p:sp>
        <p:sp>
          <p:nvSpPr>
            <p:cNvPr id="29" name="TextBox 29"/>
            <p:cNvSpPr txBox="1"/>
            <p:nvPr/>
          </p:nvSpPr>
          <p:spPr>
            <a:xfrm>
              <a:off x="9470177" y="5226368"/>
              <a:ext cx="414446" cy="264033"/>
            </a:xfrm>
            <a:prstGeom prst="rect">
              <a:avLst/>
            </a:prstGeom>
            <a:noFill/>
            <a:ln>
              <a:noFill/>
            </a:ln>
          </p:spPr>
          <p:txBody>
            <a:bodyPr wrap="none" lIns="0" tIns="0" rIns="0" bIns="0" anchor="t" anchorCtr="0">
              <a:spAutoFit/>
            </a:bodyPr>
            <a:lstStyle/>
            <a:p>
              <a:pPr algn="ctr"/>
              <a:r>
                <a:rPr lang="ko-KR" sz="1350" b="1" dirty="0">
                  <a:solidFill>
                    <a:srgbClr val="FFF8EC"/>
                  </a:solidFill>
                  <a:latin typeface="Pretendard SemiBold"/>
                  <a:ea typeface="Pretendard SemiBold"/>
                  <a:cs typeface="Pretendard SemiBold"/>
                </a:rPr>
                <a:t>40분</a:t>
              </a:r>
            </a:p>
          </p:txBody>
        </p:sp>
      </p:grpSp>
      <p:grpSp>
        <p:nvGrpSpPr>
          <p:cNvPr id="33" name="Group 33"/>
          <p:cNvGrpSpPr/>
          <p:nvPr/>
        </p:nvGrpSpPr>
        <p:grpSpPr>
          <a:xfrm>
            <a:off x="609600" y="6191250"/>
            <a:ext cx="5334000" cy="400050"/>
            <a:chOff x="609600" y="6191250"/>
            <a:chExt cx="5334000" cy="400050"/>
          </a:xfrm>
        </p:grpSpPr>
        <p:sp>
          <p:nvSpPr>
            <p:cNvPr id="31" name="Rectangle 31"/>
            <p:cNvSpPr/>
            <p:nvPr/>
          </p:nvSpPr>
          <p:spPr>
            <a:xfrm>
              <a:off x="609600" y="6191250"/>
              <a:ext cx="5334000" cy="400050"/>
            </a:xfrm>
            <a:prstGeom prst="roundRect">
              <a:avLst>
                <a:gd name="adj" fmla="val 50000"/>
              </a:avLst>
            </a:prstGeom>
            <a:solidFill>
              <a:srgbClr val="FFF8EC"/>
            </a:solidFill>
            <a:ln w="14288">
              <a:solidFill>
                <a:srgbClr val="2B2420">
                  <a:alpha val="30000"/>
                </a:srgbClr>
              </a:solidFill>
            </a:ln>
          </p:spPr>
        </p:sp>
        <p:sp>
          <p:nvSpPr>
            <p:cNvPr id="32" name="TextBox 32"/>
            <p:cNvSpPr txBox="1"/>
            <p:nvPr/>
          </p:nvSpPr>
          <p:spPr>
            <a:xfrm>
              <a:off x="888492" y="6293168"/>
              <a:ext cx="4728042"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Level 3까지 다 안 해도 됨 — 단발성이면 Level 2까지 충분</a:t>
              </a:r>
            </a:p>
          </p:txBody>
        </p:sp>
      </p:grpSp>
      <p:sp>
        <p:nvSpPr>
          <p:cNvPr id="34" name="TextBox 34"/>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3 / 14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041784" cy="1318259"/>
            <a:chOff x="593598" y="669608"/>
            <a:chExt cx="7041784" cy="1318259"/>
          </a:xfrm>
        </p:grpSpPr>
        <p:sp>
          <p:nvSpPr>
            <p:cNvPr id="2" name="TextBox 2"/>
            <p:cNvSpPr txBox="1"/>
            <p:nvPr/>
          </p:nvSpPr>
          <p:spPr>
            <a:xfrm>
              <a:off x="593598" y="669608"/>
              <a:ext cx="5803364"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핵심 개념: Skill과 Subagent</a:t>
              </a:r>
            </a:p>
          </p:txBody>
        </p:sp>
        <p:sp>
          <p:nvSpPr>
            <p:cNvPr id="3" name="TextBox 3"/>
            <p:cNvSpPr txBox="1"/>
            <p:nvPr/>
          </p:nvSpPr>
          <p:spPr>
            <a:xfrm>
              <a:off x="598170" y="1185862"/>
              <a:ext cx="57561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Skill은 AI가 참고하는 업무 매뉴얼이고,</a:t>
              </a:r>
            </a:p>
          </p:txBody>
        </p:sp>
        <p:sp>
          <p:nvSpPr>
            <p:cNvPr id="4" name="TextBox 4"/>
            <p:cNvSpPr txBox="1"/>
            <p:nvPr/>
          </p:nvSpPr>
          <p:spPr>
            <a:xfrm>
              <a:off x="598170" y="1547812"/>
              <a:ext cx="70372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Subagent는 특정 역할을 전담하는 별도 담당자다</a:t>
              </a:r>
            </a:p>
          </p:txBody>
        </p:sp>
      </p:grpSp>
      <p:grpSp>
        <p:nvGrpSpPr>
          <p:cNvPr id="15" name="Group 15"/>
          <p:cNvGrpSpPr/>
          <p:nvPr/>
        </p:nvGrpSpPr>
        <p:grpSpPr>
          <a:xfrm>
            <a:off x="609600" y="2381250"/>
            <a:ext cx="2571750" cy="3524250"/>
            <a:chOff x="609600" y="2381250"/>
            <a:chExt cx="2571750" cy="3524250"/>
          </a:xfrm>
        </p:grpSpPr>
        <p:sp>
          <p:nvSpPr>
            <p:cNvPr id="6" name="Rectangle 6"/>
            <p:cNvSpPr/>
            <p:nvPr/>
          </p:nvSpPr>
          <p:spPr>
            <a:xfrm>
              <a:off x="609600" y="2381250"/>
              <a:ext cx="2571750" cy="3524250"/>
            </a:xfrm>
            <a:prstGeom prst="roundRect">
              <a:avLst>
                <a:gd name="adj" fmla="val 5926"/>
              </a:avLst>
            </a:prstGeom>
            <a:solidFill>
              <a:srgbClr val="FFF8EC"/>
            </a:solidFill>
            <a:ln w="14288">
              <a:solidFill>
                <a:srgbClr val="2B2420">
                  <a:alpha val="30000"/>
                </a:srgbClr>
              </a:solidFill>
            </a:ln>
          </p:spPr>
        </p:sp>
        <p:sp>
          <p:nvSpPr>
            <p:cNvPr id="7" name="Freeform 7"/>
            <p:cNvSpPr/>
            <p:nvPr/>
          </p:nvSpPr>
          <p:spPr>
            <a:xfrm>
              <a:off x="6096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1565C0">
                <a:alpha val="16000"/>
              </a:srgbClr>
            </a:solidFill>
            <a:ln>
              <a:noFill/>
            </a:ln>
          </p:spPr>
        </p:sp>
        <p:sp>
          <p:nvSpPr>
            <p:cNvPr id="8" name="Ellipse 8"/>
            <p:cNvSpPr/>
            <p:nvPr/>
          </p:nvSpPr>
          <p:spPr>
            <a:xfrm>
              <a:off x="1647825" y="2647950"/>
              <a:ext cx="495300" cy="495300"/>
            </a:xfrm>
            <a:prstGeom prst="ellipse">
              <a:avLst/>
            </a:prstGeom>
            <a:solidFill>
              <a:srgbClr val="FFF8EC"/>
            </a:solidFill>
            <a:ln w="19050">
              <a:solidFill>
                <a:srgbClr val="1565C0"/>
              </a:solidFill>
            </a:ln>
          </p:spPr>
        </p:sp>
        <p:grpSp>
          <p:nvGrpSpPr>
            <p:cNvPr id="11" name="Group 11"/>
            <p:cNvGrpSpPr/>
            <p:nvPr/>
          </p:nvGrpSpPr>
          <p:grpSpPr>
            <a:xfrm>
              <a:off x="1802606" y="2788444"/>
              <a:ext cx="185738" cy="192881"/>
              <a:chOff x="1802606" y="2788444"/>
              <a:chExt cx="185738" cy="192881"/>
            </a:xfrm>
          </p:grpSpPr>
          <p:sp>
            <p:nvSpPr>
              <p:cNvPr id="9" name="Freeform 9"/>
              <p:cNvSpPr/>
              <p:nvPr/>
            </p:nvSpPr>
            <p:spPr>
              <a:xfrm>
                <a:off x="1809750" y="2831306"/>
                <a:ext cx="171450" cy="142875"/>
              </a:xfrm>
              <a:custGeom>
                <a:avLst/>
                <a:gdLst/>
                <a:ahLst/>
                <a:cxnLst/>
                <a:rect l="l" t="t" r="r" b="b"/>
                <a:pathLst>
                  <a:path w="171450" h="142875">
                    <a:moveTo>
                      <a:pt x="150019" y="0"/>
                    </a:moveTo>
                    <a:lnTo>
                      <a:pt x="21431" y="0"/>
                    </a:lnTo>
                    <a:cubicBezTo>
                      <a:pt x="9595" y="0"/>
                      <a:pt x="0" y="9595"/>
                      <a:pt x="0" y="21431"/>
                    </a:cubicBezTo>
                    <a:lnTo>
                      <a:pt x="0" y="121444"/>
                    </a:lnTo>
                    <a:cubicBezTo>
                      <a:pt x="0" y="133280"/>
                      <a:pt x="9595" y="142875"/>
                      <a:pt x="21431" y="142875"/>
                    </a:cubicBezTo>
                    <a:lnTo>
                      <a:pt x="150019" y="142875"/>
                    </a:lnTo>
                    <a:cubicBezTo>
                      <a:pt x="161855" y="142875"/>
                      <a:pt x="171450" y="133280"/>
                      <a:pt x="171450" y="121444"/>
                    </a:cubicBezTo>
                    <a:lnTo>
                      <a:pt x="171450" y="21431"/>
                    </a:lnTo>
                    <a:cubicBezTo>
                      <a:pt x="171450" y="9595"/>
                      <a:pt x="161855" y="0"/>
                      <a:pt x="150019" y="0"/>
                    </a:cubicBezTo>
                    <a:close/>
                    <a:moveTo>
                      <a:pt x="117872" y="114300"/>
                    </a:moveTo>
                    <a:lnTo>
                      <a:pt x="53578" y="114300"/>
                    </a:lnTo>
                    <a:cubicBezTo>
                      <a:pt x="43715" y="114300"/>
                      <a:pt x="35719" y="106304"/>
                      <a:pt x="35719" y="96441"/>
                    </a:cubicBezTo>
                    <a:cubicBezTo>
                      <a:pt x="35719" y="86577"/>
                      <a:pt x="43715" y="78581"/>
                      <a:pt x="53578" y="78581"/>
                    </a:cubicBezTo>
                    <a:lnTo>
                      <a:pt x="117872" y="78581"/>
                    </a:lnTo>
                    <a:cubicBezTo>
                      <a:pt x="127735" y="78581"/>
                      <a:pt x="135731" y="86577"/>
                      <a:pt x="135731" y="96441"/>
                    </a:cubicBezTo>
                    <a:cubicBezTo>
                      <a:pt x="135731" y="106304"/>
                      <a:pt x="127735" y="114300"/>
                      <a:pt x="117872" y="114300"/>
                    </a:cubicBezTo>
                    <a:close/>
                  </a:path>
                </a:pathLst>
              </a:custGeom>
              <a:solidFill>
                <a:srgbClr val="1565C0">
                  <a:alpha val="20000"/>
                </a:srgbClr>
              </a:solidFill>
              <a:ln>
                <a:noFill/>
              </a:ln>
            </p:spPr>
          </p:sp>
          <p:sp>
            <p:nvSpPr>
              <p:cNvPr id="10" name="Freeform 10"/>
              <p:cNvSpPr/>
              <p:nvPr/>
            </p:nvSpPr>
            <p:spPr>
              <a:xfrm>
                <a:off x="1802606" y="2788444"/>
                <a:ext cx="185738" cy="192881"/>
              </a:xfrm>
              <a:custGeom>
                <a:avLst/>
                <a:gdLst/>
                <a:ahLst/>
                <a:cxnLst/>
                <a:rect l="l" t="t" r="r" b="b"/>
                <a:pathLst>
                  <a:path w="185738" h="192881">
                    <a:moveTo>
                      <a:pt x="157162" y="35719"/>
                    </a:moveTo>
                    <a:lnTo>
                      <a:pt x="100012" y="35719"/>
                    </a:lnTo>
                    <a:lnTo>
                      <a:pt x="100012" y="7144"/>
                    </a:lnTo>
                    <a:cubicBezTo>
                      <a:pt x="100012" y="3198"/>
                      <a:pt x="96814" y="0"/>
                      <a:pt x="92869" y="0"/>
                    </a:cubicBezTo>
                    <a:cubicBezTo>
                      <a:pt x="88923" y="0"/>
                      <a:pt x="85725" y="3198"/>
                      <a:pt x="85725" y="7144"/>
                    </a:cubicBezTo>
                    <a:lnTo>
                      <a:pt x="85725" y="35719"/>
                    </a:lnTo>
                    <a:lnTo>
                      <a:pt x="28575" y="35719"/>
                    </a:lnTo>
                    <a:cubicBezTo>
                      <a:pt x="12793" y="35719"/>
                      <a:pt x="0" y="48512"/>
                      <a:pt x="0" y="64294"/>
                    </a:cubicBezTo>
                    <a:lnTo>
                      <a:pt x="0" y="164306"/>
                    </a:lnTo>
                    <a:cubicBezTo>
                      <a:pt x="0" y="180088"/>
                      <a:pt x="12793" y="192881"/>
                      <a:pt x="28575" y="192881"/>
                    </a:cubicBezTo>
                    <a:lnTo>
                      <a:pt x="157162" y="192881"/>
                    </a:lnTo>
                    <a:cubicBezTo>
                      <a:pt x="172944" y="192881"/>
                      <a:pt x="185738" y="180088"/>
                      <a:pt x="185738" y="164306"/>
                    </a:cubicBezTo>
                    <a:lnTo>
                      <a:pt x="185738" y="64294"/>
                    </a:lnTo>
                    <a:cubicBezTo>
                      <a:pt x="185738" y="48512"/>
                      <a:pt x="172944" y="35719"/>
                      <a:pt x="157162" y="35719"/>
                    </a:cubicBezTo>
                    <a:close/>
                    <a:moveTo>
                      <a:pt x="171450" y="164306"/>
                    </a:moveTo>
                    <a:cubicBezTo>
                      <a:pt x="171450" y="172197"/>
                      <a:pt x="165053" y="178594"/>
                      <a:pt x="157162" y="178594"/>
                    </a:cubicBezTo>
                    <a:lnTo>
                      <a:pt x="28575" y="178594"/>
                    </a:lnTo>
                    <a:cubicBezTo>
                      <a:pt x="20684" y="178594"/>
                      <a:pt x="14288" y="172197"/>
                      <a:pt x="14288" y="164306"/>
                    </a:cubicBezTo>
                    <a:lnTo>
                      <a:pt x="14288" y="64294"/>
                    </a:lnTo>
                    <a:cubicBezTo>
                      <a:pt x="14288" y="56403"/>
                      <a:pt x="20684" y="50006"/>
                      <a:pt x="28575" y="50006"/>
                    </a:cubicBezTo>
                    <a:lnTo>
                      <a:pt x="157162" y="50006"/>
                    </a:lnTo>
                    <a:cubicBezTo>
                      <a:pt x="165053" y="50006"/>
                      <a:pt x="171450" y="56403"/>
                      <a:pt x="171450" y="64294"/>
                    </a:cubicBezTo>
                    <a:close/>
                    <a:moveTo>
                      <a:pt x="125016" y="114300"/>
                    </a:moveTo>
                    <a:lnTo>
                      <a:pt x="60722" y="114300"/>
                    </a:lnTo>
                    <a:cubicBezTo>
                      <a:pt x="46913" y="114300"/>
                      <a:pt x="35719" y="125494"/>
                      <a:pt x="35719" y="139303"/>
                    </a:cubicBezTo>
                    <a:cubicBezTo>
                      <a:pt x="35719" y="153112"/>
                      <a:pt x="46913" y="164306"/>
                      <a:pt x="60722" y="164306"/>
                    </a:cubicBezTo>
                    <a:lnTo>
                      <a:pt x="125016" y="164306"/>
                    </a:lnTo>
                    <a:cubicBezTo>
                      <a:pt x="138824" y="164306"/>
                      <a:pt x="150019" y="153112"/>
                      <a:pt x="150019" y="139303"/>
                    </a:cubicBezTo>
                    <a:cubicBezTo>
                      <a:pt x="150019" y="125494"/>
                      <a:pt x="138824" y="114300"/>
                      <a:pt x="125016" y="114300"/>
                    </a:cubicBezTo>
                    <a:close/>
                    <a:moveTo>
                      <a:pt x="100012" y="128588"/>
                    </a:moveTo>
                    <a:lnTo>
                      <a:pt x="100012" y="150019"/>
                    </a:lnTo>
                    <a:lnTo>
                      <a:pt x="85725" y="150019"/>
                    </a:lnTo>
                    <a:lnTo>
                      <a:pt x="85725" y="128588"/>
                    </a:lnTo>
                    <a:close/>
                    <a:moveTo>
                      <a:pt x="50006" y="139303"/>
                    </a:moveTo>
                    <a:cubicBezTo>
                      <a:pt x="50006" y="133385"/>
                      <a:pt x="54804" y="128588"/>
                      <a:pt x="60722" y="128588"/>
                    </a:cubicBezTo>
                    <a:lnTo>
                      <a:pt x="71438" y="128588"/>
                    </a:lnTo>
                    <a:lnTo>
                      <a:pt x="71438" y="150019"/>
                    </a:lnTo>
                    <a:lnTo>
                      <a:pt x="60722" y="150019"/>
                    </a:lnTo>
                    <a:cubicBezTo>
                      <a:pt x="54804" y="150019"/>
                      <a:pt x="50006" y="145221"/>
                      <a:pt x="50006" y="139303"/>
                    </a:cubicBezTo>
                    <a:close/>
                    <a:moveTo>
                      <a:pt x="125016" y="150019"/>
                    </a:moveTo>
                    <a:lnTo>
                      <a:pt x="114300" y="150019"/>
                    </a:lnTo>
                    <a:lnTo>
                      <a:pt x="114300" y="128588"/>
                    </a:lnTo>
                    <a:lnTo>
                      <a:pt x="125016" y="128588"/>
                    </a:lnTo>
                    <a:cubicBezTo>
                      <a:pt x="130934" y="128588"/>
                      <a:pt x="135731" y="133385"/>
                      <a:pt x="135731" y="139303"/>
                    </a:cubicBezTo>
                    <a:cubicBezTo>
                      <a:pt x="135731" y="145221"/>
                      <a:pt x="130934" y="150019"/>
                      <a:pt x="125016" y="150019"/>
                    </a:cubicBezTo>
                    <a:close/>
                    <a:moveTo>
                      <a:pt x="42862" y="89297"/>
                    </a:moveTo>
                    <a:cubicBezTo>
                      <a:pt x="42862" y="83379"/>
                      <a:pt x="47660" y="78581"/>
                      <a:pt x="53578" y="78581"/>
                    </a:cubicBezTo>
                    <a:cubicBezTo>
                      <a:pt x="59496" y="78581"/>
                      <a:pt x="64294" y="83379"/>
                      <a:pt x="64294" y="89297"/>
                    </a:cubicBezTo>
                    <a:cubicBezTo>
                      <a:pt x="64294" y="95215"/>
                      <a:pt x="59496" y="100012"/>
                      <a:pt x="53578" y="100012"/>
                    </a:cubicBezTo>
                    <a:cubicBezTo>
                      <a:pt x="47660" y="100012"/>
                      <a:pt x="42862" y="95215"/>
                      <a:pt x="42862" y="89297"/>
                    </a:cubicBezTo>
                    <a:close/>
                    <a:moveTo>
                      <a:pt x="121444" y="89297"/>
                    </a:moveTo>
                    <a:cubicBezTo>
                      <a:pt x="121444" y="83379"/>
                      <a:pt x="126241" y="78581"/>
                      <a:pt x="132159" y="78581"/>
                    </a:cubicBezTo>
                    <a:cubicBezTo>
                      <a:pt x="138077" y="78581"/>
                      <a:pt x="142875" y="83379"/>
                      <a:pt x="142875" y="89297"/>
                    </a:cubicBezTo>
                    <a:cubicBezTo>
                      <a:pt x="142875" y="95215"/>
                      <a:pt x="138077" y="100012"/>
                      <a:pt x="132159" y="100012"/>
                    </a:cubicBezTo>
                    <a:cubicBezTo>
                      <a:pt x="126241" y="100012"/>
                      <a:pt x="121444" y="95215"/>
                      <a:pt x="121444" y="89297"/>
                    </a:cubicBezTo>
                    <a:close/>
                  </a:path>
                </a:pathLst>
              </a:custGeom>
              <a:solidFill>
                <a:srgbClr val="1565C0"/>
              </a:solidFill>
              <a:ln>
                <a:noFill/>
              </a:ln>
            </p:spPr>
          </p:sp>
        </p:grpSp>
        <p:sp>
          <p:nvSpPr>
            <p:cNvPr id="12" name="TextBox 12"/>
            <p:cNvSpPr txBox="1"/>
            <p:nvPr/>
          </p:nvSpPr>
          <p:spPr>
            <a:xfrm>
              <a:off x="1494662" y="3253740"/>
              <a:ext cx="801626" cy="352044"/>
            </a:xfrm>
            <a:prstGeom prst="rect">
              <a:avLst/>
            </a:prstGeom>
            <a:noFill/>
            <a:ln>
              <a:noFill/>
            </a:ln>
          </p:spPr>
          <p:txBody>
            <a:bodyPr wrap="none" lIns="0" tIns="0" rIns="0" bIns="0" anchor="t" anchorCtr="0">
              <a:spAutoFit/>
            </a:bodyPr>
            <a:lstStyle/>
            <a:p>
              <a:pPr algn="ctr"/>
              <a:r>
                <a:rPr lang="en-US" sz="1800" b="1" dirty="0">
                  <a:solidFill>
                    <a:srgbClr val="2B2420"/>
                  </a:solidFill>
                  <a:latin typeface="Pretendard SemiBold"/>
                  <a:ea typeface="Pretendard SemiBold"/>
                  <a:cs typeface="Pretendard SemiBold"/>
                </a:rPr>
                <a:t>Claude</a:t>
              </a:r>
            </a:p>
          </p:txBody>
        </p:sp>
        <p:sp>
          <p:nvSpPr>
            <p:cNvPr id="13" name="Freeform 13"/>
            <p:cNvSpPr/>
            <p:nvPr/>
          </p:nvSpPr>
          <p:spPr>
            <a:xfrm>
              <a:off x="838200" y="3676650"/>
              <a:ext cx="2114550" cy="38100"/>
            </a:xfrm>
            <a:custGeom>
              <a:avLst/>
              <a:gdLst/>
              <a:ahLst/>
              <a:cxnLst/>
              <a:rect l="l" t="t" r="r" b="b"/>
              <a:pathLst>
                <a:path w="2114550" h="38100">
                  <a:moveTo>
                    <a:pt x="0" y="0"/>
                  </a:moveTo>
                  <a:cubicBezTo>
                    <a:pt x="704850" y="38100"/>
                    <a:pt x="1409700" y="38100"/>
                    <a:pt x="2114550" y="0"/>
                  </a:cubicBezTo>
                </a:path>
              </a:pathLst>
            </a:custGeom>
            <a:noFill/>
            <a:ln w="19050">
              <a:solidFill>
                <a:srgbClr val="2B2420">
                  <a:alpha val="30000"/>
                </a:srgbClr>
              </a:solidFill>
            </a:ln>
          </p:spPr>
        </p:sp>
        <p:sp>
          <p:nvSpPr>
            <p:cNvPr id="14" name="TextBox 14"/>
            <p:cNvSpPr txBox="1"/>
            <p:nvPr/>
          </p:nvSpPr>
          <p:spPr>
            <a:xfrm>
              <a:off x="1339303" y="4091940"/>
              <a:ext cx="1112345" cy="352044"/>
            </a:xfrm>
            <a:prstGeom prst="rect">
              <a:avLst/>
            </a:prstGeom>
            <a:noFill/>
            <a:ln>
              <a:noFill/>
            </a:ln>
          </p:spPr>
          <p:txBody>
            <a:bodyPr wrap="none" lIns="0" tIns="0" rIns="0" bIns="0" anchor="t" anchorCtr="0">
              <a:spAutoFit/>
            </a:bodyPr>
            <a:lstStyle/>
            <a:p>
              <a:pPr algn="ctr"/>
              <a:r>
                <a:rPr lang="ko-KR" sz="1800" b="1" dirty="0">
                  <a:solidFill>
                    <a:srgbClr val="1565C0"/>
                  </a:solidFill>
                  <a:latin typeface="Pretendard SemiBold"/>
                  <a:ea typeface="Pretendard SemiBold"/>
                  <a:cs typeface="Pretendard SemiBold"/>
                </a:rPr>
                <a:t>신입 직원</a:t>
              </a:r>
            </a:p>
          </p:txBody>
        </p:sp>
      </p:grpSp>
      <p:grpSp>
        <p:nvGrpSpPr>
          <p:cNvPr id="25" name="Group 25"/>
          <p:cNvGrpSpPr/>
          <p:nvPr/>
        </p:nvGrpSpPr>
        <p:grpSpPr>
          <a:xfrm>
            <a:off x="3409950" y="2381250"/>
            <a:ext cx="2571750" cy="3524250"/>
            <a:chOff x="3409950" y="2381250"/>
            <a:chExt cx="2571750" cy="3524250"/>
          </a:xfrm>
        </p:grpSpPr>
        <p:sp>
          <p:nvSpPr>
            <p:cNvPr id="16" name="Rectangle 16"/>
            <p:cNvSpPr/>
            <p:nvPr/>
          </p:nvSpPr>
          <p:spPr>
            <a:xfrm>
              <a:off x="3409950" y="2381250"/>
              <a:ext cx="2571750" cy="3524250"/>
            </a:xfrm>
            <a:prstGeom prst="roundRect">
              <a:avLst>
                <a:gd name="adj" fmla="val 5926"/>
              </a:avLst>
            </a:prstGeom>
            <a:solidFill>
              <a:srgbClr val="FFF8EC"/>
            </a:solidFill>
            <a:ln w="14288">
              <a:solidFill>
                <a:srgbClr val="2B2420">
                  <a:alpha val="30000"/>
                </a:srgbClr>
              </a:solidFill>
            </a:ln>
          </p:spPr>
        </p:sp>
        <p:sp>
          <p:nvSpPr>
            <p:cNvPr id="17" name="Freeform 17"/>
            <p:cNvSpPr/>
            <p:nvPr/>
          </p:nvSpPr>
          <p:spPr>
            <a:xfrm>
              <a:off x="34099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FF6B35">
                <a:alpha val="16000"/>
              </a:srgbClr>
            </a:solidFill>
            <a:ln>
              <a:noFill/>
            </a:ln>
          </p:spPr>
        </p:sp>
        <p:sp>
          <p:nvSpPr>
            <p:cNvPr id="18" name="Ellipse 18"/>
            <p:cNvSpPr/>
            <p:nvPr/>
          </p:nvSpPr>
          <p:spPr>
            <a:xfrm>
              <a:off x="4448175" y="2647950"/>
              <a:ext cx="495300" cy="495300"/>
            </a:xfrm>
            <a:prstGeom prst="ellipse">
              <a:avLst/>
            </a:prstGeom>
            <a:solidFill>
              <a:srgbClr val="FFF8EC"/>
            </a:solidFill>
            <a:ln w="19050">
              <a:solidFill>
                <a:srgbClr val="FF6B35"/>
              </a:solidFill>
            </a:ln>
          </p:spPr>
        </p:sp>
        <p:grpSp>
          <p:nvGrpSpPr>
            <p:cNvPr id="21" name="Group 21"/>
            <p:cNvGrpSpPr/>
            <p:nvPr/>
          </p:nvGrpSpPr>
          <p:grpSpPr>
            <a:xfrm>
              <a:off x="4588118" y="2793273"/>
              <a:ext cx="193434" cy="188052"/>
              <a:chOff x="4588118" y="2793273"/>
              <a:chExt cx="193434" cy="188052"/>
            </a:xfrm>
          </p:grpSpPr>
          <p:sp>
            <p:nvSpPr>
              <p:cNvPr id="19" name="Freeform 19"/>
              <p:cNvSpPr/>
              <p:nvPr/>
            </p:nvSpPr>
            <p:spPr>
              <a:xfrm>
                <a:off x="4594028" y="2800937"/>
                <a:ext cx="180378" cy="173244"/>
              </a:xfrm>
              <a:custGeom>
                <a:avLst/>
                <a:gdLst/>
                <a:ahLst/>
                <a:cxnLst/>
                <a:rect l="l" t="t" r="r" b="b"/>
                <a:pathLst>
                  <a:path w="180378" h="173244">
                    <a:moveTo>
                      <a:pt x="169662" y="130382"/>
                    </a:moveTo>
                    <a:cubicBezTo>
                      <a:pt x="173368" y="130385"/>
                      <a:pt x="177028" y="129565"/>
                      <a:pt x="180378" y="127980"/>
                    </a:cubicBezTo>
                    <a:lnTo>
                      <a:pt x="180378" y="166101"/>
                    </a:lnTo>
                    <a:cubicBezTo>
                      <a:pt x="180378" y="170046"/>
                      <a:pt x="177180" y="173244"/>
                      <a:pt x="173234" y="173244"/>
                    </a:cubicBezTo>
                    <a:lnTo>
                      <a:pt x="44647" y="173244"/>
                    </a:lnTo>
                    <a:cubicBezTo>
                      <a:pt x="40701" y="173244"/>
                      <a:pt x="37503" y="170046"/>
                      <a:pt x="37503" y="166101"/>
                    </a:cubicBezTo>
                    <a:lnTo>
                      <a:pt x="37503" y="127980"/>
                    </a:lnTo>
                    <a:cubicBezTo>
                      <a:pt x="26997" y="132951"/>
                      <a:pt x="14451" y="130027"/>
                      <a:pt x="7226" y="120923"/>
                    </a:cubicBezTo>
                    <a:cubicBezTo>
                      <a:pt x="0" y="111820"/>
                      <a:pt x="0" y="98938"/>
                      <a:pt x="7226" y="89834"/>
                    </a:cubicBezTo>
                    <a:cubicBezTo>
                      <a:pt x="14451" y="80731"/>
                      <a:pt x="26997" y="77807"/>
                      <a:pt x="37503" y="82778"/>
                    </a:cubicBezTo>
                    <a:lnTo>
                      <a:pt x="37503" y="44657"/>
                    </a:lnTo>
                    <a:cubicBezTo>
                      <a:pt x="37503" y="40711"/>
                      <a:pt x="40701" y="37513"/>
                      <a:pt x="44647" y="37513"/>
                    </a:cubicBezTo>
                    <a:lnTo>
                      <a:pt x="86339" y="37513"/>
                    </a:lnTo>
                    <a:cubicBezTo>
                      <a:pt x="81363" y="27007"/>
                      <a:pt x="84284" y="14457"/>
                      <a:pt x="93389" y="7229"/>
                    </a:cubicBezTo>
                    <a:cubicBezTo>
                      <a:pt x="102493" y="0"/>
                      <a:pt x="115379" y="0"/>
                      <a:pt x="124483" y="7229"/>
                    </a:cubicBezTo>
                    <a:cubicBezTo>
                      <a:pt x="133588" y="14457"/>
                      <a:pt x="136509" y="27007"/>
                      <a:pt x="131533" y="37513"/>
                    </a:cubicBezTo>
                    <a:lnTo>
                      <a:pt x="173234" y="37513"/>
                    </a:lnTo>
                    <a:cubicBezTo>
                      <a:pt x="177180" y="37513"/>
                      <a:pt x="180378" y="40711"/>
                      <a:pt x="180378" y="44657"/>
                    </a:cubicBezTo>
                    <a:lnTo>
                      <a:pt x="180378" y="82778"/>
                    </a:lnTo>
                    <a:cubicBezTo>
                      <a:pt x="171104" y="78390"/>
                      <a:pt x="160091" y="80113"/>
                      <a:pt x="152600" y="87123"/>
                    </a:cubicBezTo>
                    <a:cubicBezTo>
                      <a:pt x="145109" y="94134"/>
                      <a:pt x="142661" y="105009"/>
                      <a:pt x="146425" y="114553"/>
                    </a:cubicBezTo>
                    <a:cubicBezTo>
                      <a:pt x="150190" y="124097"/>
                      <a:pt x="159403" y="130373"/>
                      <a:pt x="169662" y="130382"/>
                    </a:cubicBezTo>
                    <a:close/>
                  </a:path>
                </a:pathLst>
              </a:custGeom>
              <a:solidFill>
                <a:srgbClr val="FF6B35">
                  <a:alpha val="20000"/>
                </a:srgbClr>
              </a:solidFill>
              <a:ln>
                <a:noFill/>
              </a:ln>
            </p:spPr>
          </p:sp>
          <p:sp>
            <p:nvSpPr>
              <p:cNvPr id="20" name="Freeform 20"/>
              <p:cNvSpPr/>
              <p:nvPr/>
            </p:nvSpPr>
            <p:spPr>
              <a:xfrm>
                <a:off x="4588118" y="2793273"/>
                <a:ext cx="193434" cy="188052"/>
              </a:xfrm>
              <a:custGeom>
                <a:avLst/>
                <a:gdLst/>
                <a:ahLst/>
                <a:cxnLst/>
                <a:rect l="l" t="t" r="r" b="b"/>
                <a:pathLst>
                  <a:path w="193434" h="188052">
                    <a:moveTo>
                      <a:pt x="190101" y="129598"/>
                    </a:moveTo>
                    <a:cubicBezTo>
                      <a:pt x="188031" y="128292"/>
                      <a:pt x="185437" y="128137"/>
                      <a:pt x="183226" y="129187"/>
                    </a:cubicBezTo>
                    <a:cubicBezTo>
                      <a:pt x="175721" y="132736"/>
                      <a:pt x="166761" y="130647"/>
                      <a:pt x="161601" y="124145"/>
                    </a:cubicBezTo>
                    <a:cubicBezTo>
                      <a:pt x="156441" y="117643"/>
                      <a:pt x="156441" y="108442"/>
                      <a:pt x="161601" y="101940"/>
                    </a:cubicBezTo>
                    <a:cubicBezTo>
                      <a:pt x="166761" y="95438"/>
                      <a:pt x="175721" y="93349"/>
                      <a:pt x="183226" y="96898"/>
                    </a:cubicBezTo>
                    <a:cubicBezTo>
                      <a:pt x="185439" y="97948"/>
                      <a:pt x="188037" y="97791"/>
                      <a:pt x="190107" y="96481"/>
                    </a:cubicBezTo>
                    <a:cubicBezTo>
                      <a:pt x="192178" y="95171"/>
                      <a:pt x="193433" y="92892"/>
                      <a:pt x="193432" y="90441"/>
                    </a:cubicBezTo>
                    <a:lnTo>
                      <a:pt x="193432" y="52321"/>
                    </a:lnTo>
                    <a:cubicBezTo>
                      <a:pt x="193432" y="44430"/>
                      <a:pt x="187035" y="38033"/>
                      <a:pt x="179145" y="38033"/>
                    </a:cubicBezTo>
                    <a:lnTo>
                      <a:pt x="146801" y="38033"/>
                    </a:lnTo>
                    <a:cubicBezTo>
                      <a:pt x="146934" y="36847"/>
                      <a:pt x="147000" y="35655"/>
                      <a:pt x="146998" y="34461"/>
                    </a:cubicBezTo>
                    <a:cubicBezTo>
                      <a:pt x="146983" y="25585"/>
                      <a:pt x="143314" y="17107"/>
                      <a:pt x="136854" y="11021"/>
                    </a:cubicBezTo>
                    <a:cubicBezTo>
                      <a:pt x="127818" y="2535"/>
                      <a:pt x="114707" y="0"/>
                      <a:pt x="103160" y="4507"/>
                    </a:cubicBezTo>
                    <a:cubicBezTo>
                      <a:pt x="91612" y="9013"/>
                      <a:pt x="83684" y="19758"/>
                      <a:pt x="82784" y="32122"/>
                    </a:cubicBezTo>
                    <a:cubicBezTo>
                      <a:pt x="82647" y="34092"/>
                      <a:pt x="82689" y="36070"/>
                      <a:pt x="82909" y="38033"/>
                    </a:cubicBezTo>
                    <a:lnTo>
                      <a:pt x="50557" y="38033"/>
                    </a:lnTo>
                    <a:cubicBezTo>
                      <a:pt x="46768" y="38033"/>
                      <a:pt x="43134" y="39538"/>
                      <a:pt x="40454" y="42218"/>
                    </a:cubicBezTo>
                    <a:cubicBezTo>
                      <a:pt x="37775" y="44897"/>
                      <a:pt x="36270" y="48531"/>
                      <a:pt x="36270" y="52321"/>
                    </a:cubicBezTo>
                    <a:lnTo>
                      <a:pt x="36270" y="81092"/>
                    </a:lnTo>
                    <a:cubicBezTo>
                      <a:pt x="35084" y="80959"/>
                      <a:pt x="33891" y="80893"/>
                      <a:pt x="32698" y="80896"/>
                    </a:cubicBezTo>
                    <a:cubicBezTo>
                      <a:pt x="23824" y="80910"/>
                      <a:pt x="15349" y="84579"/>
                      <a:pt x="9266" y="91040"/>
                    </a:cubicBezTo>
                    <a:cubicBezTo>
                      <a:pt x="3138" y="97513"/>
                      <a:pt x="0" y="106257"/>
                      <a:pt x="613" y="115150"/>
                    </a:cubicBezTo>
                    <a:cubicBezTo>
                      <a:pt x="1672" y="131163"/>
                      <a:pt x="14354" y="143956"/>
                      <a:pt x="30358" y="145154"/>
                    </a:cubicBezTo>
                    <a:cubicBezTo>
                      <a:pt x="32328" y="145291"/>
                      <a:pt x="34307" y="145249"/>
                      <a:pt x="36270" y="145029"/>
                    </a:cubicBezTo>
                    <a:lnTo>
                      <a:pt x="36270" y="173764"/>
                    </a:lnTo>
                    <a:cubicBezTo>
                      <a:pt x="36270" y="181655"/>
                      <a:pt x="42666" y="188052"/>
                      <a:pt x="50557" y="188052"/>
                    </a:cubicBezTo>
                    <a:lnTo>
                      <a:pt x="179145" y="188052"/>
                    </a:lnTo>
                    <a:cubicBezTo>
                      <a:pt x="187035" y="188052"/>
                      <a:pt x="193432" y="181655"/>
                      <a:pt x="193432" y="173764"/>
                    </a:cubicBezTo>
                    <a:lnTo>
                      <a:pt x="193432" y="135643"/>
                    </a:lnTo>
                    <a:cubicBezTo>
                      <a:pt x="193434" y="133190"/>
                      <a:pt x="192176" y="130908"/>
                      <a:pt x="190101" y="129598"/>
                    </a:cubicBezTo>
                    <a:close/>
                    <a:moveTo>
                      <a:pt x="179145" y="173764"/>
                    </a:moveTo>
                    <a:lnTo>
                      <a:pt x="50557" y="173764"/>
                    </a:lnTo>
                    <a:lnTo>
                      <a:pt x="50557" y="135643"/>
                    </a:lnTo>
                    <a:cubicBezTo>
                      <a:pt x="50558" y="133193"/>
                      <a:pt x="49303" y="130914"/>
                      <a:pt x="47232" y="129604"/>
                    </a:cubicBezTo>
                    <a:cubicBezTo>
                      <a:pt x="45162" y="128294"/>
                      <a:pt x="42564" y="128137"/>
                      <a:pt x="40351" y="129187"/>
                    </a:cubicBezTo>
                    <a:cubicBezTo>
                      <a:pt x="32846" y="132736"/>
                      <a:pt x="23886" y="130647"/>
                      <a:pt x="18726" y="124145"/>
                    </a:cubicBezTo>
                    <a:cubicBezTo>
                      <a:pt x="13566" y="117643"/>
                      <a:pt x="13566" y="108442"/>
                      <a:pt x="18726" y="101940"/>
                    </a:cubicBezTo>
                    <a:cubicBezTo>
                      <a:pt x="23886" y="95438"/>
                      <a:pt x="32846" y="93349"/>
                      <a:pt x="40351" y="96898"/>
                    </a:cubicBezTo>
                    <a:cubicBezTo>
                      <a:pt x="42564" y="97948"/>
                      <a:pt x="45162" y="97791"/>
                      <a:pt x="47232" y="96481"/>
                    </a:cubicBezTo>
                    <a:cubicBezTo>
                      <a:pt x="49303" y="95171"/>
                      <a:pt x="50558" y="92892"/>
                      <a:pt x="50557" y="90441"/>
                    </a:cubicBezTo>
                    <a:lnTo>
                      <a:pt x="50557" y="52321"/>
                    </a:lnTo>
                    <a:lnTo>
                      <a:pt x="92250" y="52321"/>
                    </a:lnTo>
                    <a:cubicBezTo>
                      <a:pt x="94700" y="52321"/>
                      <a:pt x="96980" y="51066"/>
                      <a:pt x="98290" y="48996"/>
                    </a:cubicBezTo>
                    <a:cubicBezTo>
                      <a:pt x="99599" y="46925"/>
                      <a:pt x="99757" y="44327"/>
                      <a:pt x="98706" y="42114"/>
                    </a:cubicBezTo>
                    <a:cubicBezTo>
                      <a:pt x="95157" y="34610"/>
                      <a:pt x="97246" y="25650"/>
                      <a:pt x="103749" y="20489"/>
                    </a:cubicBezTo>
                    <a:cubicBezTo>
                      <a:pt x="110251" y="15329"/>
                      <a:pt x="119451" y="15329"/>
                      <a:pt x="125953" y="20489"/>
                    </a:cubicBezTo>
                    <a:cubicBezTo>
                      <a:pt x="132455" y="25650"/>
                      <a:pt x="134545" y="34610"/>
                      <a:pt x="130996" y="42114"/>
                    </a:cubicBezTo>
                    <a:cubicBezTo>
                      <a:pt x="129945" y="44327"/>
                      <a:pt x="130103" y="46925"/>
                      <a:pt x="131412" y="48996"/>
                    </a:cubicBezTo>
                    <a:cubicBezTo>
                      <a:pt x="132722" y="51066"/>
                      <a:pt x="135002" y="52321"/>
                      <a:pt x="137452" y="52321"/>
                    </a:cubicBezTo>
                    <a:lnTo>
                      <a:pt x="179145" y="52321"/>
                    </a:lnTo>
                    <a:lnTo>
                      <a:pt x="179145" y="81101"/>
                    </a:lnTo>
                    <a:cubicBezTo>
                      <a:pt x="177182" y="80876"/>
                      <a:pt x="175203" y="80834"/>
                      <a:pt x="173233" y="80976"/>
                    </a:cubicBezTo>
                    <a:cubicBezTo>
                      <a:pt x="155951" y="82200"/>
                      <a:pt x="142748" y="96899"/>
                      <a:pt x="143378" y="114213"/>
                    </a:cubicBezTo>
                    <a:cubicBezTo>
                      <a:pt x="144009" y="131527"/>
                      <a:pt x="158247" y="145226"/>
                      <a:pt x="175573" y="145189"/>
                    </a:cubicBezTo>
                    <a:cubicBezTo>
                      <a:pt x="176766" y="145191"/>
                      <a:pt x="177959" y="145126"/>
                      <a:pt x="179145" y="144993"/>
                    </a:cubicBezTo>
                    <a:close/>
                  </a:path>
                </a:pathLst>
              </a:custGeom>
              <a:solidFill>
                <a:srgbClr val="FF6B35"/>
              </a:solidFill>
              <a:ln>
                <a:noFill/>
              </a:ln>
            </p:spPr>
          </p:sp>
        </p:grpSp>
        <p:sp>
          <p:nvSpPr>
            <p:cNvPr id="22" name="TextBox 22"/>
            <p:cNvSpPr txBox="1"/>
            <p:nvPr/>
          </p:nvSpPr>
          <p:spPr>
            <a:xfrm>
              <a:off x="4429369" y="3253740"/>
              <a:ext cx="532912" cy="352044"/>
            </a:xfrm>
            <a:prstGeom prst="rect">
              <a:avLst/>
            </a:prstGeom>
            <a:noFill/>
            <a:ln>
              <a:noFill/>
            </a:ln>
          </p:spPr>
          <p:txBody>
            <a:bodyPr wrap="none" lIns="0" tIns="0" rIns="0" bIns="0" anchor="t" anchorCtr="0">
              <a:spAutoFit/>
            </a:bodyPr>
            <a:lstStyle/>
            <a:p>
              <a:pPr algn="ctr"/>
              <a:r>
                <a:rPr lang="en-US" sz="1800" b="1" dirty="0">
                  <a:solidFill>
                    <a:srgbClr val="2B2420"/>
                  </a:solidFill>
                  <a:latin typeface="Pretendard SemiBold"/>
                  <a:ea typeface="Pretendard SemiBold"/>
                  <a:cs typeface="Pretendard SemiBold"/>
                </a:rPr>
                <a:t>Skill</a:t>
              </a:r>
            </a:p>
          </p:txBody>
        </p:sp>
        <p:sp>
          <p:nvSpPr>
            <p:cNvPr id="23" name="Freeform 23"/>
            <p:cNvSpPr/>
            <p:nvPr/>
          </p:nvSpPr>
          <p:spPr>
            <a:xfrm>
              <a:off x="3638550" y="3676650"/>
              <a:ext cx="2114550" cy="38100"/>
            </a:xfrm>
            <a:custGeom>
              <a:avLst/>
              <a:gdLst/>
              <a:ahLst/>
              <a:cxnLst/>
              <a:rect l="l" t="t" r="r" b="b"/>
              <a:pathLst>
                <a:path w="2114550" h="38100">
                  <a:moveTo>
                    <a:pt x="0" y="0"/>
                  </a:moveTo>
                  <a:cubicBezTo>
                    <a:pt x="704850" y="38100"/>
                    <a:pt x="1409700" y="38100"/>
                    <a:pt x="2114550" y="0"/>
                  </a:cubicBezTo>
                </a:path>
              </a:pathLst>
            </a:custGeom>
            <a:noFill/>
            <a:ln w="19050">
              <a:solidFill>
                <a:srgbClr val="2B2420">
                  <a:alpha val="30000"/>
                </a:srgbClr>
              </a:solidFill>
            </a:ln>
          </p:spPr>
        </p:sp>
        <p:sp>
          <p:nvSpPr>
            <p:cNvPr id="24" name="TextBox 24"/>
            <p:cNvSpPr txBox="1"/>
            <p:nvPr/>
          </p:nvSpPr>
          <p:spPr>
            <a:xfrm>
              <a:off x="4012437" y="4091940"/>
              <a:ext cx="1366777" cy="352044"/>
            </a:xfrm>
            <a:prstGeom prst="rect">
              <a:avLst/>
            </a:prstGeom>
            <a:noFill/>
            <a:ln>
              <a:noFill/>
            </a:ln>
          </p:spPr>
          <p:txBody>
            <a:bodyPr wrap="none" lIns="0" tIns="0" rIns="0" bIns="0" anchor="t" anchorCtr="0">
              <a:spAutoFit/>
            </a:bodyPr>
            <a:lstStyle/>
            <a:p>
              <a:pPr algn="ctr"/>
              <a:r>
                <a:rPr lang="ko-KR" sz="1800" b="1" dirty="0">
                  <a:solidFill>
                    <a:srgbClr val="FF6B35"/>
                  </a:solidFill>
                  <a:latin typeface="Pretendard SemiBold"/>
                  <a:ea typeface="Pretendard SemiBold"/>
                  <a:cs typeface="Pretendard SemiBold"/>
                </a:rPr>
                <a:t>업무 매뉴얼</a:t>
              </a:r>
            </a:p>
          </p:txBody>
        </p:sp>
      </p:grpSp>
      <p:grpSp>
        <p:nvGrpSpPr>
          <p:cNvPr id="35" name="Group 35"/>
          <p:cNvGrpSpPr/>
          <p:nvPr/>
        </p:nvGrpSpPr>
        <p:grpSpPr>
          <a:xfrm>
            <a:off x="6210300" y="2381250"/>
            <a:ext cx="2571750" cy="3524250"/>
            <a:chOff x="6210300" y="2381250"/>
            <a:chExt cx="2571750" cy="3524250"/>
          </a:xfrm>
        </p:grpSpPr>
        <p:sp>
          <p:nvSpPr>
            <p:cNvPr id="26" name="Rectangle 26"/>
            <p:cNvSpPr/>
            <p:nvPr/>
          </p:nvSpPr>
          <p:spPr>
            <a:xfrm>
              <a:off x="6210300" y="2381250"/>
              <a:ext cx="2571750" cy="3524250"/>
            </a:xfrm>
            <a:prstGeom prst="roundRect">
              <a:avLst>
                <a:gd name="adj" fmla="val 5926"/>
              </a:avLst>
            </a:prstGeom>
            <a:solidFill>
              <a:srgbClr val="FFF8EC"/>
            </a:solidFill>
            <a:ln w="14288">
              <a:solidFill>
                <a:srgbClr val="2B2420">
                  <a:alpha val="30000"/>
                </a:srgbClr>
              </a:solidFill>
            </a:ln>
          </p:spPr>
        </p:sp>
        <p:sp>
          <p:nvSpPr>
            <p:cNvPr id="27" name="Freeform 27"/>
            <p:cNvSpPr/>
            <p:nvPr/>
          </p:nvSpPr>
          <p:spPr>
            <a:xfrm>
              <a:off x="62103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0D47A1">
                <a:alpha val="16000"/>
              </a:srgbClr>
            </a:solidFill>
            <a:ln>
              <a:noFill/>
            </a:ln>
          </p:spPr>
        </p:sp>
        <p:sp>
          <p:nvSpPr>
            <p:cNvPr id="28" name="Ellipse 28"/>
            <p:cNvSpPr/>
            <p:nvPr/>
          </p:nvSpPr>
          <p:spPr>
            <a:xfrm>
              <a:off x="7248525" y="2647950"/>
              <a:ext cx="495300" cy="495300"/>
            </a:xfrm>
            <a:prstGeom prst="ellipse">
              <a:avLst/>
            </a:prstGeom>
            <a:solidFill>
              <a:srgbClr val="FFF8EC"/>
            </a:solidFill>
            <a:ln w="19050">
              <a:solidFill>
                <a:srgbClr val="0D47A1"/>
              </a:solidFill>
            </a:ln>
          </p:spPr>
        </p:sp>
        <p:grpSp>
          <p:nvGrpSpPr>
            <p:cNvPr id="31" name="Group 31"/>
            <p:cNvGrpSpPr/>
            <p:nvPr/>
          </p:nvGrpSpPr>
          <p:grpSpPr>
            <a:xfrm>
              <a:off x="7395537" y="2802442"/>
              <a:ext cx="201262" cy="186326"/>
              <a:chOff x="7395537" y="2802442"/>
              <a:chExt cx="201262" cy="186326"/>
            </a:xfrm>
          </p:grpSpPr>
          <p:sp>
            <p:nvSpPr>
              <p:cNvPr id="29" name="Freeform 29"/>
              <p:cNvSpPr/>
              <p:nvPr/>
            </p:nvSpPr>
            <p:spPr>
              <a:xfrm>
                <a:off x="7402752" y="2809875"/>
                <a:ext cx="186833" cy="171450"/>
              </a:xfrm>
              <a:custGeom>
                <a:avLst/>
                <a:gdLst/>
                <a:ahLst/>
                <a:cxnLst/>
                <a:rect l="l" t="t" r="r" b="b"/>
                <a:pathLst>
                  <a:path w="186833" h="171450">
                    <a:moveTo>
                      <a:pt x="184595" y="68544"/>
                    </a:moveTo>
                    <a:lnTo>
                      <a:pt x="156154" y="52346"/>
                    </a:lnTo>
                    <a:cubicBezTo>
                      <a:pt x="155582" y="51310"/>
                      <a:pt x="154984" y="50301"/>
                      <a:pt x="154368" y="49301"/>
                    </a:cubicBezTo>
                    <a:lnTo>
                      <a:pt x="154261" y="17154"/>
                    </a:lnTo>
                    <a:cubicBezTo>
                      <a:pt x="145272" y="9568"/>
                      <a:pt x="134932" y="3748"/>
                      <a:pt x="123784" y="0"/>
                    </a:cubicBezTo>
                    <a:lnTo>
                      <a:pt x="95209" y="15975"/>
                    </a:lnTo>
                    <a:cubicBezTo>
                      <a:pt x="94012" y="15975"/>
                      <a:pt x="92806" y="15975"/>
                      <a:pt x="91637" y="15975"/>
                    </a:cubicBezTo>
                    <a:lnTo>
                      <a:pt x="63062" y="0"/>
                    </a:lnTo>
                    <a:cubicBezTo>
                      <a:pt x="51917" y="3761"/>
                      <a:pt x="41582" y="9593"/>
                      <a:pt x="32603" y="17190"/>
                    </a:cubicBezTo>
                    <a:lnTo>
                      <a:pt x="32460" y="49337"/>
                    </a:lnTo>
                    <a:cubicBezTo>
                      <a:pt x="31835" y="50337"/>
                      <a:pt x="31236" y="51355"/>
                      <a:pt x="30674" y="52382"/>
                    </a:cubicBezTo>
                    <a:lnTo>
                      <a:pt x="2242" y="68544"/>
                    </a:lnTo>
                    <a:cubicBezTo>
                      <a:pt x="0" y="79882"/>
                      <a:pt x="0" y="91550"/>
                      <a:pt x="2242" y="102888"/>
                    </a:cubicBezTo>
                    <a:lnTo>
                      <a:pt x="30683" y="119086"/>
                    </a:lnTo>
                    <a:cubicBezTo>
                      <a:pt x="31254" y="120122"/>
                      <a:pt x="31852" y="121131"/>
                      <a:pt x="32469" y="122131"/>
                    </a:cubicBezTo>
                    <a:lnTo>
                      <a:pt x="32576" y="154278"/>
                    </a:lnTo>
                    <a:cubicBezTo>
                      <a:pt x="41565" y="161871"/>
                      <a:pt x="51909" y="167697"/>
                      <a:pt x="63062" y="171450"/>
                    </a:cubicBezTo>
                    <a:lnTo>
                      <a:pt x="91637" y="155493"/>
                    </a:lnTo>
                    <a:cubicBezTo>
                      <a:pt x="92833" y="155493"/>
                      <a:pt x="94039" y="155493"/>
                      <a:pt x="95209" y="155493"/>
                    </a:cubicBezTo>
                    <a:lnTo>
                      <a:pt x="123784" y="171450"/>
                    </a:lnTo>
                    <a:cubicBezTo>
                      <a:pt x="134919" y="167686"/>
                      <a:pt x="145244" y="161854"/>
                      <a:pt x="154216" y="154260"/>
                    </a:cubicBezTo>
                    <a:lnTo>
                      <a:pt x="154359" y="122113"/>
                    </a:lnTo>
                    <a:cubicBezTo>
                      <a:pt x="154984" y="121113"/>
                      <a:pt x="155582" y="120095"/>
                      <a:pt x="156145" y="119068"/>
                    </a:cubicBezTo>
                    <a:lnTo>
                      <a:pt x="184577" y="102906"/>
                    </a:lnTo>
                    <a:cubicBezTo>
                      <a:pt x="186827" y="91563"/>
                      <a:pt x="186833" y="79889"/>
                      <a:pt x="184595" y="68544"/>
                    </a:cubicBezTo>
                    <a:close/>
                    <a:moveTo>
                      <a:pt x="93423" y="121444"/>
                    </a:moveTo>
                    <a:cubicBezTo>
                      <a:pt x="73696" y="121444"/>
                      <a:pt x="57704" y="105452"/>
                      <a:pt x="57704" y="85725"/>
                    </a:cubicBezTo>
                    <a:cubicBezTo>
                      <a:pt x="57704" y="65998"/>
                      <a:pt x="73696" y="50006"/>
                      <a:pt x="93423" y="50006"/>
                    </a:cubicBezTo>
                    <a:cubicBezTo>
                      <a:pt x="113150" y="50006"/>
                      <a:pt x="129141" y="65998"/>
                      <a:pt x="129141" y="85725"/>
                    </a:cubicBezTo>
                    <a:cubicBezTo>
                      <a:pt x="129141" y="105452"/>
                      <a:pt x="113150" y="121444"/>
                      <a:pt x="93423" y="121444"/>
                    </a:cubicBezTo>
                    <a:close/>
                  </a:path>
                </a:pathLst>
              </a:custGeom>
              <a:solidFill>
                <a:srgbClr val="0D47A1">
                  <a:alpha val="20000"/>
                </a:srgbClr>
              </a:solidFill>
              <a:ln>
                <a:noFill/>
              </a:ln>
            </p:spPr>
          </p:sp>
          <p:sp>
            <p:nvSpPr>
              <p:cNvPr id="30" name="Freeform 30"/>
              <p:cNvSpPr/>
              <p:nvPr/>
            </p:nvSpPr>
            <p:spPr>
              <a:xfrm>
                <a:off x="7395537" y="2802442"/>
                <a:ext cx="201262" cy="186326"/>
              </a:xfrm>
              <a:custGeom>
                <a:avLst/>
                <a:gdLst/>
                <a:ahLst/>
                <a:cxnLst/>
                <a:rect l="l" t="t" r="r" b="b"/>
                <a:pathLst>
                  <a:path w="201262" h="186326">
                    <a:moveTo>
                      <a:pt x="100638" y="50296"/>
                    </a:moveTo>
                    <a:cubicBezTo>
                      <a:pt x="76965" y="50296"/>
                      <a:pt x="57775" y="69486"/>
                      <a:pt x="57775" y="93158"/>
                    </a:cubicBezTo>
                    <a:cubicBezTo>
                      <a:pt x="57775" y="116831"/>
                      <a:pt x="76965" y="136021"/>
                      <a:pt x="100638" y="136021"/>
                    </a:cubicBezTo>
                    <a:cubicBezTo>
                      <a:pt x="124310" y="136021"/>
                      <a:pt x="143500" y="116831"/>
                      <a:pt x="143500" y="93158"/>
                    </a:cubicBezTo>
                    <a:cubicBezTo>
                      <a:pt x="143476" y="69496"/>
                      <a:pt x="124300" y="50320"/>
                      <a:pt x="100638" y="50296"/>
                    </a:cubicBezTo>
                    <a:close/>
                    <a:moveTo>
                      <a:pt x="100638" y="121733"/>
                    </a:moveTo>
                    <a:cubicBezTo>
                      <a:pt x="84856" y="121733"/>
                      <a:pt x="72063" y="108940"/>
                      <a:pt x="72063" y="93158"/>
                    </a:cubicBezTo>
                    <a:cubicBezTo>
                      <a:pt x="72063" y="77377"/>
                      <a:pt x="84856" y="64583"/>
                      <a:pt x="100638" y="64583"/>
                    </a:cubicBezTo>
                    <a:cubicBezTo>
                      <a:pt x="116419" y="64583"/>
                      <a:pt x="129213" y="77377"/>
                      <a:pt x="129213" y="93158"/>
                    </a:cubicBezTo>
                    <a:cubicBezTo>
                      <a:pt x="129213" y="108940"/>
                      <a:pt x="116419" y="121733"/>
                      <a:pt x="100638" y="121733"/>
                    </a:cubicBezTo>
                    <a:close/>
                    <a:moveTo>
                      <a:pt x="198811" y="74594"/>
                    </a:moveTo>
                    <a:cubicBezTo>
                      <a:pt x="198408" y="72558"/>
                      <a:pt x="197140" y="70798"/>
                      <a:pt x="195337" y="69771"/>
                    </a:cubicBezTo>
                    <a:lnTo>
                      <a:pt x="168700" y="54591"/>
                    </a:lnTo>
                    <a:lnTo>
                      <a:pt x="168593" y="24569"/>
                    </a:lnTo>
                    <a:cubicBezTo>
                      <a:pt x="168586" y="22477"/>
                      <a:pt x="167662" y="20492"/>
                      <a:pt x="166065" y="19140"/>
                    </a:cubicBezTo>
                    <a:cubicBezTo>
                      <a:pt x="156403" y="10967"/>
                      <a:pt x="145276" y="4703"/>
                      <a:pt x="133276" y="682"/>
                    </a:cubicBezTo>
                    <a:cubicBezTo>
                      <a:pt x="131365" y="36"/>
                      <a:pt x="129269" y="227"/>
                      <a:pt x="127507" y="1209"/>
                    </a:cubicBezTo>
                    <a:lnTo>
                      <a:pt x="100638" y="16229"/>
                    </a:lnTo>
                    <a:lnTo>
                      <a:pt x="73741" y="1183"/>
                    </a:lnTo>
                    <a:cubicBezTo>
                      <a:pt x="71978" y="195"/>
                      <a:pt x="69879" y="0"/>
                      <a:pt x="67964" y="647"/>
                    </a:cubicBezTo>
                    <a:cubicBezTo>
                      <a:pt x="55971" y="4693"/>
                      <a:pt x="44856" y="10981"/>
                      <a:pt x="35210" y="19176"/>
                    </a:cubicBezTo>
                    <a:cubicBezTo>
                      <a:pt x="33615" y="20526"/>
                      <a:pt x="32692" y="22507"/>
                      <a:pt x="32683" y="24596"/>
                    </a:cubicBezTo>
                    <a:lnTo>
                      <a:pt x="32549" y="54645"/>
                    </a:lnTo>
                    <a:lnTo>
                      <a:pt x="5911" y="69825"/>
                    </a:lnTo>
                    <a:cubicBezTo>
                      <a:pt x="4108" y="70852"/>
                      <a:pt x="2840" y="72612"/>
                      <a:pt x="2438" y="74647"/>
                    </a:cubicBezTo>
                    <a:cubicBezTo>
                      <a:pt x="0" y="86898"/>
                      <a:pt x="0" y="99508"/>
                      <a:pt x="2438" y="111759"/>
                    </a:cubicBezTo>
                    <a:cubicBezTo>
                      <a:pt x="2840" y="113794"/>
                      <a:pt x="4108" y="115554"/>
                      <a:pt x="5911" y="116581"/>
                    </a:cubicBezTo>
                    <a:lnTo>
                      <a:pt x="32549" y="131761"/>
                    </a:lnTo>
                    <a:lnTo>
                      <a:pt x="32656" y="161792"/>
                    </a:lnTo>
                    <a:cubicBezTo>
                      <a:pt x="32662" y="163884"/>
                      <a:pt x="33586" y="165869"/>
                      <a:pt x="35183" y="167221"/>
                    </a:cubicBezTo>
                    <a:cubicBezTo>
                      <a:pt x="44846" y="175395"/>
                      <a:pt x="55973" y="181658"/>
                      <a:pt x="67973" y="185679"/>
                    </a:cubicBezTo>
                    <a:cubicBezTo>
                      <a:pt x="69884" y="186326"/>
                      <a:pt x="71979" y="186134"/>
                      <a:pt x="73741" y="185152"/>
                    </a:cubicBezTo>
                    <a:lnTo>
                      <a:pt x="100638" y="170088"/>
                    </a:lnTo>
                    <a:lnTo>
                      <a:pt x="127534" y="185134"/>
                    </a:lnTo>
                    <a:cubicBezTo>
                      <a:pt x="128598" y="185727"/>
                      <a:pt x="129798" y="186035"/>
                      <a:pt x="131016" y="186027"/>
                    </a:cubicBezTo>
                    <a:cubicBezTo>
                      <a:pt x="131797" y="186027"/>
                      <a:pt x="132572" y="185900"/>
                      <a:pt x="133311" y="185652"/>
                    </a:cubicBezTo>
                    <a:cubicBezTo>
                      <a:pt x="145301" y="181607"/>
                      <a:pt x="156416" y="175326"/>
                      <a:pt x="166065" y="167141"/>
                    </a:cubicBezTo>
                    <a:cubicBezTo>
                      <a:pt x="167660" y="165791"/>
                      <a:pt x="168583" y="163810"/>
                      <a:pt x="168593" y="161720"/>
                    </a:cubicBezTo>
                    <a:lnTo>
                      <a:pt x="168726" y="131672"/>
                    </a:lnTo>
                    <a:lnTo>
                      <a:pt x="195364" y="116492"/>
                    </a:lnTo>
                    <a:cubicBezTo>
                      <a:pt x="197167" y="115465"/>
                      <a:pt x="198435" y="113705"/>
                      <a:pt x="198837" y="111670"/>
                    </a:cubicBezTo>
                    <a:cubicBezTo>
                      <a:pt x="201262" y="99429"/>
                      <a:pt x="201253" y="86831"/>
                      <a:pt x="198811" y="74594"/>
                    </a:cubicBezTo>
                    <a:close/>
                    <a:moveTo>
                      <a:pt x="185416" y="105767"/>
                    </a:moveTo>
                    <a:lnTo>
                      <a:pt x="159904" y="120278"/>
                    </a:lnTo>
                    <a:cubicBezTo>
                      <a:pt x="158786" y="120913"/>
                      <a:pt x="157861" y="121839"/>
                      <a:pt x="157225" y="122957"/>
                    </a:cubicBezTo>
                    <a:cubicBezTo>
                      <a:pt x="156707" y="123850"/>
                      <a:pt x="156162" y="124796"/>
                      <a:pt x="155609" y="125689"/>
                    </a:cubicBezTo>
                    <a:cubicBezTo>
                      <a:pt x="154900" y="126815"/>
                      <a:pt x="154523" y="128118"/>
                      <a:pt x="154519" y="129449"/>
                    </a:cubicBezTo>
                    <a:lnTo>
                      <a:pt x="154385" y="158247"/>
                    </a:lnTo>
                    <a:cubicBezTo>
                      <a:pt x="147528" y="163632"/>
                      <a:pt x="139888" y="167938"/>
                      <a:pt x="131731" y="171016"/>
                    </a:cubicBezTo>
                    <a:lnTo>
                      <a:pt x="105995" y="156675"/>
                    </a:lnTo>
                    <a:cubicBezTo>
                      <a:pt x="104927" y="156084"/>
                      <a:pt x="103725" y="155777"/>
                      <a:pt x="102504" y="155782"/>
                    </a:cubicBezTo>
                    <a:lnTo>
                      <a:pt x="102334" y="155782"/>
                    </a:lnTo>
                    <a:cubicBezTo>
                      <a:pt x="101254" y="155782"/>
                      <a:pt x="100164" y="155782"/>
                      <a:pt x="99084" y="155782"/>
                    </a:cubicBezTo>
                    <a:cubicBezTo>
                      <a:pt x="97806" y="155751"/>
                      <a:pt x="96543" y="156059"/>
                      <a:pt x="95423" y="156675"/>
                    </a:cubicBezTo>
                    <a:lnTo>
                      <a:pt x="69669" y="171052"/>
                    </a:lnTo>
                    <a:cubicBezTo>
                      <a:pt x="61494" y="167997"/>
                      <a:pt x="53834" y="163712"/>
                      <a:pt x="46952" y="158345"/>
                    </a:cubicBezTo>
                    <a:lnTo>
                      <a:pt x="46854" y="129591"/>
                    </a:lnTo>
                    <a:cubicBezTo>
                      <a:pt x="46850" y="128258"/>
                      <a:pt x="46472" y="126953"/>
                      <a:pt x="45765" y="125823"/>
                    </a:cubicBezTo>
                    <a:cubicBezTo>
                      <a:pt x="45211" y="124930"/>
                      <a:pt x="44666" y="124037"/>
                      <a:pt x="44157" y="123091"/>
                    </a:cubicBezTo>
                    <a:cubicBezTo>
                      <a:pt x="43526" y="121956"/>
                      <a:pt x="42601" y="121012"/>
                      <a:pt x="41478" y="120358"/>
                    </a:cubicBezTo>
                    <a:lnTo>
                      <a:pt x="15940" y="105812"/>
                    </a:lnTo>
                    <a:cubicBezTo>
                      <a:pt x="14618" y="97452"/>
                      <a:pt x="14618" y="88936"/>
                      <a:pt x="15940" y="80576"/>
                    </a:cubicBezTo>
                    <a:lnTo>
                      <a:pt x="41407" y="66039"/>
                    </a:lnTo>
                    <a:cubicBezTo>
                      <a:pt x="42525" y="65403"/>
                      <a:pt x="43450" y="64478"/>
                      <a:pt x="44086" y="63360"/>
                    </a:cubicBezTo>
                    <a:cubicBezTo>
                      <a:pt x="44604" y="62467"/>
                      <a:pt x="45149" y="61520"/>
                      <a:pt x="45702" y="60627"/>
                    </a:cubicBezTo>
                    <a:cubicBezTo>
                      <a:pt x="46411" y="59501"/>
                      <a:pt x="46788" y="58199"/>
                      <a:pt x="46792" y="56868"/>
                    </a:cubicBezTo>
                    <a:lnTo>
                      <a:pt x="46926" y="28070"/>
                    </a:lnTo>
                    <a:cubicBezTo>
                      <a:pt x="53783" y="22685"/>
                      <a:pt x="61423" y="18379"/>
                      <a:pt x="69580" y="15300"/>
                    </a:cubicBezTo>
                    <a:lnTo>
                      <a:pt x="95280" y="29641"/>
                    </a:lnTo>
                    <a:cubicBezTo>
                      <a:pt x="96398" y="30261"/>
                      <a:pt x="97663" y="30570"/>
                      <a:pt x="98941" y="30534"/>
                    </a:cubicBezTo>
                    <a:cubicBezTo>
                      <a:pt x="100021" y="30534"/>
                      <a:pt x="101111" y="30534"/>
                      <a:pt x="102191" y="30534"/>
                    </a:cubicBezTo>
                    <a:cubicBezTo>
                      <a:pt x="103470" y="30570"/>
                      <a:pt x="104734" y="30261"/>
                      <a:pt x="105853" y="29641"/>
                    </a:cubicBezTo>
                    <a:lnTo>
                      <a:pt x="131606" y="15265"/>
                    </a:lnTo>
                    <a:cubicBezTo>
                      <a:pt x="139781" y="18319"/>
                      <a:pt x="147441" y="22604"/>
                      <a:pt x="154323" y="27972"/>
                    </a:cubicBezTo>
                    <a:lnTo>
                      <a:pt x="154421" y="56725"/>
                    </a:lnTo>
                    <a:cubicBezTo>
                      <a:pt x="154426" y="58058"/>
                      <a:pt x="154803" y="59364"/>
                      <a:pt x="155511" y="60494"/>
                    </a:cubicBezTo>
                    <a:cubicBezTo>
                      <a:pt x="156064" y="61387"/>
                      <a:pt x="156609" y="62279"/>
                      <a:pt x="157118" y="63226"/>
                    </a:cubicBezTo>
                    <a:cubicBezTo>
                      <a:pt x="157749" y="64361"/>
                      <a:pt x="158674" y="65305"/>
                      <a:pt x="159797" y="65959"/>
                    </a:cubicBezTo>
                    <a:lnTo>
                      <a:pt x="185336" y="80505"/>
                    </a:lnTo>
                    <a:cubicBezTo>
                      <a:pt x="186675" y="88871"/>
                      <a:pt x="186690" y="97396"/>
                      <a:pt x="185380" y="105767"/>
                    </a:cubicBezTo>
                    <a:close/>
                  </a:path>
                </a:pathLst>
              </a:custGeom>
              <a:solidFill>
                <a:srgbClr val="0D47A1"/>
              </a:solidFill>
              <a:ln>
                <a:noFill/>
              </a:ln>
            </p:spPr>
          </p:sp>
        </p:grpSp>
        <p:sp>
          <p:nvSpPr>
            <p:cNvPr id="32" name="TextBox 32"/>
            <p:cNvSpPr txBox="1"/>
            <p:nvPr/>
          </p:nvSpPr>
          <p:spPr>
            <a:xfrm>
              <a:off x="6923321" y="3253740"/>
              <a:ext cx="1145709" cy="352044"/>
            </a:xfrm>
            <a:prstGeom prst="rect">
              <a:avLst/>
            </a:prstGeom>
            <a:noFill/>
            <a:ln>
              <a:noFill/>
            </a:ln>
          </p:spPr>
          <p:txBody>
            <a:bodyPr wrap="none" lIns="0" tIns="0" rIns="0" bIns="0" anchor="t" anchorCtr="0">
              <a:spAutoFit/>
            </a:bodyPr>
            <a:lstStyle/>
            <a:p>
              <a:pPr algn="ctr"/>
              <a:r>
                <a:rPr lang="en-US" sz="1800" b="1" dirty="0">
                  <a:solidFill>
                    <a:srgbClr val="2B2420"/>
                  </a:solidFill>
                  <a:latin typeface="Pretendard SemiBold"/>
                  <a:ea typeface="Pretendard SemiBold"/>
                  <a:cs typeface="Pretendard SemiBold"/>
                </a:rPr>
                <a:t>Subagent</a:t>
              </a:r>
            </a:p>
          </p:txBody>
        </p:sp>
        <p:sp>
          <p:nvSpPr>
            <p:cNvPr id="33" name="Freeform 33"/>
            <p:cNvSpPr/>
            <p:nvPr/>
          </p:nvSpPr>
          <p:spPr>
            <a:xfrm>
              <a:off x="6438900" y="3676650"/>
              <a:ext cx="2114550" cy="38100"/>
            </a:xfrm>
            <a:custGeom>
              <a:avLst/>
              <a:gdLst/>
              <a:ahLst/>
              <a:cxnLst/>
              <a:rect l="l" t="t" r="r" b="b"/>
              <a:pathLst>
                <a:path w="2114550" h="38100">
                  <a:moveTo>
                    <a:pt x="0" y="0"/>
                  </a:moveTo>
                  <a:cubicBezTo>
                    <a:pt x="704850" y="38100"/>
                    <a:pt x="1409700" y="38100"/>
                    <a:pt x="2114550" y="0"/>
                  </a:cubicBezTo>
                </a:path>
              </a:pathLst>
            </a:custGeom>
            <a:noFill/>
            <a:ln w="19050">
              <a:solidFill>
                <a:srgbClr val="2B2420">
                  <a:alpha val="30000"/>
                </a:srgbClr>
              </a:solidFill>
            </a:ln>
          </p:spPr>
        </p:sp>
        <p:sp>
          <p:nvSpPr>
            <p:cNvPr id="34" name="TextBox 34"/>
            <p:cNvSpPr txBox="1"/>
            <p:nvPr/>
          </p:nvSpPr>
          <p:spPr>
            <a:xfrm>
              <a:off x="6774622" y="4091940"/>
              <a:ext cx="1443106" cy="352044"/>
            </a:xfrm>
            <a:prstGeom prst="rect">
              <a:avLst/>
            </a:prstGeom>
            <a:noFill/>
            <a:ln>
              <a:noFill/>
            </a:ln>
          </p:spPr>
          <p:txBody>
            <a:bodyPr wrap="none" lIns="0" tIns="0" rIns="0" bIns="0" anchor="t" anchorCtr="0">
              <a:spAutoFit/>
            </a:bodyPr>
            <a:lstStyle/>
            <a:p>
              <a:pPr algn="ctr"/>
              <a:r>
                <a:rPr lang="ko-KR" sz="1800" b="1" dirty="0">
                  <a:solidFill>
                    <a:srgbClr val="0D47A1"/>
                  </a:solidFill>
                  <a:latin typeface="Pretendard SemiBold"/>
                  <a:ea typeface="Pretendard SemiBold"/>
                  <a:cs typeface="Pretendard SemiBold"/>
                </a:rPr>
                <a:t>옆 팀 담당자</a:t>
              </a:r>
            </a:p>
          </p:txBody>
        </p:sp>
      </p:grpSp>
      <p:grpSp>
        <p:nvGrpSpPr>
          <p:cNvPr id="45" name="Group 45"/>
          <p:cNvGrpSpPr/>
          <p:nvPr/>
        </p:nvGrpSpPr>
        <p:grpSpPr>
          <a:xfrm>
            <a:off x="9010650" y="2381250"/>
            <a:ext cx="2571750" cy="3524250"/>
            <a:chOff x="9010650" y="2381250"/>
            <a:chExt cx="2571750" cy="3524250"/>
          </a:xfrm>
        </p:grpSpPr>
        <p:sp>
          <p:nvSpPr>
            <p:cNvPr id="36" name="Rectangle 36"/>
            <p:cNvSpPr/>
            <p:nvPr/>
          </p:nvSpPr>
          <p:spPr>
            <a:xfrm>
              <a:off x="9010650" y="2381250"/>
              <a:ext cx="2571750" cy="3524250"/>
            </a:xfrm>
            <a:prstGeom prst="roundRect">
              <a:avLst>
                <a:gd name="adj" fmla="val 5926"/>
              </a:avLst>
            </a:prstGeom>
            <a:solidFill>
              <a:srgbClr val="FFF8EC"/>
            </a:solidFill>
            <a:ln w="14288">
              <a:solidFill>
                <a:srgbClr val="2B2420">
                  <a:alpha val="30000"/>
                </a:srgbClr>
              </a:solidFill>
            </a:ln>
          </p:spPr>
        </p:sp>
        <p:sp>
          <p:nvSpPr>
            <p:cNvPr id="37" name="Freeform 37"/>
            <p:cNvSpPr/>
            <p:nvPr/>
          </p:nvSpPr>
          <p:spPr>
            <a:xfrm>
              <a:off x="90106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2E7D32">
                <a:alpha val="16000"/>
              </a:srgbClr>
            </a:solidFill>
            <a:ln>
              <a:noFill/>
            </a:ln>
          </p:spPr>
        </p:sp>
        <p:sp>
          <p:nvSpPr>
            <p:cNvPr id="38" name="Ellipse 38"/>
            <p:cNvSpPr/>
            <p:nvPr/>
          </p:nvSpPr>
          <p:spPr>
            <a:xfrm>
              <a:off x="10048875" y="2647950"/>
              <a:ext cx="495300" cy="495300"/>
            </a:xfrm>
            <a:prstGeom prst="ellipse">
              <a:avLst/>
            </a:prstGeom>
            <a:solidFill>
              <a:srgbClr val="FFF8EC"/>
            </a:solidFill>
            <a:ln w="19050">
              <a:solidFill>
                <a:srgbClr val="2E7D32"/>
              </a:solidFill>
            </a:ln>
          </p:spPr>
        </p:sp>
        <p:grpSp>
          <p:nvGrpSpPr>
            <p:cNvPr id="41" name="Group 41"/>
            <p:cNvGrpSpPr/>
            <p:nvPr/>
          </p:nvGrpSpPr>
          <p:grpSpPr>
            <a:xfrm>
              <a:off x="10217944" y="2802731"/>
              <a:ext cx="157162" cy="185738"/>
              <a:chOff x="10217944" y="2802731"/>
              <a:chExt cx="157162" cy="185738"/>
            </a:xfrm>
          </p:grpSpPr>
          <p:sp>
            <p:nvSpPr>
              <p:cNvPr id="39" name="Freeform 39"/>
              <p:cNvSpPr/>
              <p:nvPr/>
            </p:nvSpPr>
            <p:spPr>
              <a:xfrm>
                <a:off x="10225088" y="2809875"/>
                <a:ext cx="142875" cy="164306"/>
              </a:xfrm>
              <a:custGeom>
                <a:avLst/>
                <a:gdLst/>
                <a:ahLst/>
                <a:cxnLst/>
                <a:rect l="l" t="t" r="r" b="b"/>
                <a:pathLst>
                  <a:path w="142875" h="164306">
                    <a:moveTo>
                      <a:pt x="142875" y="0"/>
                    </a:moveTo>
                    <a:lnTo>
                      <a:pt x="142875" y="142875"/>
                    </a:lnTo>
                    <a:lnTo>
                      <a:pt x="21431" y="142875"/>
                    </a:lnTo>
                    <a:cubicBezTo>
                      <a:pt x="9595" y="142875"/>
                      <a:pt x="0" y="152470"/>
                      <a:pt x="0" y="164306"/>
                    </a:cubicBezTo>
                    <a:lnTo>
                      <a:pt x="0" y="21431"/>
                    </a:lnTo>
                    <a:cubicBezTo>
                      <a:pt x="0" y="9595"/>
                      <a:pt x="9595" y="0"/>
                      <a:pt x="21431" y="0"/>
                    </a:cubicBezTo>
                    <a:close/>
                  </a:path>
                </a:pathLst>
              </a:custGeom>
              <a:solidFill>
                <a:srgbClr val="2E7D32">
                  <a:alpha val="20000"/>
                </a:srgbClr>
              </a:solidFill>
              <a:ln>
                <a:noFill/>
              </a:ln>
            </p:spPr>
          </p:sp>
          <p:sp>
            <p:nvSpPr>
              <p:cNvPr id="40" name="Freeform 40"/>
              <p:cNvSpPr/>
              <p:nvPr/>
            </p:nvSpPr>
            <p:spPr>
              <a:xfrm>
                <a:off x="10217944" y="2802731"/>
                <a:ext cx="157162" cy="185738"/>
              </a:xfrm>
              <a:custGeom>
                <a:avLst/>
                <a:gdLst/>
                <a:ahLst/>
                <a:cxnLst/>
                <a:rect l="l" t="t" r="r" b="b"/>
                <a:pathLst>
                  <a:path w="157162" h="185738">
                    <a:moveTo>
                      <a:pt x="150019" y="0"/>
                    </a:moveTo>
                    <a:lnTo>
                      <a:pt x="28575" y="0"/>
                    </a:lnTo>
                    <a:cubicBezTo>
                      <a:pt x="12793" y="0"/>
                      <a:pt x="0" y="12793"/>
                      <a:pt x="0" y="28575"/>
                    </a:cubicBezTo>
                    <a:lnTo>
                      <a:pt x="0" y="178594"/>
                    </a:lnTo>
                    <a:cubicBezTo>
                      <a:pt x="0" y="182539"/>
                      <a:pt x="3198" y="185738"/>
                      <a:pt x="7144" y="185738"/>
                    </a:cubicBezTo>
                    <a:lnTo>
                      <a:pt x="135731" y="185738"/>
                    </a:lnTo>
                    <a:cubicBezTo>
                      <a:pt x="139677" y="185738"/>
                      <a:pt x="142875" y="182539"/>
                      <a:pt x="142875" y="178594"/>
                    </a:cubicBezTo>
                    <a:cubicBezTo>
                      <a:pt x="142875" y="174648"/>
                      <a:pt x="139677" y="171450"/>
                      <a:pt x="135731" y="171450"/>
                    </a:cubicBezTo>
                    <a:lnTo>
                      <a:pt x="14288" y="171450"/>
                    </a:lnTo>
                    <a:cubicBezTo>
                      <a:pt x="14288" y="163559"/>
                      <a:pt x="20684" y="157162"/>
                      <a:pt x="28575" y="157162"/>
                    </a:cubicBezTo>
                    <a:lnTo>
                      <a:pt x="150019" y="157162"/>
                    </a:lnTo>
                    <a:cubicBezTo>
                      <a:pt x="153964" y="157162"/>
                      <a:pt x="157162" y="153964"/>
                      <a:pt x="157162" y="150019"/>
                    </a:cubicBezTo>
                    <a:lnTo>
                      <a:pt x="157162" y="7144"/>
                    </a:lnTo>
                    <a:cubicBezTo>
                      <a:pt x="157162" y="3198"/>
                      <a:pt x="153964" y="0"/>
                      <a:pt x="150019" y="0"/>
                    </a:cubicBezTo>
                    <a:close/>
                    <a:moveTo>
                      <a:pt x="142875" y="142875"/>
                    </a:moveTo>
                    <a:lnTo>
                      <a:pt x="28575" y="142875"/>
                    </a:lnTo>
                    <a:cubicBezTo>
                      <a:pt x="23558" y="142868"/>
                      <a:pt x="18628" y="144190"/>
                      <a:pt x="14288" y="146706"/>
                    </a:cubicBezTo>
                    <a:lnTo>
                      <a:pt x="14288" y="28575"/>
                    </a:lnTo>
                    <a:cubicBezTo>
                      <a:pt x="14288" y="20684"/>
                      <a:pt x="20684" y="14288"/>
                      <a:pt x="28575" y="14288"/>
                    </a:cubicBezTo>
                    <a:lnTo>
                      <a:pt x="142875" y="14288"/>
                    </a:lnTo>
                    <a:close/>
                  </a:path>
                </a:pathLst>
              </a:custGeom>
              <a:solidFill>
                <a:srgbClr val="2E7D32"/>
              </a:solidFill>
              <a:ln>
                <a:noFill/>
              </a:ln>
            </p:spPr>
          </p:sp>
        </p:grpSp>
        <p:sp>
          <p:nvSpPr>
            <p:cNvPr id="42" name="TextBox 42"/>
            <p:cNvSpPr txBox="1"/>
            <p:nvPr/>
          </p:nvSpPr>
          <p:spPr>
            <a:xfrm>
              <a:off x="9730076" y="3253740"/>
              <a:ext cx="1132897" cy="352044"/>
            </a:xfrm>
            <a:prstGeom prst="rect">
              <a:avLst/>
            </a:prstGeom>
            <a:noFill/>
            <a:ln>
              <a:noFill/>
            </a:ln>
          </p:spPr>
          <p:txBody>
            <a:bodyPr wrap="none" lIns="0" tIns="0" rIns="0" bIns="0" anchor="t" anchorCtr="0">
              <a:spAutoFit/>
            </a:bodyPr>
            <a:lstStyle/>
            <a:p>
              <a:pPr algn="ctr"/>
              <a:r>
                <a:rPr lang="en-US" sz="1800" b="1" dirty="0">
                  <a:solidFill>
                    <a:srgbClr val="2B2420"/>
                  </a:solidFill>
                  <a:latin typeface="Pretendard SemiBold"/>
                  <a:ea typeface="Pretendard SemiBold"/>
                  <a:cs typeface="Pretendard SemiBold"/>
                </a:rPr>
                <a:t>Template</a:t>
              </a:r>
            </a:p>
          </p:txBody>
        </p:sp>
        <p:sp>
          <p:nvSpPr>
            <p:cNvPr id="43" name="Freeform 43"/>
            <p:cNvSpPr/>
            <p:nvPr/>
          </p:nvSpPr>
          <p:spPr>
            <a:xfrm>
              <a:off x="9239250" y="3676650"/>
              <a:ext cx="2114550" cy="38100"/>
            </a:xfrm>
            <a:custGeom>
              <a:avLst/>
              <a:gdLst/>
              <a:ahLst/>
              <a:cxnLst/>
              <a:rect l="l" t="t" r="r" b="b"/>
              <a:pathLst>
                <a:path w="2114550" h="38100">
                  <a:moveTo>
                    <a:pt x="0" y="0"/>
                  </a:moveTo>
                  <a:cubicBezTo>
                    <a:pt x="704850" y="38100"/>
                    <a:pt x="1409700" y="38100"/>
                    <a:pt x="2114550" y="0"/>
                  </a:cubicBezTo>
                </a:path>
              </a:pathLst>
            </a:custGeom>
            <a:noFill/>
            <a:ln w="19050">
              <a:solidFill>
                <a:srgbClr val="2B2420">
                  <a:alpha val="30000"/>
                </a:srgbClr>
              </a:solidFill>
            </a:ln>
          </p:spPr>
        </p:sp>
        <p:sp>
          <p:nvSpPr>
            <p:cNvPr id="44" name="TextBox 44"/>
            <p:cNvSpPr txBox="1"/>
            <p:nvPr/>
          </p:nvSpPr>
          <p:spPr>
            <a:xfrm>
              <a:off x="9740353" y="4091940"/>
              <a:ext cx="1112345" cy="352044"/>
            </a:xfrm>
            <a:prstGeom prst="rect">
              <a:avLst/>
            </a:prstGeom>
            <a:noFill/>
            <a:ln>
              <a:noFill/>
            </a:ln>
          </p:spPr>
          <p:txBody>
            <a:bodyPr wrap="none" lIns="0" tIns="0" rIns="0" bIns="0" anchor="t" anchorCtr="0">
              <a:spAutoFit/>
            </a:bodyPr>
            <a:lstStyle/>
            <a:p>
              <a:pPr algn="ctr"/>
              <a:r>
                <a:rPr lang="ko-KR" sz="1800" b="1" dirty="0">
                  <a:solidFill>
                    <a:srgbClr val="2E7D32"/>
                  </a:solidFill>
                  <a:latin typeface="Pretendard SemiBold"/>
                  <a:ea typeface="Pretendard SemiBold"/>
                  <a:cs typeface="Pretendard SemiBold"/>
                </a:rPr>
                <a:t>표준 양식</a:t>
              </a:r>
            </a:p>
          </p:txBody>
        </p:sp>
      </p:grpSp>
      <p:sp>
        <p:nvSpPr>
          <p:cNvPr id="46" name="TextBox 46"/>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4 / 14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139332" cy="1318259"/>
            <a:chOff x="593598" y="669608"/>
            <a:chExt cx="8139332" cy="1318259"/>
          </a:xfrm>
        </p:grpSpPr>
        <p:sp>
          <p:nvSpPr>
            <p:cNvPr id="2" name="TextBox 2"/>
            <p:cNvSpPr txBox="1"/>
            <p:nvPr/>
          </p:nvSpPr>
          <p:spPr>
            <a:xfrm>
              <a:off x="593598" y="669608"/>
              <a:ext cx="6541978"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준비물: 계정 3종과 GitHub 연동</a:t>
              </a:r>
            </a:p>
          </p:txBody>
        </p:sp>
        <p:sp>
          <p:nvSpPr>
            <p:cNvPr id="3" name="TextBox 3"/>
            <p:cNvSpPr txBox="1"/>
            <p:nvPr/>
          </p:nvSpPr>
          <p:spPr>
            <a:xfrm>
              <a:off x="598170" y="1185862"/>
              <a:ext cx="8134760"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이메일·GitHub·Claude Pro를 준비하고 GitHub 연동까지</a:t>
              </a:r>
            </a:p>
          </p:txBody>
        </p:sp>
        <p:sp>
          <p:nvSpPr>
            <p:cNvPr id="4" name="TextBox 4"/>
            <p:cNvSpPr txBox="1"/>
            <p:nvPr/>
          </p:nvSpPr>
          <p:spPr>
            <a:xfrm>
              <a:off x="598170" y="1547812"/>
              <a:ext cx="380753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마치면 실습 준비가 끝난다</a:t>
              </a:r>
            </a:p>
          </p:txBody>
        </p:sp>
      </p:grpSp>
      <p:sp>
        <p:nvSpPr>
          <p:cNvPr id="6" name="Freeform 6"/>
          <p:cNvSpPr/>
          <p:nvPr/>
        </p:nvSpPr>
        <p:spPr>
          <a:xfrm>
            <a:off x="1282700" y="2428875"/>
            <a:ext cx="101600" cy="3333750"/>
          </a:xfrm>
          <a:custGeom>
            <a:avLst/>
            <a:gdLst/>
            <a:ahLst/>
            <a:cxnLst/>
            <a:rect l="l" t="t" r="r" b="b"/>
            <a:pathLst>
              <a:path w="101600" h="3333750">
                <a:moveTo>
                  <a:pt x="50800" y="0"/>
                </a:moveTo>
                <a:cubicBezTo>
                  <a:pt x="0" y="603250"/>
                  <a:pt x="0" y="1158875"/>
                  <a:pt x="50800" y="1666875"/>
                </a:cubicBezTo>
                <a:cubicBezTo>
                  <a:pt x="101600" y="2174875"/>
                  <a:pt x="101600" y="2730500"/>
                  <a:pt x="50800" y="3333750"/>
                </a:cubicBezTo>
              </a:path>
            </a:pathLst>
          </a:custGeom>
          <a:noFill/>
          <a:ln w="38100" cap="rnd">
            <a:gradFill>
              <a:gsLst>
                <a:gs pos="0">
                  <a:srgbClr val="1565C0"/>
                </a:gs>
                <a:gs pos="100000">
                  <a:srgbClr val="0D47A1"/>
                </a:gs>
              </a:gsLst>
              <a:lin ang="5400000" scaled="1"/>
            </a:gradFill>
          </a:ln>
        </p:spPr>
      </p:sp>
      <p:grpSp>
        <p:nvGrpSpPr>
          <p:cNvPr id="12" name="Group 12"/>
          <p:cNvGrpSpPr/>
          <p:nvPr/>
        </p:nvGrpSpPr>
        <p:grpSpPr>
          <a:xfrm>
            <a:off x="1085850" y="2409825"/>
            <a:ext cx="10496550" cy="642176"/>
            <a:chOff x="1085850" y="2409825"/>
            <a:chExt cx="10496550" cy="642176"/>
          </a:xfrm>
        </p:grpSpPr>
        <p:sp>
          <p:nvSpPr>
            <p:cNvPr id="7" name="Ellipse 7"/>
            <p:cNvSpPr/>
            <p:nvPr/>
          </p:nvSpPr>
          <p:spPr>
            <a:xfrm>
              <a:off x="1085850" y="2466975"/>
              <a:ext cx="495300" cy="495300"/>
            </a:xfrm>
            <a:prstGeom prst="ellipse">
              <a:avLst/>
            </a:prstGeom>
            <a:solidFill>
              <a:srgbClr val="1565C0"/>
            </a:solidFill>
            <a:ln>
              <a:noFill/>
            </a:ln>
          </p:spPr>
        </p:sp>
        <p:sp>
          <p:nvSpPr>
            <p:cNvPr id="8" name="TextBox 8"/>
            <p:cNvSpPr txBox="1"/>
            <p:nvPr/>
          </p:nvSpPr>
          <p:spPr>
            <a:xfrm>
              <a:off x="1274165" y="2635568"/>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1</a:t>
              </a:r>
            </a:p>
          </p:txBody>
        </p:sp>
        <p:sp>
          <p:nvSpPr>
            <p:cNvPr id="9" name="Rectangle 9"/>
            <p:cNvSpPr/>
            <p:nvPr/>
          </p:nvSpPr>
          <p:spPr>
            <a:xfrm>
              <a:off x="1905000" y="2409825"/>
              <a:ext cx="9677400" cy="609600"/>
            </a:xfrm>
            <a:prstGeom prst="roundRect">
              <a:avLst>
                <a:gd name="adj" fmla="val 18750"/>
              </a:avLst>
            </a:prstGeom>
            <a:solidFill>
              <a:srgbClr val="FFF8EC"/>
            </a:solidFill>
            <a:ln w="14288">
              <a:solidFill>
                <a:srgbClr val="2B2420">
                  <a:alpha val="30000"/>
                </a:srgbClr>
              </a:solidFill>
            </a:ln>
          </p:spPr>
        </p:sp>
        <p:sp>
          <p:nvSpPr>
            <p:cNvPr id="10" name="TextBox 10"/>
            <p:cNvSpPr txBox="1"/>
            <p:nvPr/>
          </p:nvSpPr>
          <p:spPr>
            <a:xfrm>
              <a:off x="2162556" y="2491740"/>
              <a:ext cx="78158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이메일</a:t>
              </a:r>
            </a:p>
          </p:txBody>
        </p:sp>
        <p:sp>
          <p:nvSpPr>
            <p:cNvPr id="11" name="TextBox 11"/>
            <p:cNvSpPr txBox="1"/>
            <p:nvPr/>
          </p:nvSpPr>
          <p:spPr>
            <a:xfrm>
              <a:off x="2164842" y="2787968"/>
              <a:ext cx="227149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GitHub·Claude 가입용 준비</a:t>
              </a:r>
            </a:p>
          </p:txBody>
        </p:sp>
      </p:grpSp>
      <p:grpSp>
        <p:nvGrpSpPr>
          <p:cNvPr id="18" name="Group 18"/>
          <p:cNvGrpSpPr/>
          <p:nvPr/>
        </p:nvGrpSpPr>
        <p:grpSpPr>
          <a:xfrm>
            <a:off x="1085850" y="3305175"/>
            <a:ext cx="10496550" cy="642176"/>
            <a:chOff x="1085850" y="3305175"/>
            <a:chExt cx="10496550" cy="642176"/>
          </a:xfrm>
        </p:grpSpPr>
        <p:sp>
          <p:nvSpPr>
            <p:cNvPr id="13" name="Ellipse 13"/>
            <p:cNvSpPr/>
            <p:nvPr/>
          </p:nvSpPr>
          <p:spPr>
            <a:xfrm>
              <a:off x="1085850" y="3362325"/>
              <a:ext cx="495300" cy="495300"/>
            </a:xfrm>
            <a:prstGeom prst="ellipse">
              <a:avLst/>
            </a:prstGeom>
            <a:solidFill>
              <a:srgbClr val="1565C0"/>
            </a:solidFill>
            <a:ln>
              <a:noFill/>
            </a:ln>
          </p:spPr>
        </p:sp>
        <p:sp>
          <p:nvSpPr>
            <p:cNvPr id="14" name="TextBox 14"/>
            <p:cNvSpPr txBox="1"/>
            <p:nvPr/>
          </p:nvSpPr>
          <p:spPr>
            <a:xfrm>
              <a:off x="1274165" y="3530918"/>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2</a:t>
              </a:r>
            </a:p>
          </p:txBody>
        </p:sp>
        <p:sp>
          <p:nvSpPr>
            <p:cNvPr id="15" name="Rectangle 15"/>
            <p:cNvSpPr/>
            <p:nvPr/>
          </p:nvSpPr>
          <p:spPr>
            <a:xfrm>
              <a:off x="1905000" y="3305175"/>
              <a:ext cx="9677400" cy="609600"/>
            </a:xfrm>
            <a:prstGeom prst="roundRect">
              <a:avLst>
                <a:gd name="adj" fmla="val 18750"/>
              </a:avLst>
            </a:prstGeom>
            <a:solidFill>
              <a:srgbClr val="FFF8EC"/>
            </a:solidFill>
            <a:ln w="14288">
              <a:solidFill>
                <a:srgbClr val="2B2420">
                  <a:alpha val="30000"/>
                </a:srgbClr>
              </a:solidFill>
            </a:ln>
          </p:spPr>
        </p:sp>
        <p:sp>
          <p:nvSpPr>
            <p:cNvPr id="16" name="TextBox 16"/>
            <p:cNvSpPr txBox="1"/>
            <p:nvPr/>
          </p:nvSpPr>
          <p:spPr>
            <a:xfrm>
              <a:off x="2162556" y="3387090"/>
              <a:ext cx="1405181"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GitHub 계정</a:t>
              </a:r>
            </a:p>
          </p:txBody>
        </p:sp>
        <p:sp>
          <p:nvSpPr>
            <p:cNvPr id="17" name="TextBox 17"/>
            <p:cNvSpPr txBox="1"/>
            <p:nvPr/>
          </p:nvSpPr>
          <p:spPr>
            <a:xfrm>
              <a:off x="2164842" y="3683318"/>
              <a:ext cx="2485751"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Claude Code 파일 저장소 역할</a:t>
              </a:r>
            </a:p>
          </p:txBody>
        </p:sp>
      </p:grpSp>
      <p:grpSp>
        <p:nvGrpSpPr>
          <p:cNvPr id="24" name="Group 24"/>
          <p:cNvGrpSpPr/>
          <p:nvPr/>
        </p:nvGrpSpPr>
        <p:grpSpPr>
          <a:xfrm>
            <a:off x="1085850" y="4200525"/>
            <a:ext cx="10496550" cy="642176"/>
            <a:chOff x="1085850" y="4200525"/>
            <a:chExt cx="10496550" cy="642176"/>
          </a:xfrm>
        </p:grpSpPr>
        <p:sp>
          <p:nvSpPr>
            <p:cNvPr id="19" name="Ellipse 19"/>
            <p:cNvSpPr/>
            <p:nvPr/>
          </p:nvSpPr>
          <p:spPr>
            <a:xfrm>
              <a:off x="1085850" y="4257675"/>
              <a:ext cx="495300" cy="495300"/>
            </a:xfrm>
            <a:prstGeom prst="ellipse">
              <a:avLst/>
            </a:prstGeom>
            <a:solidFill>
              <a:srgbClr val="1565C0"/>
            </a:solidFill>
            <a:ln>
              <a:noFill/>
            </a:ln>
          </p:spPr>
        </p:sp>
        <p:sp>
          <p:nvSpPr>
            <p:cNvPr id="20" name="TextBox 20"/>
            <p:cNvSpPr txBox="1"/>
            <p:nvPr/>
          </p:nvSpPr>
          <p:spPr>
            <a:xfrm>
              <a:off x="1274165" y="4426268"/>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3</a:t>
              </a:r>
            </a:p>
          </p:txBody>
        </p:sp>
        <p:sp>
          <p:nvSpPr>
            <p:cNvPr id="21" name="Rectangle 21"/>
            <p:cNvSpPr/>
            <p:nvPr/>
          </p:nvSpPr>
          <p:spPr>
            <a:xfrm>
              <a:off x="1905000" y="4200525"/>
              <a:ext cx="9677400" cy="609600"/>
            </a:xfrm>
            <a:prstGeom prst="roundRect">
              <a:avLst>
                <a:gd name="adj" fmla="val 18750"/>
              </a:avLst>
            </a:prstGeom>
            <a:solidFill>
              <a:srgbClr val="FFF8EC"/>
            </a:solidFill>
            <a:ln w="14288">
              <a:solidFill>
                <a:srgbClr val="2B2420">
                  <a:alpha val="30000"/>
                </a:srgbClr>
              </a:solidFill>
            </a:ln>
          </p:spPr>
        </p:sp>
        <p:sp>
          <p:nvSpPr>
            <p:cNvPr id="22" name="TextBox 22"/>
            <p:cNvSpPr txBox="1"/>
            <p:nvPr/>
          </p:nvSpPr>
          <p:spPr>
            <a:xfrm>
              <a:off x="2162556" y="4282440"/>
              <a:ext cx="2491557"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Claude Pro 이상 플랜</a:t>
              </a:r>
            </a:p>
          </p:txBody>
        </p:sp>
        <p:sp>
          <p:nvSpPr>
            <p:cNvPr id="23" name="TextBox 23"/>
            <p:cNvSpPr txBox="1"/>
            <p:nvPr/>
          </p:nvSpPr>
          <p:spPr>
            <a:xfrm>
              <a:off x="2164842" y="4578668"/>
              <a:ext cx="266954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브라우저 Claude Code 사용 자격</a:t>
              </a:r>
            </a:p>
          </p:txBody>
        </p:sp>
      </p:grpSp>
      <p:grpSp>
        <p:nvGrpSpPr>
          <p:cNvPr id="30" name="Group 30"/>
          <p:cNvGrpSpPr/>
          <p:nvPr/>
        </p:nvGrpSpPr>
        <p:grpSpPr>
          <a:xfrm>
            <a:off x="1066800" y="5095875"/>
            <a:ext cx="10515600" cy="685800"/>
            <a:chOff x="1066800" y="5095875"/>
            <a:chExt cx="10515600" cy="685800"/>
          </a:xfrm>
        </p:grpSpPr>
        <p:sp>
          <p:nvSpPr>
            <p:cNvPr id="25" name="Ellipse 25"/>
            <p:cNvSpPr/>
            <p:nvPr/>
          </p:nvSpPr>
          <p:spPr>
            <a:xfrm>
              <a:off x="1066800" y="5172075"/>
              <a:ext cx="533400" cy="533400"/>
            </a:xfrm>
            <a:prstGeom prst="ellipse">
              <a:avLst/>
            </a:prstGeom>
            <a:solidFill>
              <a:srgbClr val="0D47A1"/>
            </a:solidFill>
            <a:ln>
              <a:noFill/>
            </a:ln>
          </p:spPr>
        </p:sp>
        <p:sp>
          <p:nvSpPr>
            <p:cNvPr id="26" name="TextBox 26"/>
            <p:cNvSpPr txBox="1"/>
            <p:nvPr/>
          </p:nvSpPr>
          <p:spPr>
            <a:xfrm>
              <a:off x="1274165" y="5359718"/>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4</a:t>
              </a:r>
            </a:p>
          </p:txBody>
        </p:sp>
        <p:sp>
          <p:nvSpPr>
            <p:cNvPr id="27" name="Rectangle 27"/>
            <p:cNvSpPr/>
            <p:nvPr/>
          </p:nvSpPr>
          <p:spPr>
            <a:xfrm>
              <a:off x="1905000" y="5095875"/>
              <a:ext cx="9677400" cy="685800"/>
            </a:xfrm>
            <a:prstGeom prst="roundRect">
              <a:avLst>
                <a:gd name="adj" fmla="val 16667"/>
              </a:avLst>
            </a:prstGeom>
            <a:solidFill>
              <a:srgbClr val="FFF8EC"/>
            </a:solidFill>
            <a:ln w="19050">
              <a:solidFill>
                <a:srgbClr val="0D47A1"/>
              </a:solidFill>
            </a:ln>
          </p:spPr>
        </p:sp>
        <p:sp>
          <p:nvSpPr>
            <p:cNvPr id="28" name="TextBox 28"/>
            <p:cNvSpPr txBox="1"/>
            <p:nvPr/>
          </p:nvSpPr>
          <p:spPr>
            <a:xfrm>
              <a:off x="2162556" y="5215890"/>
              <a:ext cx="4409237"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claude.ai/code에서 GitHub 연동 완료</a:t>
              </a:r>
            </a:p>
          </p:txBody>
        </p:sp>
        <p:sp>
          <p:nvSpPr>
            <p:cNvPr id="29" name="TextBox 29"/>
            <p:cNvSpPr txBox="1"/>
            <p:nvPr/>
          </p:nvSpPr>
          <p:spPr>
            <a:xfrm>
              <a:off x="2164842" y="5512118"/>
              <a:ext cx="2977902"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Connect GitHub 버튼으로 권한 승인</a:t>
              </a:r>
            </a:p>
          </p:txBody>
        </p:sp>
      </p:grpSp>
      <p:grpSp>
        <p:nvGrpSpPr>
          <p:cNvPr id="36" name="Group 36"/>
          <p:cNvGrpSpPr/>
          <p:nvPr/>
        </p:nvGrpSpPr>
        <p:grpSpPr>
          <a:xfrm>
            <a:off x="1905000" y="6191250"/>
            <a:ext cx="3429000" cy="400050"/>
            <a:chOff x="1905000" y="6191250"/>
            <a:chExt cx="3429000" cy="400050"/>
          </a:xfrm>
        </p:grpSpPr>
        <p:sp>
          <p:nvSpPr>
            <p:cNvPr id="31" name="Rectangle 31"/>
            <p:cNvSpPr/>
            <p:nvPr/>
          </p:nvSpPr>
          <p:spPr>
            <a:xfrm>
              <a:off x="1905000" y="6191250"/>
              <a:ext cx="3429000" cy="400050"/>
            </a:xfrm>
            <a:prstGeom prst="roundRect">
              <a:avLst>
                <a:gd name="adj" fmla="val 50000"/>
              </a:avLst>
            </a:prstGeom>
            <a:solidFill>
              <a:srgbClr val="FFF8EC"/>
            </a:solidFill>
            <a:ln w="14288">
              <a:solidFill>
                <a:srgbClr val="2B2420">
                  <a:alpha val="30000"/>
                </a:srgbClr>
              </a:solidFill>
            </a:ln>
          </p:spPr>
        </p:sp>
        <p:grpSp>
          <p:nvGrpSpPr>
            <p:cNvPr id="34" name="Group 34"/>
            <p:cNvGrpSpPr/>
            <p:nvPr/>
          </p:nvGrpSpPr>
          <p:grpSpPr>
            <a:xfrm>
              <a:off x="2075259" y="6313884"/>
              <a:ext cx="154781" cy="154781"/>
              <a:chOff x="2075259" y="6313884"/>
              <a:chExt cx="154781" cy="154781"/>
            </a:xfrm>
          </p:grpSpPr>
          <p:sp>
            <p:nvSpPr>
              <p:cNvPr id="32" name="Freeform 32"/>
              <p:cNvSpPr/>
              <p:nvPr/>
            </p:nvSpPr>
            <p:spPr>
              <a:xfrm>
                <a:off x="2081212" y="6319838"/>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2E7D32">
                  <a:alpha val="20000"/>
                </a:srgbClr>
              </a:solidFill>
              <a:ln>
                <a:noFill/>
              </a:ln>
            </p:spPr>
          </p:sp>
          <p:sp>
            <p:nvSpPr>
              <p:cNvPr id="33" name="Freeform 33"/>
              <p:cNvSpPr/>
              <p:nvPr/>
            </p:nvSpPr>
            <p:spPr>
              <a:xfrm>
                <a:off x="2075259" y="6313884"/>
                <a:ext cx="154781" cy="154781"/>
              </a:xfrm>
              <a:custGeom>
                <a:avLst/>
                <a:gdLst/>
                <a:ahLst/>
                <a:cxnLst/>
                <a:rect l="l" t="t" r="r" b="b"/>
                <a:pathLst>
                  <a:path w="154781" h="154781">
                    <a:moveTo>
                      <a:pt x="111368" y="55319"/>
                    </a:moveTo>
                    <a:cubicBezTo>
                      <a:pt x="112486" y="56436"/>
                      <a:pt x="113114" y="57951"/>
                      <a:pt x="113114" y="59531"/>
                    </a:cubicBezTo>
                    <a:cubicBezTo>
                      <a:pt x="113114" y="61111"/>
                      <a:pt x="112486" y="62626"/>
                      <a:pt x="111368" y="63743"/>
                    </a:cubicBezTo>
                    <a:lnTo>
                      <a:pt x="69696" y="105415"/>
                    </a:lnTo>
                    <a:cubicBezTo>
                      <a:pt x="68580" y="106533"/>
                      <a:pt x="67064" y="107161"/>
                      <a:pt x="65484" y="107161"/>
                    </a:cubicBezTo>
                    <a:cubicBezTo>
                      <a:pt x="63904" y="107161"/>
                      <a:pt x="62389" y="106533"/>
                      <a:pt x="61273" y="105415"/>
                    </a:cubicBezTo>
                    <a:lnTo>
                      <a:pt x="43413" y="87556"/>
                    </a:lnTo>
                    <a:cubicBezTo>
                      <a:pt x="41087" y="85229"/>
                      <a:pt x="41087" y="81458"/>
                      <a:pt x="43413" y="79132"/>
                    </a:cubicBezTo>
                    <a:cubicBezTo>
                      <a:pt x="45739" y="76806"/>
                      <a:pt x="49511" y="76806"/>
                      <a:pt x="51837" y="79132"/>
                    </a:cubicBezTo>
                    <a:lnTo>
                      <a:pt x="65484" y="92787"/>
                    </a:lnTo>
                    <a:lnTo>
                      <a:pt x="102944" y="55319"/>
                    </a:lnTo>
                    <a:cubicBezTo>
                      <a:pt x="104061" y="54202"/>
                      <a:pt x="105576" y="53573"/>
                      <a:pt x="107156" y="53573"/>
                    </a:cubicBezTo>
                    <a:cubicBezTo>
                      <a:pt x="108736" y="53573"/>
                      <a:pt x="110251" y="54202"/>
                      <a:pt x="111368" y="55319"/>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rgbClr val="2E7D32"/>
              </a:solidFill>
              <a:ln>
                <a:noFill/>
              </a:ln>
            </p:spPr>
          </p:sp>
        </p:grpSp>
        <p:sp>
          <p:nvSpPr>
            <p:cNvPr id="35" name="TextBox 35"/>
            <p:cNvSpPr txBox="1"/>
            <p:nvPr/>
          </p:nvSpPr>
          <p:spPr>
            <a:xfrm>
              <a:off x="2336292" y="6293168"/>
              <a:ext cx="2149126"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이 준비는 최초 1회만 필요</a:t>
              </a:r>
            </a:p>
          </p:txBody>
        </p:sp>
      </p:grpSp>
      <p:sp>
        <p:nvSpPr>
          <p:cNvPr id="37" name="TextBox 37"/>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5 / 14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713695" cy="1318259"/>
            <a:chOff x="593598" y="669608"/>
            <a:chExt cx="6713695" cy="1318259"/>
          </a:xfrm>
        </p:grpSpPr>
        <p:sp>
          <p:nvSpPr>
            <p:cNvPr id="2" name="TextBox 2"/>
            <p:cNvSpPr txBox="1"/>
            <p:nvPr/>
          </p:nvSpPr>
          <p:spPr>
            <a:xfrm>
              <a:off x="593598" y="669608"/>
              <a:ext cx="6713695"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저장소 준비: slide-master Fork</a:t>
              </a:r>
            </a:p>
          </p:txBody>
        </p:sp>
        <p:sp>
          <p:nvSpPr>
            <p:cNvPr id="3" name="TextBox 3"/>
            <p:cNvSpPr txBox="1"/>
            <p:nvPr/>
          </p:nvSpPr>
          <p:spPr>
            <a:xfrm>
              <a:off x="598170" y="1185862"/>
              <a:ext cx="6216114"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초보자는 slide-master 저장소를 Fork해서</a:t>
              </a:r>
            </a:p>
          </p:txBody>
        </p:sp>
        <p:sp>
          <p:nvSpPr>
            <p:cNvPr id="4" name="TextBox 4"/>
            <p:cNvSpPr txBox="1"/>
            <p:nvPr/>
          </p:nvSpPr>
          <p:spPr>
            <a:xfrm>
              <a:off x="598170" y="1547812"/>
              <a:ext cx="444361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오늘 실습용 저장소로 사용한다</a:t>
              </a:r>
            </a:p>
          </p:txBody>
        </p:sp>
      </p:grpSp>
      <p:sp>
        <p:nvSpPr>
          <p:cNvPr id="6" name="Freeform 6"/>
          <p:cNvSpPr/>
          <p:nvPr/>
        </p:nvSpPr>
        <p:spPr>
          <a:xfrm>
            <a:off x="2343150" y="2768600"/>
            <a:ext cx="685800" cy="88900"/>
          </a:xfrm>
          <a:custGeom>
            <a:avLst/>
            <a:gdLst/>
            <a:ahLst/>
            <a:cxnLst/>
            <a:rect l="l" t="t" r="r" b="b"/>
            <a:pathLst>
              <a:path w="685800" h="88900">
                <a:moveTo>
                  <a:pt x="0" y="88900"/>
                </a:moveTo>
                <a:cubicBezTo>
                  <a:pt x="215900" y="0"/>
                  <a:pt x="444500" y="0"/>
                  <a:pt x="685800" y="88900"/>
                </a:cubicBezTo>
              </a:path>
            </a:pathLst>
          </a:custGeom>
          <a:noFill/>
          <a:ln w="23812" cap="rnd">
            <a:solidFill>
              <a:srgbClr val="A69783"/>
            </a:solidFill>
          </a:ln>
        </p:spPr>
      </p:sp>
      <p:sp>
        <p:nvSpPr>
          <p:cNvPr id="7" name="Polygon 7"/>
          <p:cNvSpPr/>
          <p:nvPr/>
        </p:nvSpPr>
        <p:spPr>
          <a:xfrm>
            <a:off x="2952750" y="278130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8" name="Freeform 8"/>
          <p:cNvSpPr/>
          <p:nvPr/>
        </p:nvSpPr>
        <p:spPr>
          <a:xfrm>
            <a:off x="6076950" y="2768600"/>
            <a:ext cx="685800" cy="88900"/>
          </a:xfrm>
          <a:custGeom>
            <a:avLst/>
            <a:gdLst/>
            <a:ahLst/>
            <a:cxnLst/>
            <a:rect l="l" t="t" r="r" b="b"/>
            <a:pathLst>
              <a:path w="685800" h="88900">
                <a:moveTo>
                  <a:pt x="0" y="88900"/>
                </a:moveTo>
                <a:cubicBezTo>
                  <a:pt x="215900" y="0"/>
                  <a:pt x="444500" y="0"/>
                  <a:pt x="685800" y="88900"/>
                </a:cubicBezTo>
              </a:path>
            </a:pathLst>
          </a:custGeom>
          <a:noFill/>
          <a:ln w="23812" cap="rnd">
            <a:solidFill>
              <a:srgbClr val="A69783"/>
            </a:solidFill>
          </a:ln>
        </p:spPr>
      </p:sp>
      <p:sp>
        <p:nvSpPr>
          <p:cNvPr id="9" name="Polygon 9"/>
          <p:cNvSpPr/>
          <p:nvPr/>
        </p:nvSpPr>
        <p:spPr>
          <a:xfrm>
            <a:off x="6686550" y="278130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grpSp>
        <p:nvGrpSpPr>
          <p:cNvPr id="19" name="Group 19"/>
          <p:cNvGrpSpPr/>
          <p:nvPr/>
        </p:nvGrpSpPr>
        <p:grpSpPr>
          <a:xfrm>
            <a:off x="609600" y="2514600"/>
            <a:ext cx="3429000" cy="3009900"/>
            <a:chOff x="609600" y="2514600"/>
            <a:chExt cx="3429000" cy="3009900"/>
          </a:xfrm>
        </p:grpSpPr>
        <p:sp>
          <p:nvSpPr>
            <p:cNvPr id="10" name="Ellipse 10"/>
            <p:cNvSpPr/>
            <p:nvPr/>
          </p:nvSpPr>
          <p:spPr>
            <a:xfrm>
              <a:off x="1981200" y="2514600"/>
              <a:ext cx="685800" cy="685800"/>
            </a:xfrm>
            <a:prstGeom prst="ellipse">
              <a:avLst/>
            </a:prstGeom>
            <a:solidFill>
              <a:srgbClr val="1565C0"/>
            </a:solidFill>
            <a:ln>
              <a:noFill/>
            </a:ln>
          </p:spPr>
        </p:sp>
        <p:sp>
          <p:nvSpPr>
            <p:cNvPr id="11" name="TextBox 11"/>
            <p:cNvSpPr txBox="1"/>
            <p:nvPr/>
          </p:nvSpPr>
          <p:spPr>
            <a:xfrm>
              <a:off x="22449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8EC"/>
                  </a:solidFill>
                  <a:latin typeface="Pretendard ExtraBold"/>
                  <a:ea typeface="Pretendard ExtraBold"/>
                  <a:cs typeface="Pretendard ExtraBold"/>
                </a:rPr>
                <a:t>1</a:t>
              </a:r>
            </a:p>
          </p:txBody>
        </p:sp>
        <p:sp>
          <p:nvSpPr>
            <p:cNvPr id="12" name="Rectangle 12"/>
            <p:cNvSpPr/>
            <p:nvPr/>
          </p:nvSpPr>
          <p:spPr>
            <a:xfrm>
              <a:off x="609600" y="3429000"/>
              <a:ext cx="3429000" cy="2095500"/>
            </a:xfrm>
            <a:prstGeom prst="roundRect">
              <a:avLst>
                <a:gd name="adj" fmla="val 6364"/>
              </a:avLst>
            </a:prstGeom>
            <a:solidFill>
              <a:srgbClr val="FFF8EC"/>
            </a:solidFill>
            <a:ln w="14288">
              <a:solidFill>
                <a:srgbClr val="2B2420">
                  <a:alpha val="30000"/>
                </a:srgbClr>
              </a:solidFill>
            </a:ln>
          </p:spPr>
        </p:sp>
        <p:grpSp>
          <p:nvGrpSpPr>
            <p:cNvPr id="15" name="Group 15"/>
            <p:cNvGrpSpPr/>
            <p:nvPr/>
          </p:nvGrpSpPr>
          <p:grpSpPr>
            <a:xfrm>
              <a:off x="914400" y="3762328"/>
              <a:ext cx="257175" cy="257222"/>
              <a:chOff x="914400" y="3762328"/>
              <a:chExt cx="257175" cy="257222"/>
            </a:xfrm>
          </p:grpSpPr>
          <p:sp>
            <p:nvSpPr>
              <p:cNvPr id="13" name="Freeform 13"/>
              <p:cNvSpPr/>
              <p:nvPr/>
            </p:nvSpPr>
            <p:spPr>
              <a:xfrm>
                <a:off x="990600" y="3771895"/>
                <a:ext cx="171450" cy="238130"/>
              </a:xfrm>
              <a:custGeom>
                <a:avLst/>
                <a:gdLst/>
                <a:ahLst/>
                <a:cxnLst/>
                <a:rect l="l" t="t" r="r" b="b"/>
                <a:pathLst>
                  <a:path w="171450" h="238130">
                    <a:moveTo>
                      <a:pt x="171450" y="85730"/>
                    </a:moveTo>
                    <a:lnTo>
                      <a:pt x="171450" y="95255"/>
                    </a:lnTo>
                    <a:cubicBezTo>
                      <a:pt x="171450" y="126818"/>
                      <a:pt x="145863" y="152405"/>
                      <a:pt x="114300" y="152405"/>
                    </a:cubicBezTo>
                    <a:lnTo>
                      <a:pt x="85725" y="152405"/>
                    </a:lnTo>
                    <a:cubicBezTo>
                      <a:pt x="106767" y="152405"/>
                      <a:pt x="123825" y="169463"/>
                      <a:pt x="123825" y="190505"/>
                    </a:cubicBezTo>
                    <a:lnTo>
                      <a:pt x="123825" y="238130"/>
                    </a:lnTo>
                    <a:lnTo>
                      <a:pt x="47625" y="238130"/>
                    </a:lnTo>
                    <a:lnTo>
                      <a:pt x="47625" y="190505"/>
                    </a:lnTo>
                    <a:cubicBezTo>
                      <a:pt x="47625" y="169463"/>
                      <a:pt x="64683" y="152405"/>
                      <a:pt x="85725" y="152405"/>
                    </a:cubicBezTo>
                    <a:lnTo>
                      <a:pt x="57150" y="152405"/>
                    </a:lnTo>
                    <a:cubicBezTo>
                      <a:pt x="25587" y="152405"/>
                      <a:pt x="0" y="126818"/>
                      <a:pt x="0" y="95255"/>
                    </a:cubicBezTo>
                    <a:lnTo>
                      <a:pt x="0" y="85730"/>
                    </a:lnTo>
                    <a:cubicBezTo>
                      <a:pt x="91" y="74132"/>
                      <a:pt x="3616" y="62821"/>
                      <a:pt x="10132" y="53226"/>
                    </a:cubicBezTo>
                    <a:cubicBezTo>
                      <a:pt x="3391" y="35771"/>
                      <a:pt x="4919" y="16202"/>
                      <a:pt x="14288" y="5"/>
                    </a:cubicBezTo>
                    <a:cubicBezTo>
                      <a:pt x="35419" y="0"/>
                      <a:pt x="55094" y="10773"/>
                      <a:pt x="66473" y="28580"/>
                    </a:cubicBezTo>
                    <a:lnTo>
                      <a:pt x="104977" y="28580"/>
                    </a:lnTo>
                    <a:cubicBezTo>
                      <a:pt x="116356" y="10773"/>
                      <a:pt x="136031" y="0"/>
                      <a:pt x="157162" y="5"/>
                    </a:cubicBezTo>
                    <a:cubicBezTo>
                      <a:pt x="166531" y="16202"/>
                      <a:pt x="168059" y="35771"/>
                      <a:pt x="161318" y="53226"/>
                    </a:cubicBezTo>
                    <a:cubicBezTo>
                      <a:pt x="167834" y="62821"/>
                      <a:pt x="171359" y="74132"/>
                      <a:pt x="171450" y="85730"/>
                    </a:cubicBezTo>
                    <a:close/>
                  </a:path>
                </a:pathLst>
              </a:custGeom>
              <a:solidFill>
                <a:srgbClr val="1565C0">
                  <a:alpha val="20000"/>
                </a:srgbClr>
              </a:solidFill>
              <a:ln>
                <a:noFill/>
              </a:ln>
            </p:spPr>
          </p:sp>
          <p:sp>
            <p:nvSpPr>
              <p:cNvPr id="14" name="Freeform 14"/>
              <p:cNvSpPr/>
              <p:nvPr/>
            </p:nvSpPr>
            <p:spPr>
              <a:xfrm>
                <a:off x="914400" y="3762328"/>
                <a:ext cx="257175" cy="257222"/>
              </a:xfrm>
              <a:custGeom>
                <a:avLst/>
                <a:gdLst/>
                <a:ahLst/>
                <a:cxnLst/>
                <a:rect l="l" t="t" r="r" b="b"/>
                <a:pathLst>
                  <a:path w="257175" h="257222">
                    <a:moveTo>
                      <a:pt x="248007" y="61579"/>
                    </a:moveTo>
                    <a:cubicBezTo>
                      <a:pt x="253903" y="42594"/>
                      <a:pt x="251584" y="22008"/>
                      <a:pt x="241614" y="4810"/>
                    </a:cubicBezTo>
                    <a:cubicBezTo>
                      <a:pt x="239912" y="1862"/>
                      <a:pt x="236766" y="46"/>
                      <a:pt x="233362" y="47"/>
                    </a:cubicBezTo>
                    <a:cubicBezTo>
                      <a:pt x="210866" y="0"/>
                      <a:pt x="189673" y="10597"/>
                      <a:pt x="176212" y="28622"/>
                    </a:cubicBezTo>
                    <a:lnTo>
                      <a:pt x="147638" y="28622"/>
                    </a:lnTo>
                    <a:cubicBezTo>
                      <a:pt x="134177" y="10597"/>
                      <a:pt x="112984" y="0"/>
                      <a:pt x="90488" y="47"/>
                    </a:cubicBezTo>
                    <a:cubicBezTo>
                      <a:pt x="87084" y="46"/>
                      <a:pt x="83938" y="1862"/>
                      <a:pt x="82236" y="4810"/>
                    </a:cubicBezTo>
                    <a:cubicBezTo>
                      <a:pt x="72267" y="22008"/>
                      <a:pt x="69945" y="42591"/>
                      <a:pt x="75831" y="61579"/>
                    </a:cubicBezTo>
                    <a:cubicBezTo>
                      <a:pt x="69946" y="71850"/>
                      <a:pt x="66794" y="83460"/>
                      <a:pt x="66675" y="95297"/>
                    </a:cubicBezTo>
                    <a:lnTo>
                      <a:pt x="66675" y="104822"/>
                    </a:lnTo>
                    <a:cubicBezTo>
                      <a:pt x="66716" y="138148"/>
                      <a:pt x="91333" y="166336"/>
                      <a:pt x="124349" y="170866"/>
                    </a:cubicBezTo>
                    <a:cubicBezTo>
                      <a:pt x="117831" y="179206"/>
                      <a:pt x="114294" y="189488"/>
                      <a:pt x="114300" y="200072"/>
                    </a:cubicBezTo>
                    <a:lnTo>
                      <a:pt x="114300" y="209597"/>
                    </a:lnTo>
                    <a:lnTo>
                      <a:pt x="85725" y="209597"/>
                    </a:lnTo>
                    <a:cubicBezTo>
                      <a:pt x="69943" y="209597"/>
                      <a:pt x="57150" y="196804"/>
                      <a:pt x="57150" y="181022"/>
                    </a:cubicBezTo>
                    <a:cubicBezTo>
                      <a:pt x="57150" y="154720"/>
                      <a:pt x="35828" y="133397"/>
                      <a:pt x="9525" y="133397"/>
                    </a:cubicBezTo>
                    <a:cubicBezTo>
                      <a:pt x="4264" y="133397"/>
                      <a:pt x="0" y="137662"/>
                      <a:pt x="0" y="142922"/>
                    </a:cubicBezTo>
                    <a:cubicBezTo>
                      <a:pt x="0" y="148183"/>
                      <a:pt x="4264" y="152447"/>
                      <a:pt x="9525" y="152447"/>
                    </a:cubicBezTo>
                    <a:cubicBezTo>
                      <a:pt x="25307" y="152447"/>
                      <a:pt x="38100" y="165241"/>
                      <a:pt x="38100" y="181022"/>
                    </a:cubicBezTo>
                    <a:cubicBezTo>
                      <a:pt x="38100" y="207325"/>
                      <a:pt x="59422" y="228647"/>
                      <a:pt x="85725" y="228647"/>
                    </a:cubicBezTo>
                    <a:lnTo>
                      <a:pt x="114300" y="228647"/>
                    </a:lnTo>
                    <a:lnTo>
                      <a:pt x="114300" y="247697"/>
                    </a:lnTo>
                    <a:cubicBezTo>
                      <a:pt x="114300" y="252958"/>
                      <a:pt x="118564" y="257222"/>
                      <a:pt x="123825" y="257222"/>
                    </a:cubicBezTo>
                    <a:cubicBezTo>
                      <a:pt x="129086" y="257222"/>
                      <a:pt x="133350" y="252958"/>
                      <a:pt x="133350" y="247697"/>
                    </a:cubicBezTo>
                    <a:lnTo>
                      <a:pt x="133350" y="200072"/>
                    </a:lnTo>
                    <a:cubicBezTo>
                      <a:pt x="133350" y="184291"/>
                      <a:pt x="146143" y="171497"/>
                      <a:pt x="161925" y="171497"/>
                    </a:cubicBezTo>
                    <a:cubicBezTo>
                      <a:pt x="177707" y="171497"/>
                      <a:pt x="190500" y="184291"/>
                      <a:pt x="190500" y="200072"/>
                    </a:cubicBezTo>
                    <a:lnTo>
                      <a:pt x="190500" y="247697"/>
                    </a:lnTo>
                    <a:cubicBezTo>
                      <a:pt x="190500" y="252958"/>
                      <a:pt x="194764" y="257222"/>
                      <a:pt x="200025" y="257222"/>
                    </a:cubicBezTo>
                    <a:cubicBezTo>
                      <a:pt x="205286" y="257222"/>
                      <a:pt x="209550" y="252958"/>
                      <a:pt x="209550" y="247697"/>
                    </a:cubicBezTo>
                    <a:lnTo>
                      <a:pt x="209550" y="200072"/>
                    </a:lnTo>
                    <a:cubicBezTo>
                      <a:pt x="209556" y="189488"/>
                      <a:pt x="206019" y="179206"/>
                      <a:pt x="199501" y="170866"/>
                    </a:cubicBezTo>
                    <a:cubicBezTo>
                      <a:pt x="232517" y="166336"/>
                      <a:pt x="257134" y="138148"/>
                      <a:pt x="257175" y="104822"/>
                    </a:cubicBezTo>
                    <a:lnTo>
                      <a:pt x="257175" y="95297"/>
                    </a:lnTo>
                    <a:cubicBezTo>
                      <a:pt x="257060" y="83458"/>
                      <a:pt x="253903" y="71846"/>
                      <a:pt x="248007" y="61579"/>
                    </a:cubicBezTo>
                    <a:close/>
                    <a:moveTo>
                      <a:pt x="238125" y="104822"/>
                    </a:moveTo>
                    <a:cubicBezTo>
                      <a:pt x="238125" y="131125"/>
                      <a:pt x="216803" y="152447"/>
                      <a:pt x="190500" y="152447"/>
                    </a:cubicBezTo>
                    <a:lnTo>
                      <a:pt x="133350" y="152447"/>
                    </a:lnTo>
                    <a:cubicBezTo>
                      <a:pt x="107047" y="152447"/>
                      <a:pt x="85725" y="131125"/>
                      <a:pt x="85725" y="104822"/>
                    </a:cubicBezTo>
                    <a:lnTo>
                      <a:pt x="85725" y="95297"/>
                    </a:lnTo>
                    <a:cubicBezTo>
                      <a:pt x="85842" y="85772"/>
                      <a:pt x="88693" y="76482"/>
                      <a:pt x="93940" y="68532"/>
                    </a:cubicBezTo>
                    <a:cubicBezTo>
                      <a:pt x="95929" y="65911"/>
                      <a:pt x="96424" y="62449"/>
                      <a:pt x="95250" y="59376"/>
                    </a:cubicBezTo>
                    <a:cubicBezTo>
                      <a:pt x="90239" y="46453"/>
                      <a:pt x="90578" y="32068"/>
                      <a:pt x="96191" y="19395"/>
                    </a:cubicBezTo>
                    <a:cubicBezTo>
                      <a:pt x="111981" y="21093"/>
                      <a:pt x="126141" y="29882"/>
                      <a:pt x="134672" y="43279"/>
                    </a:cubicBezTo>
                    <a:cubicBezTo>
                      <a:pt x="136415" y="46005"/>
                      <a:pt x="139424" y="47660"/>
                      <a:pt x="142661" y="47672"/>
                    </a:cubicBezTo>
                    <a:lnTo>
                      <a:pt x="181177" y="47672"/>
                    </a:lnTo>
                    <a:cubicBezTo>
                      <a:pt x="184427" y="47672"/>
                      <a:pt x="187452" y="46016"/>
                      <a:pt x="189202" y="43279"/>
                    </a:cubicBezTo>
                    <a:cubicBezTo>
                      <a:pt x="197731" y="29881"/>
                      <a:pt x="211892" y="21092"/>
                      <a:pt x="227683" y="19395"/>
                    </a:cubicBezTo>
                    <a:cubicBezTo>
                      <a:pt x="233288" y="32071"/>
                      <a:pt x="233618" y="46456"/>
                      <a:pt x="228600" y="59376"/>
                    </a:cubicBezTo>
                    <a:cubicBezTo>
                      <a:pt x="227430" y="62418"/>
                      <a:pt x="227878" y="65845"/>
                      <a:pt x="229791" y="68484"/>
                    </a:cubicBezTo>
                    <a:cubicBezTo>
                      <a:pt x="235087" y="76435"/>
                      <a:pt x="237981" y="85744"/>
                      <a:pt x="238125" y="95297"/>
                    </a:cubicBezTo>
                    <a:close/>
                  </a:path>
                </a:pathLst>
              </a:custGeom>
              <a:solidFill>
                <a:srgbClr val="1565C0"/>
              </a:solidFill>
              <a:ln>
                <a:noFill/>
              </a:ln>
            </p:spPr>
          </p:sp>
        </p:grpSp>
        <p:sp>
          <p:nvSpPr>
            <p:cNvPr id="16" name="TextBox 16"/>
            <p:cNvSpPr txBox="1"/>
            <p:nvPr/>
          </p:nvSpPr>
          <p:spPr>
            <a:xfrm>
              <a:off x="905256" y="4206240"/>
              <a:ext cx="117943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Fork 클릭</a:t>
              </a:r>
            </a:p>
          </p:txBody>
        </p:sp>
        <p:sp>
          <p:nvSpPr>
            <p:cNvPr id="17" name="TextBox 17"/>
            <p:cNvSpPr txBox="1"/>
            <p:nvPr/>
          </p:nvSpPr>
          <p:spPr>
            <a:xfrm>
              <a:off x="907542" y="4559618"/>
              <a:ext cx="1758391"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slide-master 저장소</a:t>
              </a:r>
            </a:p>
          </p:txBody>
        </p:sp>
        <p:sp>
          <p:nvSpPr>
            <p:cNvPr id="18" name="TextBox 18"/>
            <p:cNvSpPr txBox="1"/>
            <p:nvPr/>
          </p:nvSpPr>
          <p:spPr>
            <a:xfrm>
              <a:off x="907542" y="4807268"/>
              <a:ext cx="187523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우상단 Fork 버튼 클릭</a:t>
              </a:r>
            </a:p>
          </p:txBody>
        </p:sp>
      </p:grpSp>
      <p:grpSp>
        <p:nvGrpSpPr>
          <p:cNvPr id="29" name="Group 29"/>
          <p:cNvGrpSpPr/>
          <p:nvPr/>
        </p:nvGrpSpPr>
        <p:grpSpPr>
          <a:xfrm>
            <a:off x="4343400" y="2514600"/>
            <a:ext cx="3429000" cy="3009900"/>
            <a:chOff x="4343400" y="2514600"/>
            <a:chExt cx="3429000" cy="3009900"/>
          </a:xfrm>
        </p:grpSpPr>
        <p:sp>
          <p:nvSpPr>
            <p:cNvPr id="20" name="Ellipse 20"/>
            <p:cNvSpPr/>
            <p:nvPr/>
          </p:nvSpPr>
          <p:spPr>
            <a:xfrm>
              <a:off x="5715000" y="2514600"/>
              <a:ext cx="685800" cy="685800"/>
            </a:xfrm>
            <a:prstGeom prst="ellipse">
              <a:avLst/>
            </a:prstGeom>
            <a:solidFill>
              <a:srgbClr val="1565C0"/>
            </a:solidFill>
            <a:ln>
              <a:noFill/>
            </a:ln>
          </p:spPr>
        </p:sp>
        <p:sp>
          <p:nvSpPr>
            <p:cNvPr id="21" name="TextBox 21"/>
            <p:cNvSpPr txBox="1"/>
            <p:nvPr/>
          </p:nvSpPr>
          <p:spPr>
            <a:xfrm>
              <a:off x="59787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8EC"/>
                  </a:solidFill>
                  <a:latin typeface="Pretendard ExtraBold"/>
                  <a:ea typeface="Pretendard ExtraBold"/>
                  <a:cs typeface="Pretendard ExtraBold"/>
                </a:rPr>
                <a:t>2</a:t>
              </a:r>
            </a:p>
          </p:txBody>
        </p:sp>
        <p:sp>
          <p:nvSpPr>
            <p:cNvPr id="22" name="Rectangle 22"/>
            <p:cNvSpPr/>
            <p:nvPr/>
          </p:nvSpPr>
          <p:spPr>
            <a:xfrm>
              <a:off x="4343400" y="3429000"/>
              <a:ext cx="3429000" cy="2095500"/>
            </a:xfrm>
            <a:prstGeom prst="roundRect">
              <a:avLst>
                <a:gd name="adj" fmla="val 6364"/>
              </a:avLst>
            </a:prstGeom>
            <a:solidFill>
              <a:srgbClr val="FFF8EC"/>
            </a:solidFill>
            <a:ln w="14288">
              <a:solidFill>
                <a:srgbClr val="2B2420">
                  <a:alpha val="30000"/>
                </a:srgbClr>
              </a:solidFill>
            </a:ln>
          </p:spPr>
        </p:sp>
        <p:grpSp>
          <p:nvGrpSpPr>
            <p:cNvPr id="25" name="Group 25"/>
            <p:cNvGrpSpPr/>
            <p:nvPr/>
          </p:nvGrpSpPr>
          <p:grpSpPr>
            <a:xfrm>
              <a:off x="4676775" y="3762375"/>
              <a:ext cx="247650" cy="247650"/>
              <a:chOff x="4676775" y="3762375"/>
              <a:chExt cx="247650" cy="247650"/>
            </a:xfrm>
          </p:grpSpPr>
          <p:sp>
            <p:nvSpPr>
              <p:cNvPr id="23" name="Freeform 23"/>
              <p:cNvSpPr/>
              <p:nvPr/>
            </p:nvSpPr>
            <p:spPr>
              <a:xfrm>
                <a:off x="4686300" y="37719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rgbClr val="1565C0">
                  <a:alpha val="20000"/>
                </a:srgbClr>
              </a:solidFill>
              <a:ln>
                <a:noFill/>
              </a:ln>
            </p:spPr>
          </p:sp>
          <p:sp>
            <p:nvSpPr>
              <p:cNvPr id="24" name="Freeform 24"/>
              <p:cNvSpPr/>
              <p:nvPr/>
            </p:nvSpPr>
            <p:spPr>
              <a:xfrm>
                <a:off x="4676775" y="3762375"/>
                <a:ext cx="247650" cy="247650"/>
              </a:xfrm>
              <a:custGeom>
                <a:avLst/>
                <a:gdLst/>
                <a:ahLst/>
                <a:cxnLst/>
                <a:rect l="l" t="t" r="r" b="b"/>
                <a:pathLst>
                  <a:path w="247650" h="247650">
                    <a:moveTo>
                      <a:pt x="178189" y="88511"/>
                    </a:moveTo>
                    <a:cubicBezTo>
                      <a:pt x="179978" y="90298"/>
                      <a:pt x="180982" y="92722"/>
                      <a:pt x="180982" y="95250"/>
                    </a:cubicBezTo>
                    <a:cubicBezTo>
                      <a:pt x="180982" y="97778"/>
                      <a:pt x="179978" y="100202"/>
                      <a:pt x="178189" y="101989"/>
                    </a:cubicBezTo>
                    <a:lnTo>
                      <a:pt x="111514" y="168664"/>
                    </a:lnTo>
                    <a:cubicBezTo>
                      <a:pt x="109727" y="170453"/>
                      <a:pt x="107303" y="171457"/>
                      <a:pt x="104775" y="171457"/>
                    </a:cubicBezTo>
                    <a:cubicBezTo>
                      <a:pt x="102247" y="171457"/>
                      <a:pt x="99823" y="170453"/>
                      <a:pt x="98036" y="168664"/>
                    </a:cubicBezTo>
                    <a:lnTo>
                      <a:pt x="69461" y="140089"/>
                    </a:lnTo>
                    <a:cubicBezTo>
                      <a:pt x="65739" y="136367"/>
                      <a:pt x="65739" y="130333"/>
                      <a:pt x="69461" y="126611"/>
                    </a:cubicBezTo>
                    <a:cubicBezTo>
                      <a:pt x="73183" y="122889"/>
                      <a:pt x="79217" y="122889"/>
                      <a:pt x="82939" y="126611"/>
                    </a:cubicBezTo>
                    <a:lnTo>
                      <a:pt x="104775" y="148459"/>
                    </a:lnTo>
                    <a:lnTo>
                      <a:pt x="164711" y="88511"/>
                    </a:lnTo>
                    <a:cubicBezTo>
                      <a:pt x="166498" y="86722"/>
                      <a:pt x="168922" y="85718"/>
                      <a:pt x="171450" y="85718"/>
                    </a:cubicBezTo>
                    <a:cubicBezTo>
                      <a:pt x="173978" y="85718"/>
                      <a:pt x="176402" y="86722"/>
                      <a:pt x="178189" y="88511"/>
                    </a:cubicBezTo>
                    <a:close/>
                    <a:moveTo>
                      <a:pt x="247650" y="123825"/>
                    </a:moveTo>
                    <a:cubicBezTo>
                      <a:pt x="247650" y="192212"/>
                      <a:pt x="192212" y="247650"/>
                      <a:pt x="123825" y="247650"/>
                    </a:cubicBezTo>
                    <a:cubicBezTo>
                      <a:pt x="55438" y="247650"/>
                      <a:pt x="0" y="192212"/>
                      <a:pt x="0" y="123825"/>
                    </a:cubicBezTo>
                    <a:cubicBezTo>
                      <a:pt x="0" y="55438"/>
                      <a:pt x="55438" y="0"/>
                      <a:pt x="123825" y="0"/>
                    </a:cubicBezTo>
                    <a:cubicBezTo>
                      <a:pt x="192182" y="72"/>
                      <a:pt x="247578" y="55468"/>
                      <a:pt x="247650" y="123825"/>
                    </a:cubicBezTo>
                    <a:close/>
                    <a:moveTo>
                      <a:pt x="228600" y="123825"/>
                    </a:moveTo>
                    <a:cubicBezTo>
                      <a:pt x="228600" y="65959"/>
                      <a:pt x="181691" y="19050"/>
                      <a:pt x="123825" y="19050"/>
                    </a:cubicBezTo>
                    <a:cubicBezTo>
                      <a:pt x="65959" y="19050"/>
                      <a:pt x="19050" y="65959"/>
                      <a:pt x="19050" y="123825"/>
                    </a:cubicBezTo>
                    <a:cubicBezTo>
                      <a:pt x="19050" y="181691"/>
                      <a:pt x="65959" y="228600"/>
                      <a:pt x="123825" y="228600"/>
                    </a:cubicBezTo>
                    <a:cubicBezTo>
                      <a:pt x="181663" y="228534"/>
                      <a:pt x="228534" y="181663"/>
                      <a:pt x="228600" y="123825"/>
                    </a:cubicBezTo>
                    <a:close/>
                  </a:path>
                </a:pathLst>
              </a:custGeom>
              <a:solidFill>
                <a:srgbClr val="1565C0"/>
              </a:solidFill>
              <a:ln>
                <a:noFill/>
              </a:ln>
            </p:spPr>
          </p:sp>
        </p:grpSp>
        <p:sp>
          <p:nvSpPr>
            <p:cNvPr id="26" name="TextBox 26"/>
            <p:cNvSpPr txBox="1"/>
            <p:nvPr/>
          </p:nvSpPr>
          <p:spPr>
            <a:xfrm>
              <a:off x="4639056" y="4206240"/>
              <a:ext cx="2090851"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Create fork 클릭</a:t>
              </a:r>
            </a:p>
          </p:txBody>
        </p:sp>
        <p:sp>
          <p:nvSpPr>
            <p:cNvPr id="27" name="TextBox 27"/>
            <p:cNvSpPr txBox="1"/>
            <p:nvPr/>
          </p:nvSpPr>
          <p:spPr>
            <a:xfrm>
              <a:off x="4641342" y="4559618"/>
              <a:ext cx="2143567" cy="264033"/>
            </a:xfrm>
            <a:prstGeom prst="rect">
              <a:avLst/>
            </a:prstGeom>
            <a:noFill/>
            <a:ln>
              <a:noFill/>
            </a:ln>
          </p:spPr>
          <p:txBody>
            <a:bodyPr wrap="none" lIns="0" tIns="0" rIns="0" bIns="0" anchor="t" anchorCtr="0">
              <a:spAutoFit/>
            </a:bodyPr>
            <a:lstStyle/>
            <a:p>
              <a:pPr algn="l"/>
              <a:r>
                <a:rPr lang="en-US" sz="1350" dirty="0">
                  <a:solidFill>
                    <a:srgbClr val="6B5D4F"/>
                  </a:solidFill>
                  <a:latin typeface="Pretendard"/>
                  <a:ea typeface="Pretendard"/>
                  <a:cs typeface="Pretendard"/>
                </a:rPr>
                <a:t>Owner·Repository name</a:t>
              </a:r>
            </a:p>
          </p:txBody>
        </p:sp>
        <p:sp>
          <p:nvSpPr>
            <p:cNvPr id="28" name="TextBox 28"/>
            <p:cNvSpPr txBox="1"/>
            <p:nvPr/>
          </p:nvSpPr>
          <p:spPr>
            <a:xfrm>
              <a:off x="4641342" y="4807268"/>
              <a:ext cx="1031443"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확인 후 진행</a:t>
              </a:r>
            </a:p>
          </p:txBody>
        </p:sp>
      </p:grpSp>
      <p:grpSp>
        <p:nvGrpSpPr>
          <p:cNvPr id="39" name="Group 39"/>
          <p:cNvGrpSpPr/>
          <p:nvPr/>
        </p:nvGrpSpPr>
        <p:grpSpPr>
          <a:xfrm>
            <a:off x="8077200" y="2514600"/>
            <a:ext cx="3505200" cy="3009900"/>
            <a:chOff x="8077200" y="2514600"/>
            <a:chExt cx="3505200" cy="3009900"/>
          </a:xfrm>
        </p:grpSpPr>
        <p:sp>
          <p:nvSpPr>
            <p:cNvPr id="30" name="Ellipse 30"/>
            <p:cNvSpPr/>
            <p:nvPr/>
          </p:nvSpPr>
          <p:spPr>
            <a:xfrm>
              <a:off x="9448800" y="2514600"/>
              <a:ext cx="685800" cy="685800"/>
            </a:xfrm>
            <a:prstGeom prst="ellipse">
              <a:avLst/>
            </a:prstGeom>
            <a:solidFill>
              <a:srgbClr val="FF6B35"/>
            </a:solidFill>
            <a:ln>
              <a:noFill/>
            </a:ln>
          </p:spPr>
        </p:sp>
        <p:sp>
          <p:nvSpPr>
            <p:cNvPr id="31" name="TextBox 31"/>
            <p:cNvSpPr txBox="1"/>
            <p:nvPr/>
          </p:nvSpPr>
          <p:spPr>
            <a:xfrm>
              <a:off x="97125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8EC"/>
                  </a:solidFill>
                  <a:latin typeface="Pretendard ExtraBold"/>
                  <a:ea typeface="Pretendard ExtraBold"/>
                  <a:cs typeface="Pretendard ExtraBold"/>
                </a:rPr>
                <a:t>3</a:t>
              </a:r>
            </a:p>
          </p:txBody>
        </p:sp>
        <p:sp>
          <p:nvSpPr>
            <p:cNvPr id="32" name="Rectangle 32"/>
            <p:cNvSpPr/>
            <p:nvPr/>
          </p:nvSpPr>
          <p:spPr>
            <a:xfrm>
              <a:off x="8077200" y="3429000"/>
              <a:ext cx="3505200" cy="2095500"/>
            </a:xfrm>
            <a:prstGeom prst="roundRect">
              <a:avLst>
                <a:gd name="adj" fmla="val 6364"/>
              </a:avLst>
            </a:prstGeom>
            <a:solidFill>
              <a:srgbClr val="FFF8EC"/>
            </a:solidFill>
            <a:ln w="19050">
              <a:solidFill>
                <a:srgbClr val="FF6B35"/>
              </a:solidFill>
            </a:ln>
          </p:spPr>
        </p:sp>
        <p:grpSp>
          <p:nvGrpSpPr>
            <p:cNvPr id="35" name="Group 35"/>
            <p:cNvGrpSpPr/>
            <p:nvPr/>
          </p:nvGrpSpPr>
          <p:grpSpPr>
            <a:xfrm>
              <a:off x="8427511" y="3770394"/>
              <a:ext cx="221189" cy="230086"/>
              <a:chOff x="8427511" y="3770394"/>
              <a:chExt cx="221189" cy="230086"/>
            </a:xfrm>
          </p:grpSpPr>
          <p:sp>
            <p:nvSpPr>
              <p:cNvPr id="33" name="Freeform 33"/>
              <p:cNvSpPr/>
              <p:nvPr/>
            </p:nvSpPr>
            <p:spPr>
              <a:xfrm>
                <a:off x="8582025" y="3781425"/>
                <a:ext cx="57150" cy="57150"/>
              </a:xfrm>
              <a:custGeom>
                <a:avLst/>
                <a:gdLst/>
                <a:ahLst/>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rgbClr val="FF6B35">
                  <a:alpha val="20000"/>
                </a:srgbClr>
              </a:solidFill>
              <a:ln>
                <a:noFill/>
              </a:ln>
            </p:spPr>
          </p:sp>
          <p:sp>
            <p:nvSpPr>
              <p:cNvPr id="34" name="Freeform 34"/>
              <p:cNvSpPr/>
              <p:nvPr/>
            </p:nvSpPr>
            <p:spPr>
              <a:xfrm>
                <a:off x="8427511" y="3770394"/>
                <a:ext cx="221189" cy="230086"/>
              </a:xfrm>
              <a:custGeom>
                <a:avLst/>
                <a:gdLst/>
                <a:ahLst/>
                <a:cxnLst/>
                <a:rect l="l" t="t" r="r" b="b"/>
                <a:pathLst>
                  <a:path w="221189" h="230086">
                    <a:moveTo>
                      <a:pt x="221189" y="39606"/>
                    </a:moveTo>
                    <a:cubicBezTo>
                      <a:pt x="221179" y="19809"/>
                      <a:pt x="206009" y="3318"/>
                      <a:pt x="186281" y="1659"/>
                    </a:cubicBezTo>
                    <a:cubicBezTo>
                      <a:pt x="166554" y="0"/>
                      <a:pt x="148843" y="13726"/>
                      <a:pt x="145527" y="33243"/>
                    </a:cubicBezTo>
                    <a:cubicBezTo>
                      <a:pt x="142211" y="52761"/>
                      <a:pt x="154395" y="71566"/>
                      <a:pt x="173564" y="76515"/>
                    </a:cubicBezTo>
                    <a:lnTo>
                      <a:pt x="173564" y="87231"/>
                    </a:lnTo>
                    <a:cubicBezTo>
                      <a:pt x="173564" y="97752"/>
                      <a:pt x="165035" y="106281"/>
                      <a:pt x="154514" y="106281"/>
                    </a:cubicBezTo>
                    <a:lnTo>
                      <a:pt x="68789" y="106281"/>
                    </a:lnTo>
                    <a:cubicBezTo>
                      <a:pt x="62096" y="106272"/>
                      <a:pt x="55522" y="108043"/>
                      <a:pt x="49739" y="111412"/>
                    </a:cubicBezTo>
                    <a:lnTo>
                      <a:pt x="49739" y="76515"/>
                    </a:lnTo>
                    <a:cubicBezTo>
                      <a:pt x="68316" y="71719"/>
                      <a:pt x="80428" y="53857"/>
                      <a:pt x="78010" y="34824"/>
                    </a:cubicBezTo>
                    <a:cubicBezTo>
                      <a:pt x="75593" y="15791"/>
                      <a:pt x="59400" y="1525"/>
                      <a:pt x="40214" y="1525"/>
                    </a:cubicBezTo>
                    <a:cubicBezTo>
                      <a:pt x="21028" y="1525"/>
                      <a:pt x="4835" y="15791"/>
                      <a:pt x="2418" y="34824"/>
                    </a:cubicBezTo>
                    <a:cubicBezTo>
                      <a:pt x="0" y="53857"/>
                      <a:pt x="12112" y="71719"/>
                      <a:pt x="30689" y="76515"/>
                    </a:cubicBezTo>
                    <a:lnTo>
                      <a:pt x="30689" y="155096"/>
                    </a:lnTo>
                    <a:cubicBezTo>
                      <a:pt x="12112" y="159893"/>
                      <a:pt x="0" y="177754"/>
                      <a:pt x="2418" y="196787"/>
                    </a:cubicBezTo>
                    <a:cubicBezTo>
                      <a:pt x="4835" y="215820"/>
                      <a:pt x="21028" y="230086"/>
                      <a:pt x="40214" y="230086"/>
                    </a:cubicBezTo>
                    <a:cubicBezTo>
                      <a:pt x="59400" y="230086"/>
                      <a:pt x="75593" y="215820"/>
                      <a:pt x="78010" y="196787"/>
                    </a:cubicBezTo>
                    <a:cubicBezTo>
                      <a:pt x="80428" y="177754"/>
                      <a:pt x="68316" y="159893"/>
                      <a:pt x="49739" y="155096"/>
                    </a:cubicBezTo>
                    <a:lnTo>
                      <a:pt x="49739" y="144381"/>
                    </a:lnTo>
                    <a:cubicBezTo>
                      <a:pt x="49739" y="133860"/>
                      <a:pt x="58268" y="125331"/>
                      <a:pt x="68789" y="125331"/>
                    </a:cubicBezTo>
                    <a:lnTo>
                      <a:pt x="154514" y="125331"/>
                    </a:lnTo>
                    <a:cubicBezTo>
                      <a:pt x="175556" y="125331"/>
                      <a:pt x="192614" y="108273"/>
                      <a:pt x="192614" y="87231"/>
                    </a:cubicBezTo>
                    <a:lnTo>
                      <a:pt x="192614" y="76515"/>
                    </a:lnTo>
                    <a:cubicBezTo>
                      <a:pt x="209428" y="72148"/>
                      <a:pt x="221172" y="56978"/>
                      <a:pt x="221189" y="39606"/>
                    </a:cubicBezTo>
                    <a:close/>
                    <a:moveTo>
                      <a:pt x="21164" y="39606"/>
                    </a:moveTo>
                    <a:cubicBezTo>
                      <a:pt x="21164" y="29085"/>
                      <a:pt x="29693" y="20556"/>
                      <a:pt x="40214" y="20556"/>
                    </a:cubicBezTo>
                    <a:cubicBezTo>
                      <a:pt x="50735" y="20556"/>
                      <a:pt x="59264" y="29085"/>
                      <a:pt x="59264" y="39606"/>
                    </a:cubicBezTo>
                    <a:cubicBezTo>
                      <a:pt x="59264" y="50127"/>
                      <a:pt x="50735" y="58656"/>
                      <a:pt x="40214" y="58656"/>
                    </a:cubicBezTo>
                    <a:cubicBezTo>
                      <a:pt x="29693" y="58656"/>
                      <a:pt x="21164" y="50127"/>
                      <a:pt x="21164" y="39606"/>
                    </a:cubicBezTo>
                    <a:close/>
                    <a:moveTo>
                      <a:pt x="59264" y="192006"/>
                    </a:moveTo>
                    <a:cubicBezTo>
                      <a:pt x="59264" y="202527"/>
                      <a:pt x="50735" y="211056"/>
                      <a:pt x="40214" y="211056"/>
                    </a:cubicBezTo>
                    <a:cubicBezTo>
                      <a:pt x="29693" y="211056"/>
                      <a:pt x="21164" y="202527"/>
                      <a:pt x="21164" y="192006"/>
                    </a:cubicBezTo>
                    <a:cubicBezTo>
                      <a:pt x="21164" y="181485"/>
                      <a:pt x="29693" y="172956"/>
                      <a:pt x="40214" y="172956"/>
                    </a:cubicBezTo>
                    <a:cubicBezTo>
                      <a:pt x="50735" y="172956"/>
                      <a:pt x="59264" y="181485"/>
                      <a:pt x="59264" y="192006"/>
                    </a:cubicBezTo>
                    <a:close/>
                    <a:moveTo>
                      <a:pt x="183089" y="58656"/>
                    </a:moveTo>
                    <a:cubicBezTo>
                      <a:pt x="172568" y="58656"/>
                      <a:pt x="164039" y="50127"/>
                      <a:pt x="164039" y="39606"/>
                    </a:cubicBezTo>
                    <a:cubicBezTo>
                      <a:pt x="164039" y="29085"/>
                      <a:pt x="172568" y="20556"/>
                      <a:pt x="183089" y="20556"/>
                    </a:cubicBezTo>
                    <a:cubicBezTo>
                      <a:pt x="193610" y="20556"/>
                      <a:pt x="202139" y="29085"/>
                      <a:pt x="202139" y="39606"/>
                    </a:cubicBezTo>
                    <a:cubicBezTo>
                      <a:pt x="202139" y="50127"/>
                      <a:pt x="193610" y="58656"/>
                      <a:pt x="183089" y="58656"/>
                    </a:cubicBezTo>
                    <a:close/>
                  </a:path>
                </a:pathLst>
              </a:custGeom>
              <a:solidFill>
                <a:srgbClr val="FF6B35"/>
              </a:solidFill>
              <a:ln>
                <a:noFill/>
              </a:ln>
            </p:spPr>
          </p:sp>
        </p:grpSp>
        <p:sp>
          <p:nvSpPr>
            <p:cNvPr id="36" name="TextBox 36"/>
            <p:cNvSpPr txBox="1"/>
            <p:nvPr/>
          </p:nvSpPr>
          <p:spPr>
            <a:xfrm>
              <a:off x="8372856" y="4206240"/>
              <a:ext cx="1366777"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저장소 연결</a:t>
              </a:r>
            </a:p>
          </p:txBody>
        </p:sp>
        <p:sp>
          <p:nvSpPr>
            <p:cNvPr id="37" name="TextBox 37"/>
            <p:cNvSpPr txBox="1"/>
            <p:nvPr/>
          </p:nvSpPr>
          <p:spPr>
            <a:xfrm>
              <a:off x="8375142" y="4559618"/>
              <a:ext cx="204626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Claude Code에서 Fork한</a:t>
              </a:r>
            </a:p>
          </p:txBody>
        </p:sp>
        <p:sp>
          <p:nvSpPr>
            <p:cNvPr id="38" name="TextBox 38"/>
            <p:cNvSpPr txBox="1"/>
            <p:nvPr/>
          </p:nvSpPr>
          <p:spPr>
            <a:xfrm>
              <a:off x="8375142" y="4807268"/>
              <a:ext cx="163117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저장소 선택 및 연결</a:t>
              </a:r>
            </a:p>
          </p:txBody>
        </p:sp>
      </p:grpSp>
      <p:grpSp>
        <p:nvGrpSpPr>
          <p:cNvPr id="45" name="Group 45"/>
          <p:cNvGrpSpPr/>
          <p:nvPr/>
        </p:nvGrpSpPr>
        <p:grpSpPr>
          <a:xfrm>
            <a:off x="609600" y="5905500"/>
            <a:ext cx="10972800" cy="571500"/>
            <a:chOff x="609600" y="5905500"/>
            <a:chExt cx="10972800" cy="571500"/>
          </a:xfrm>
        </p:grpSpPr>
        <p:sp>
          <p:nvSpPr>
            <p:cNvPr id="40" name="Rectangle 40"/>
            <p:cNvSpPr/>
            <p:nvPr/>
          </p:nvSpPr>
          <p:spPr>
            <a:xfrm>
              <a:off x="609600" y="5905500"/>
              <a:ext cx="10972800" cy="571500"/>
            </a:xfrm>
            <a:prstGeom prst="roundRect">
              <a:avLst>
                <a:gd name="adj" fmla="val 23333"/>
              </a:avLst>
            </a:prstGeom>
            <a:solidFill>
              <a:srgbClr val="FFF8EC"/>
            </a:solidFill>
            <a:ln w="19050">
              <a:solidFill>
                <a:srgbClr val="C62828"/>
              </a:solidFill>
            </a:ln>
          </p:spPr>
        </p:sp>
        <p:grpSp>
          <p:nvGrpSpPr>
            <p:cNvPr id="43" name="Group 43"/>
            <p:cNvGrpSpPr/>
            <p:nvPr/>
          </p:nvGrpSpPr>
          <p:grpSpPr>
            <a:xfrm>
              <a:off x="947738" y="6066234"/>
              <a:ext cx="200025" cy="225028"/>
              <a:chOff x="947738" y="6066234"/>
              <a:chExt cx="200025" cy="225028"/>
            </a:xfrm>
          </p:grpSpPr>
          <p:sp>
            <p:nvSpPr>
              <p:cNvPr id="41" name="Freeform 41"/>
              <p:cNvSpPr/>
              <p:nvPr/>
            </p:nvSpPr>
            <p:spPr>
              <a:xfrm>
                <a:off x="956072" y="6149578"/>
                <a:ext cx="183356" cy="133350"/>
              </a:xfrm>
              <a:custGeom>
                <a:avLst/>
                <a:gdLst/>
                <a:ahLst/>
                <a:cxnLst/>
                <a:rect l="l" t="t" r="r" b="b"/>
                <a:pathLst>
                  <a:path w="183356" h="133350">
                    <a:moveTo>
                      <a:pt x="183356" y="8334"/>
                    </a:moveTo>
                    <a:lnTo>
                      <a:pt x="183356" y="125016"/>
                    </a:lnTo>
                    <a:cubicBezTo>
                      <a:pt x="183356" y="129619"/>
                      <a:pt x="179625" y="133350"/>
                      <a:pt x="175022" y="133350"/>
                    </a:cubicBezTo>
                    <a:lnTo>
                      <a:pt x="8334" y="133350"/>
                    </a:lnTo>
                    <a:cubicBezTo>
                      <a:pt x="3731" y="133350"/>
                      <a:pt x="0" y="129619"/>
                      <a:pt x="0" y="125016"/>
                    </a:cubicBezTo>
                    <a:lnTo>
                      <a:pt x="0" y="8334"/>
                    </a:lnTo>
                    <a:cubicBezTo>
                      <a:pt x="0" y="3731"/>
                      <a:pt x="3731" y="0"/>
                      <a:pt x="8334" y="0"/>
                    </a:cubicBezTo>
                    <a:lnTo>
                      <a:pt x="175022" y="0"/>
                    </a:lnTo>
                    <a:cubicBezTo>
                      <a:pt x="179625" y="0"/>
                      <a:pt x="183356" y="3731"/>
                      <a:pt x="183356" y="8334"/>
                    </a:cubicBezTo>
                    <a:close/>
                  </a:path>
                </a:pathLst>
              </a:custGeom>
              <a:solidFill>
                <a:srgbClr val="C62828">
                  <a:alpha val="20000"/>
                </a:srgbClr>
              </a:solidFill>
              <a:ln>
                <a:noFill/>
              </a:ln>
            </p:spPr>
          </p:sp>
          <p:sp>
            <p:nvSpPr>
              <p:cNvPr id="42" name="Freeform 42"/>
              <p:cNvSpPr/>
              <p:nvPr/>
            </p:nvSpPr>
            <p:spPr>
              <a:xfrm>
                <a:off x="947738" y="6066234"/>
                <a:ext cx="200025" cy="225028"/>
              </a:xfrm>
              <a:custGeom>
                <a:avLst/>
                <a:gdLst/>
                <a:ahLst/>
                <a:cxnLst/>
                <a:rect l="l" t="t" r="r" b="b"/>
                <a:pathLst>
                  <a:path w="200025" h="225028">
                    <a:moveTo>
                      <a:pt x="183356" y="75009"/>
                    </a:moveTo>
                    <a:lnTo>
                      <a:pt x="150019" y="75009"/>
                    </a:lnTo>
                    <a:lnTo>
                      <a:pt x="150019" y="50006"/>
                    </a:lnTo>
                    <a:cubicBezTo>
                      <a:pt x="150019" y="22389"/>
                      <a:pt x="127630" y="0"/>
                      <a:pt x="100012" y="0"/>
                    </a:cubicBezTo>
                    <a:cubicBezTo>
                      <a:pt x="72395" y="0"/>
                      <a:pt x="50006" y="22389"/>
                      <a:pt x="50006" y="50006"/>
                    </a:cubicBezTo>
                    <a:lnTo>
                      <a:pt x="50006" y="75009"/>
                    </a:lnTo>
                    <a:lnTo>
                      <a:pt x="16669" y="75009"/>
                    </a:lnTo>
                    <a:cubicBezTo>
                      <a:pt x="7463" y="75009"/>
                      <a:pt x="0" y="82472"/>
                      <a:pt x="0" y="91678"/>
                    </a:cubicBezTo>
                    <a:lnTo>
                      <a:pt x="0" y="208359"/>
                    </a:lnTo>
                    <a:cubicBezTo>
                      <a:pt x="0" y="217565"/>
                      <a:pt x="7463" y="225028"/>
                      <a:pt x="16669" y="225028"/>
                    </a:cubicBezTo>
                    <a:lnTo>
                      <a:pt x="183356" y="225028"/>
                    </a:lnTo>
                    <a:cubicBezTo>
                      <a:pt x="192562" y="225028"/>
                      <a:pt x="200025" y="217565"/>
                      <a:pt x="200025" y="208359"/>
                    </a:cubicBezTo>
                    <a:lnTo>
                      <a:pt x="200025" y="91678"/>
                    </a:lnTo>
                    <a:cubicBezTo>
                      <a:pt x="200025" y="82472"/>
                      <a:pt x="192562" y="75009"/>
                      <a:pt x="183356" y="75009"/>
                    </a:cubicBezTo>
                    <a:close/>
                    <a:moveTo>
                      <a:pt x="66675" y="50006"/>
                    </a:moveTo>
                    <a:cubicBezTo>
                      <a:pt x="66675" y="31594"/>
                      <a:pt x="81601" y="16669"/>
                      <a:pt x="100012" y="16669"/>
                    </a:cubicBezTo>
                    <a:cubicBezTo>
                      <a:pt x="118424" y="16669"/>
                      <a:pt x="133350" y="31594"/>
                      <a:pt x="133350" y="50006"/>
                    </a:cubicBezTo>
                    <a:lnTo>
                      <a:pt x="133350" y="75009"/>
                    </a:lnTo>
                    <a:lnTo>
                      <a:pt x="66675" y="75009"/>
                    </a:lnTo>
                    <a:close/>
                    <a:moveTo>
                      <a:pt x="183356" y="208359"/>
                    </a:moveTo>
                    <a:lnTo>
                      <a:pt x="16669" y="208359"/>
                    </a:lnTo>
                    <a:lnTo>
                      <a:pt x="16669" y="91678"/>
                    </a:lnTo>
                    <a:lnTo>
                      <a:pt x="183356" y="91678"/>
                    </a:lnTo>
                    <a:lnTo>
                      <a:pt x="183356" y="208359"/>
                    </a:lnTo>
                    <a:close/>
                    <a:moveTo>
                      <a:pt x="112514" y="150019"/>
                    </a:moveTo>
                    <a:cubicBezTo>
                      <a:pt x="112514" y="156923"/>
                      <a:pt x="106917" y="162520"/>
                      <a:pt x="100012" y="162520"/>
                    </a:cubicBezTo>
                    <a:cubicBezTo>
                      <a:pt x="93108" y="162520"/>
                      <a:pt x="87511" y="156923"/>
                      <a:pt x="87511" y="150019"/>
                    </a:cubicBezTo>
                    <a:cubicBezTo>
                      <a:pt x="87511" y="143114"/>
                      <a:pt x="93108" y="137517"/>
                      <a:pt x="100012" y="137517"/>
                    </a:cubicBezTo>
                    <a:cubicBezTo>
                      <a:pt x="106917" y="137517"/>
                      <a:pt x="112514" y="143114"/>
                      <a:pt x="112514" y="150019"/>
                    </a:cubicBezTo>
                    <a:close/>
                  </a:path>
                </a:pathLst>
              </a:custGeom>
              <a:solidFill>
                <a:srgbClr val="C62828"/>
              </a:solidFill>
              <a:ln>
                <a:noFill/>
              </a:ln>
            </p:spPr>
          </p:sp>
        </p:grpSp>
        <p:sp>
          <p:nvSpPr>
            <p:cNvPr id="44" name="TextBox 44"/>
            <p:cNvSpPr txBox="1"/>
            <p:nvPr/>
          </p:nvSpPr>
          <p:spPr>
            <a:xfrm>
              <a:off x="1326642" y="6121718"/>
              <a:ext cx="3687924"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Pretendard SemiBold"/>
                  <a:ea typeface="Pretendard SemiBold"/>
                  <a:cs typeface="Pretendard SemiBold"/>
                </a:rPr>
                <a:t>회사 기밀 저장소는 반드시 Private로 설정</a:t>
              </a:r>
            </a:p>
          </p:txBody>
        </p:sp>
      </p:grpSp>
      <p:sp>
        <p:nvSpPr>
          <p:cNvPr id="46" name="TextBox 46"/>
          <p:cNvSpPr txBox="1"/>
          <p:nvPr/>
        </p:nvSpPr>
        <p:spPr>
          <a:xfrm>
            <a:off x="11123981" y="66332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6 / 14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87289" cy="1318259"/>
            <a:chOff x="593598" y="669608"/>
            <a:chExt cx="8487289" cy="1318259"/>
          </a:xfrm>
        </p:grpSpPr>
        <p:sp>
          <p:nvSpPr>
            <p:cNvPr id="2" name="TextBox 2"/>
            <p:cNvSpPr txBox="1"/>
            <p:nvPr/>
          </p:nvSpPr>
          <p:spPr>
            <a:xfrm>
              <a:off x="593598" y="669608"/>
              <a:ext cx="6051956"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Level 1: Skill로 DOCX 워밍업</a:t>
              </a:r>
            </a:p>
          </p:txBody>
        </p:sp>
        <p:sp>
          <p:nvSpPr>
            <p:cNvPr id="3" name="TextBox 3"/>
            <p:cNvSpPr txBox="1"/>
            <p:nvPr/>
          </p:nvSpPr>
          <p:spPr>
            <a:xfrm>
              <a:off x="598170" y="1185862"/>
              <a:ext cx="84827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docx 스킬 설치 후 원본을 첨부하고 한 문장 프롬프트만으로</a:t>
              </a:r>
            </a:p>
          </p:txBody>
        </p:sp>
        <p:sp>
          <p:nvSpPr>
            <p:cNvPr id="4" name="TextBox 4"/>
            <p:cNvSpPr txBox="1"/>
            <p:nvPr/>
          </p:nvSpPr>
          <p:spPr>
            <a:xfrm>
              <a:off x="598170" y="1547812"/>
              <a:ext cx="60380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한국어 업무보고 DOCX를 완성할 수 있다</a:t>
              </a:r>
            </a:p>
          </p:txBody>
        </p:sp>
      </p:grpSp>
      <p:sp>
        <p:nvSpPr>
          <p:cNvPr id="6" name="Freeform 6"/>
          <p:cNvSpPr/>
          <p:nvPr/>
        </p:nvSpPr>
        <p:spPr>
          <a:xfrm>
            <a:off x="95250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7" name="Polygon 7"/>
          <p:cNvSpPr/>
          <p:nvPr/>
        </p:nvSpPr>
        <p:spPr>
          <a:xfrm>
            <a:off x="329565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8" name="Freeform 8"/>
          <p:cNvSpPr/>
          <p:nvPr/>
        </p:nvSpPr>
        <p:spPr>
          <a:xfrm>
            <a:off x="375285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9" name="Polygon 9"/>
          <p:cNvSpPr/>
          <p:nvPr/>
        </p:nvSpPr>
        <p:spPr>
          <a:xfrm>
            <a:off x="609600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10" name="Freeform 10"/>
          <p:cNvSpPr/>
          <p:nvPr/>
        </p:nvSpPr>
        <p:spPr>
          <a:xfrm>
            <a:off x="655320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11" name="Polygon 11"/>
          <p:cNvSpPr/>
          <p:nvPr/>
        </p:nvSpPr>
        <p:spPr>
          <a:xfrm>
            <a:off x="889635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grpSp>
        <p:nvGrpSpPr>
          <p:cNvPr id="20" name="Group 20"/>
          <p:cNvGrpSpPr/>
          <p:nvPr/>
        </p:nvGrpSpPr>
        <p:grpSpPr>
          <a:xfrm>
            <a:off x="323850" y="2286000"/>
            <a:ext cx="2857500" cy="3238500"/>
            <a:chOff x="323850" y="2286000"/>
            <a:chExt cx="2857500" cy="3238500"/>
          </a:xfrm>
        </p:grpSpPr>
        <p:sp>
          <p:nvSpPr>
            <p:cNvPr id="12" name="Ellipse 12"/>
            <p:cNvSpPr/>
            <p:nvPr/>
          </p:nvSpPr>
          <p:spPr>
            <a:xfrm>
              <a:off x="323850" y="2286000"/>
              <a:ext cx="571500" cy="571500"/>
            </a:xfrm>
            <a:prstGeom prst="ellipse">
              <a:avLst/>
            </a:prstGeom>
            <a:solidFill>
              <a:srgbClr val="1565C0"/>
            </a:solidFill>
            <a:ln>
              <a:noFill/>
            </a:ln>
          </p:spPr>
        </p:sp>
        <p:sp>
          <p:nvSpPr>
            <p:cNvPr id="13" name="TextBox 13"/>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1</a:t>
              </a:r>
            </a:p>
          </p:txBody>
        </p:sp>
        <p:sp>
          <p:nvSpPr>
            <p:cNvPr id="14" name="Rectangle 14"/>
            <p:cNvSpPr/>
            <p:nvPr/>
          </p:nvSpPr>
          <p:spPr>
            <a:xfrm>
              <a:off x="609600" y="3048000"/>
              <a:ext cx="2571750" cy="2476500"/>
            </a:xfrm>
            <a:prstGeom prst="roundRect">
              <a:avLst>
                <a:gd name="adj" fmla="val 5385"/>
              </a:avLst>
            </a:prstGeom>
            <a:solidFill>
              <a:srgbClr val="FFF8EC"/>
            </a:solidFill>
            <a:ln w="14288">
              <a:solidFill>
                <a:srgbClr val="2B2420">
                  <a:alpha val="30000"/>
                </a:srgbClr>
              </a:solidFill>
            </a:ln>
          </p:spPr>
        </p:sp>
        <p:sp>
          <p:nvSpPr>
            <p:cNvPr id="15" name="TextBox 15"/>
            <p:cNvSpPr txBox="1"/>
            <p:nvPr/>
          </p:nvSpPr>
          <p:spPr>
            <a:xfrm>
              <a:off x="829056" y="3196590"/>
              <a:ext cx="2130072"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마켓플레이스 추가</a:t>
              </a:r>
            </a:p>
          </p:txBody>
        </p:sp>
        <p:sp>
          <p:nvSpPr>
            <p:cNvPr id="16" name="Rectangle 16"/>
            <p:cNvSpPr/>
            <p:nvPr/>
          </p:nvSpPr>
          <p:spPr>
            <a:xfrm>
              <a:off x="838200" y="3619500"/>
              <a:ext cx="2114550" cy="666750"/>
            </a:xfrm>
            <a:prstGeom prst="roundRect">
              <a:avLst>
                <a:gd name="adj" fmla="val 11429"/>
              </a:avLst>
            </a:prstGeom>
            <a:solidFill>
              <a:srgbClr val="2B2420"/>
            </a:solidFill>
            <a:ln>
              <a:noFill/>
            </a:ln>
          </p:spPr>
        </p:sp>
        <p:sp>
          <p:nvSpPr>
            <p:cNvPr id="17" name="TextBox 17"/>
            <p:cNvSpPr txBox="1"/>
            <p:nvPr/>
          </p:nvSpPr>
          <p:spPr>
            <a:xfrm>
              <a:off x="965454" y="3718560"/>
              <a:ext cx="1571092" cy="234696"/>
            </a:xfrm>
            <a:prstGeom prst="rect">
              <a:avLst/>
            </a:prstGeom>
            <a:noFill/>
            <a:ln>
              <a:noFill/>
            </a:ln>
          </p:spPr>
          <p:txBody>
            <a:bodyPr wrap="none" lIns="0" tIns="0" rIns="0" bIns="0" anchor="t" anchorCtr="0">
              <a:spAutoFit/>
            </a:bodyPr>
            <a:lstStyle/>
            <a:p>
              <a:pPr algn="l"/>
              <a:r>
                <a:rPr lang="en-US" sz="1200" dirty="0">
                  <a:solidFill>
                    <a:srgbClr val="FBF3E7"/>
                  </a:solidFill>
                  <a:latin typeface="Consolas"/>
                  <a:ea typeface="Consolas"/>
                  <a:cs typeface="Consolas"/>
                </a:rPr>
                <a:t>/plugin marketplace</a:t>
              </a:r>
            </a:p>
          </p:txBody>
        </p:sp>
        <p:sp>
          <p:nvSpPr>
            <p:cNvPr id="18" name="TextBox 18"/>
            <p:cNvSpPr txBox="1"/>
            <p:nvPr/>
          </p:nvSpPr>
          <p:spPr>
            <a:xfrm>
              <a:off x="965454" y="3928110"/>
              <a:ext cx="1676095" cy="234696"/>
            </a:xfrm>
            <a:prstGeom prst="rect">
              <a:avLst/>
            </a:prstGeom>
            <a:noFill/>
            <a:ln>
              <a:noFill/>
            </a:ln>
          </p:spPr>
          <p:txBody>
            <a:bodyPr wrap="none" lIns="0" tIns="0" rIns="0" bIns="0" anchor="t" anchorCtr="0">
              <a:spAutoFit/>
            </a:bodyPr>
            <a:lstStyle/>
            <a:p>
              <a:pPr algn="l"/>
              <a:r>
                <a:rPr lang="en-US" sz="1200" dirty="0">
                  <a:solidFill>
                    <a:srgbClr val="FBF3E7"/>
                  </a:solidFill>
                  <a:latin typeface="Consolas"/>
                  <a:ea typeface="Consolas"/>
                  <a:cs typeface="Consolas"/>
                </a:rPr>
                <a:t>add anthropics/skills</a:t>
              </a:r>
            </a:p>
          </p:txBody>
        </p:sp>
        <p:sp>
          <p:nvSpPr>
            <p:cNvPr id="19" name="TextBox 19"/>
            <p:cNvSpPr txBox="1"/>
            <p:nvPr/>
          </p:nvSpPr>
          <p:spPr>
            <a:xfrm>
              <a:off x="831342" y="4407218"/>
              <a:ext cx="37719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실행</a:t>
              </a:r>
            </a:p>
          </p:txBody>
        </p:sp>
      </p:grpSp>
      <p:grpSp>
        <p:nvGrpSpPr>
          <p:cNvPr id="30" name="Group 30"/>
          <p:cNvGrpSpPr/>
          <p:nvPr/>
        </p:nvGrpSpPr>
        <p:grpSpPr>
          <a:xfrm>
            <a:off x="3124200" y="2286000"/>
            <a:ext cx="2857500" cy="3238500"/>
            <a:chOff x="3124200" y="2286000"/>
            <a:chExt cx="2857500" cy="3238500"/>
          </a:xfrm>
        </p:grpSpPr>
        <p:sp>
          <p:nvSpPr>
            <p:cNvPr id="21" name="Ellipse 21"/>
            <p:cNvSpPr/>
            <p:nvPr/>
          </p:nvSpPr>
          <p:spPr>
            <a:xfrm>
              <a:off x="3124200" y="2286000"/>
              <a:ext cx="571500" cy="571500"/>
            </a:xfrm>
            <a:prstGeom prst="ellipse">
              <a:avLst/>
            </a:prstGeom>
            <a:solidFill>
              <a:srgbClr val="1565C0"/>
            </a:solidFill>
            <a:ln>
              <a:noFill/>
            </a:ln>
          </p:spPr>
        </p:sp>
        <p:sp>
          <p:nvSpPr>
            <p:cNvPr id="22" name="TextBox 22"/>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2</a:t>
              </a:r>
            </a:p>
          </p:txBody>
        </p:sp>
        <p:sp>
          <p:nvSpPr>
            <p:cNvPr id="23" name="Rectangle 23"/>
            <p:cNvSpPr/>
            <p:nvPr/>
          </p:nvSpPr>
          <p:spPr>
            <a:xfrm>
              <a:off x="3409950" y="3048000"/>
              <a:ext cx="2571750" cy="2476500"/>
            </a:xfrm>
            <a:prstGeom prst="roundRect">
              <a:avLst>
                <a:gd name="adj" fmla="val 5385"/>
              </a:avLst>
            </a:prstGeom>
            <a:solidFill>
              <a:srgbClr val="FFF8EC"/>
            </a:solidFill>
            <a:ln w="14288">
              <a:solidFill>
                <a:srgbClr val="2B2420">
                  <a:alpha val="30000"/>
                </a:srgbClr>
              </a:solidFill>
            </a:ln>
          </p:spPr>
        </p:sp>
        <p:sp>
          <p:nvSpPr>
            <p:cNvPr id="24" name="TextBox 24"/>
            <p:cNvSpPr txBox="1"/>
            <p:nvPr/>
          </p:nvSpPr>
          <p:spPr>
            <a:xfrm>
              <a:off x="3629406" y="3196590"/>
              <a:ext cx="1124730"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Skill 설치</a:t>
              </a:r>
            </a:p>
          </p:txBody>
        </p:sp>
        <p:sp>
          <p:nvSpPr>
            <p:cNvPr id="25" name="Rectangle 25"/>
            <p:cNvSpPr/>
            <p:nvPr/>
          </p:nvSpPr>
          <p:spPr>
            <a:xfrm>
              <a:off x="3638550" y="3619500"/>
              <a:ext cx="2114550" cy="876300"/>
            </a:xfrm>
            <a:prstGeom prst="roundRect">
              <a:avLst>
                <a:gd name="adj" fmla="val 8696"/>
              </a:avLst>
            </a:prstGeom>
            <a:solidFill>
              <a:srgbClr val="2B2420"/>
            </a:solidFill>
            <a:ln>
              <a:noFill/>
            </a:ln>
          </p:spPr>
        </p:sp>
        <p:sp>
          <p:nvSpPr>
            <p:cNvPr id="26" name="TextBox 26"/>
            <p:cNvSpPr txBox="1"/>
            <p:nvPr/>
          </p:nvSpPr>
          <p:spPr>
            <a:xfrm>
              <a:off x="3765804" y="3718560"/>
              <a:ext cx="1102614" cy="234696"/>
            </a:xfrm>
            <a:prstGeom prst="rect">
              <a:avLst/>
            </a:prstGeom>
            <a:noFill/>
            <a:ln>
              <a:noFill/>
            </a:ln>
          </p:spPr>
          <p:txBody>
            <a:bodyPr wrap="none" lIns="0" tIns="0" rIns="0" bIns="0" anchor="t" anchorCtr="0">
              <a:spAutoFit/>
            </a:bodyPr>
            <a:lstStyle/>
            <a:p>
              <a:pPr algn="l"/>
              <a:r>
                <a:rPr lang="en-US" sz="1200" dirty="0">
                  <a:solidFill>
                    <a:srgbClr val="FBF3E7"/>
                  </a:solidFill>
                  <a:latin typeface="Consolas"/>
                  <a:ea typeface="Consolas"/>
                  <a:cs typeface="Consolas"/>
                </a:rPr>
                <a:t>/plugin install</a:t>
              </a:r>
            </a:p>
          </p:txBody>
        </p:sp>
        <p:sp>
          <p:nvSpPr>
            <p:cNvPr id="27" name="TextBox 27"/>
            <p:cNvSpPr txBox="1"/>
            <p:nvPr/>
          </p:nvSpPr>
          <p:spPr>
            <a:xfrm>
              <a:off x="3765804" y="3928110"/>
              <a:ext cx="1344930" cy="234696"/>
            </a:xfrm>
            <a:prstGeom prst="rect">
              <a:avLst/>
            </a:prstGeom>
            <a:noFill/>
            <a:ln>
              <a:noFill/>
            </a:ln>
          </p:spPr>
          <p:txBody>
            <a:bodyPr wrap="none" lIns="0" tIns="0" rIns="0" bIns="0" anchor="t" anchorCtr="0">
              <a:spAutoFit/>
            </a:bodyPr>
            <a:lstStyle/>
            <a:p>
              <a:pPr algn="l"/>
              <a:r>
                <a:rPr lang="en-US" sz="1200" dirty="0">
                  <a:solidFill>
                    <a:srgbClr val="FBF3E7"/>
                  </a:solidFill>
                  <a:latin typeface="Consolas"/>
                  <a:ea typeface="Consolas"/>
                  <a:cs typeface="Consolas"/>
                </a:rPr>
                <a:t>document-skills@</a:t>
              </a:r>
            </a:p>
          </p:txBody>
        </p:sp>
        <p:sp>
          <p:nvSpPr>
            <p:cNvPr id="28" name="TextBox 28"/>
            <p:cNvSpPr txBox="1"/>
            <p:nvPr/>
          </p:nvSpPr>
          <p:spPr>
            <a:xfrm>
              <a:off x="3765804" y="4137660"/>
              <a:ext cx="1805330" cy="234696"/>
            </a:xfrm>
            <a:prstGeom prst="rect">
              <a:avLst/>
            </a:prstGeom>
            <a:noFill/>
            <a:ln>
              <a:noFill/>
            </a:ln>
          </p:spPr>
          <p:txBody>
            <a:bodyPr wrap="none" lIns="0" tIns="0" rIns="0" bIns="0" anchor="t" anchorCtr="0">
              <a:spAutoFit/>
            </a:bodyPr>
            <a:lstStyle/>
            <a:p>
              <a:pPr algn="l"/>
              <a:r>
                <a:rPr lang="en-US" sz="1200" dirty="0">
                  <a:solidFill>
                    <a:srgbClr val="FBF3E7"/>
                  </a:solidFill>
                  <a:latin typeface="Consolas"/>
                  <a:ea typeface="Consolas"/>
                  <a:cs typeface="Consolas"/>
                </a:rPr>
                <a:t>anthropic-agent-skills</a:t>
              </a:r>
            </a:p>
          </p:txBody>
        </p:sp>
        <p:sp>
          <p:nvSpPr>
            <p:cNvPr id="29" name="TextBox 29"/>
            <p:cNvSpPr txBox="1"/>
            <p:nvPr/>
          </p:nvSpPr>
          <p:spPr>
            <a:xfrm>
              <a:off x="3631692" y="4616768"/>
              <a:ext cx="37719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실행</a:t>
              </a:r>
            </a:p>
          </p:txBody>
        </p:sp>
      </p:grpSp>
      <p:grpSp>
        <p:nvGrpSpPr>
          <p:cNvPr id="40" name="Group 40"/>
          <p:cNvGrpSpPr/>
          <p:nvPr/>
        </p:nvGrpSpPr>
        <p:grpSpPr>
          <a:xfrm>
            <a:off x="5924550" y="2286000"/>
            <a:ext cx="2857500" cy="3238500"/>
            <a:chOff x="5924550" y="2286000"/>
            <a:chExt cx="2857500" cy="3238500"/>
          </a:xfrm>
        </p:grpSpPr>
        <p:sp>
          <p:nvSpPr>
            <p:cNvPr id="31" name="Ellipse 31"/>
            <p:cNvSpPr/>
            <p:nvPr/>
          </p:nvSpPr>
          <p:spPr>
            <a:xfrm>
              <a:off x="5924550" y="2286000"/>
              <a:ext cx="571500" cy="571500"/>
            </a:xfrm>
            <a:prstGeom prst="ellipse">
              <a:avLst/>
            </a:prstGeom>
            <a:solidFill>
              <a:srgbClr val="1565C0"/>
            </a:solidFill>
            <a:ln>
              <a:noFill/>
            </a:ln>
          </p:spPr>
        </p:sp>
        <p:sp>
          <p:nvSpPr>
            <p:cNvPr id="32" name="TextBox 32"/>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3</a:t>
              </a:r>
            </a:p>
          </p:txBody>
        </p:sp>
        <p:sp>
          <p:nvSpPr>
            <p:cNvPr id="33" name="Rectangle 33"/>
            <p:cNvSpPr/>
            <p:nvPr/>
          </p:nvSpPr>
          <p:spPr>
            <a:xfrm>
              <a:off x="6210300" y="3048000"/>
              <a:ext cx="2571750" cy="2476500"/>
            </a:xfrm>
            <a:prstGeom prst="roundRect">
              <a:avLst>
                <a:gd name="adj" fmla="val 5385"/>
              </a:avLst>
            </a:prstGeom>
            <a:solidFill>
              <a:srgbClr val="FFF8EC"/>
            </a:solidFill>
            <a:ln w="14288">
              <a:solidFill>
                <a:srgbClr val="2B2420">
                  <a:alpha val="30000"/>
                </a:srgbClr>
              </a:solidFill>
            </a:ln>
          </p:spPr>
        </p:sp>
        <p:grpSp>
          <p:nvGrpSpPr>
            <p:cNvPr id="36" name="Group 36"/>
            <p:cNvGrpSpPr/>
            <p:nvPr/>
          </p:nvGrpSpPr>
          <p:grpSpPr>
            <a:xfrm>
              <a:off x="6480572" y="3301601"/>
              <a:ext cx="183358" cy="216695"/>
              <a:chOff x="6480572" y="3301601"/>
              <a:chExt cx="183358" cy="216695"/>
            </a:xfrm>
          </p:grpSpPr>
          <p:sp>
            <p:nvSpPr>
              <p:cNvPr id="34" name="Freeform 34"/>
              <p:cNvSpPr/>
              <p:nvPr/>
            </p:nvSpPr>
            <p:spPr>
              <a:xfrm>
                <a:off x="6597253" y="3309938"/>
                <a:ext cx="58341" cy="58341"/>
              </a:xfrm>
              <a:custGeom>
                <a:avLst/>
                <a:gdLst/>
                <a:ahLst/>
                <a:cxnLst/>
                <a:rect l="l" t="t" r="r" b="b"/>
                <a:pathLst>
                  <a:path w="58341" h="58341">
                    <a:moveTo>
                      <a:pt x="58341" y="58341"/>
                    </a:moveTo>
                    <a:lnTo>
                      <a:pt x="0" y="58341"/>
                    </a:lnTo>
                    <a:lnTo>
                      <a:pt x="0" y="0"/>
                    </a:lnTo>
                    <a:close/>
                  </a:path>
                </a:pathLst>
              </a:custGeom>
              <a:solidFill>
                <a:srgbClr val="1565C0">
                  <a:alpha val="20000"/>
                </a:srgbClr>
              </a:solidFill>
              <a:ln>
                <a:noFill/>
              </a:ln>
            </p:spPr>
          </p:sp>
          <p:sp>
            <p:nvSpPr>
              <p:cNvPr id="35" name="Freeform 35"/>
              <p:cNvSpPr/>
              <p:nvPr/>
            </p:nvSpPr>
            <p:spPr>
              <a:xfrm>
                <a:off x="6480572" y="3301601"/>
                <a:ext cx="183358" cy="216695"/>
              </a:xfrm>
              <a:custGeom>
                <a:avLst/>
                <a:gdLst/>
                <a:ahLst/>
                <a:cxnLst/>
                <a:rect l="l" t="t" r="r" b="b"/>
                <a:pathLst>
                  <a:path w="183358" h="216695">
                    <a:moveTo>
                      <a:pt x="180918" y="60780"/>
                    </a:moveTo>
                    <a:lnTo>
                      <a:pt x="122578" y="2440"/>
                    </a:lnTo>
                    <a:cubicBezTo>
                      <a:pt x="121013" y="877"/>
                      <a:pt x="118892" y="0"/>
                      <a:pt x="116681" y="2"/>
                    </a:cubicBezTo>
                    <a:lnTo>
                      <a:pt x="16669" y="2"/>
                    </a:lnTo>
                    <a:cubicBezTo>
                      <a:pt x="7463" y="2"/>
                      <a:pt x="0" y="7465"/>
                      <a:pt x="0" y="16670"/>
                    </a:cubicBezTo>
                    <a:lnTo>
                      <a:pt x="0" y="200027"/>
                    </a:lnTo>
                    <a:cubicBezTo>
                      <a:pt x="0" y="209233"/>
                      <a:pt x="7463" y="216695"/>
                      <a:pt x="16669" y="216695"/>
                    </a:cubicBezTo>
                    <a:lnTo>
                      <a:pt x="166688" y="216695"/>
                    </a:lnTo>
                    <a:cubicBezTo>
                      <a:pt x="175893" y="216695"/>
                      <a:pt x="183356" y="209233"/>
                      <a:pt x="183356" y="200027"/>
                    </a:cubicBezTo>
                    <a:lnTo>
                      <a:pt x="183356" y="66677"/>
                    </a:lnTo>
                    <a:cubicBezTo>
                      <a:pt x="183358" y="64466"/>
                      <a:pt x="182481" y="62345"/>
                      <a:pt x="180918" y="60780"/>
                    </a:cubicBezTo>
                    <a:close/>
                    <a:moveTo>
                      <a:pt x="125016" y="28453"/>
                    </a:moveTo>
                    <a:lnTo>
                      <a:pt x="154905" y="58342"/>
                    </a:lnTo>
                    <a:lnTo>
                      <a:pt x="125016" y="58342"/>
                    </a:lnTo>
                    <a:close/>
                    <a:moveTo>
                      <a:pt x="166688" y="200027"/>
                    </a:moveTo>
                    <a:lnTo>
                      <a:pt x="16669" y="200027"/>
                    </a:lnTo>
                    <a:lnTo>
                      <a:pt x="16669" y="16670"/>
                    </a:lnTo>
                    <a:lnTo>
                      <a:pt x="108347" y="16670"/>
                    </a:lnTo>
                    <a:lnTo>
                      <a:pt x="108347" y="66677"/>
                    </a:lnTo>
                    <a:cubicBezTo>
                      <a:pt x="108347" y="71280"/>
                      <a:pt x="112078" y="75011"/>
                      <a:pt x="116681" y="75011"/>
                    </a:cubicBezTo>
                    <a:lnTo>
                      <a:pt x="166688" y="75011"/>
                    </a:lnTo>
                    <a:lnTo>
                      <a:pt x="166688" y="200027"/>
                    </a:lnTo>
                    <a:close/>
                    <a:moveTo>
                      <a:pt x="133350" y="116683"/>
                    </a:moveTo>
                    <a:cubicBezTo>
                      <a:pt x="133350" y="121286"/>
                      <a:pt x="129619" y="125017"/>
                      <a:pt x="125016" y="125017"/>
                    </a:cubicBezTo>
                    <a:lnTo>
                      <a:pt x="58341" y="125017"/>
                    </a:lnTo>
                    <a:cubicBezTo>
                      <a:pt x="53738" y="125017"/>
                      <a:pt x="50006" y="121286"/>
                      <a:pt x="50006" y="116683"/>
                    </a:cubicBezTo>
                    <a:cubicBezTo>
                      <a:pt x="50006" y="112080"/>
                      <a:pt x="53738" y="108349"/>
                      <a:pt x="58341" y="108349"/>
                    </a:cubicBezTo>
                    <a:lnTo>
                      <a:pt x="125016" y="108349"/>
                    </a:lnTo>
                    <a:cubicBezTo>
                      <a:pt x="129619" y="108349"/>
                      <a:pt x="133350" y="112080"/>
                      <a:pt x="133350" y="116683"/>
                    </a:cubicBezTo>
                    <a:close/>
                    <a:moveTo>
                      <a:pt x="133350" y="150020"/>
                    </a:moveTo>
                    <a:cubicBezTo>
                      <a:pt x="133350" y="154623"/>
                      <a:pt x="129619" y="158355"/>
                      <a:pt x="125016" y="158355"/>
                    </a:cubicBezTo>
                    <a:lnTo>
                      <a:pt x="58341" y="158355"/>
                    </a:lnTo>
                    <a:cubicBezTo>
                      <a:pt x="53738" y="158355"/>
                      <a:pt x="50006" y="154623"/>
                      <a:pt x="50006" y="150020"/>
                    </a:cubicBezTo>
                    <a:cubicBezTo>
                      <a:pt x="50006" y="145418"/>
                      <a:pt x="53738" y="141686"/>
                      <a:pt x="58341" y="141686"/>
                    </a:cubicBezTo>
                    <a:lnTo>
                      <a:pt x="125016" y="141686"/>
                    </a:lnTo>
                    <a:cubicBezTo>
                      <a:pt x="129619" y="141686"/>
                      <a:pt x="133350" y="145418"/>
                      <a:pt x="133350" y="150020"/>
                    </a:cubicBezTo>
                    <a:close/>
                  </a:path>
                </a:pathLst>
              </a:custGeom>
              <a:solidFill>
                <a:srgbClr val="1565C0"/>
              </a:solidFill>
              <a:ln>
                <a:noFill/>
              </a:ln>
            </p:spPr>
          </p:sp>
        </p:grpSp>
        <p:sp>
          <p:nvSpPr>
            <p:cNvPr id="37" name="TextBox 37"/>
            <p:cNvSpPr txBox="1"/>
            <p:nvPr/>
          </p:nvSpPr>
          <p:spPr>
            <a:xfrm>
              <a:off x="6429756" y="3653790"/>
              <a:ext cx="1621208"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프롬프트 요청</a:t>
              </a:r>
            </a:p>
          </p:txBody>
        </p:sp>
        <p:sp>
          <p:nvSpPr>
            <p:cNvPr id="38" name="TextBox 38"/>
            <p:cNvSpPr txBox="1"/>
            <p:nvPr/>
          </p:nvSpPr>
          <p:spPr>
            <a:xfrm>
              <a:off x="6432042" y="4007168"/>
              <a:ext cx="191286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원본 첨부 후 "업무보고</a:t>
              </a:r>
            </a:p>
          </p:txBody>
        </p:sp>
        <p:sp>
          <p:nvSpPr>
            <p:cNvPr id="39" name="TextBox 39"/>
            <p:cNvSpPr txBox="1"/>
            <p:nvPr/>
          </p:nvSpPr>
          <p:spPr>
            <a:xfrm>
              <a:off x="6432042" y="4235768"/>
              <a:ext cx="184754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DOCX 만들어줘" 요청</a:t>
              </a:r>
            </a:p>
          </p:txBody>
        </p:sp>
      </p:grpSp>
      <p:grpSp>
        <p:nvGrpSpPr>
          <p:cNvPr id="50" name="Group 50"/>
          <p:cNvGrpSpPr/>
          <p:nvPr/>
        </p:nvGrpSpPr>
        <p:grpSpPr>
          <a:xfrm>
            <a:off x="8724900" y="2286000"/>
            <a:ext cx="2857500" cy="3238500"/>
            <a:chOff x="8724900" y="2286000"/>
            <a:chExt cx="2857500" cy="3238500"/>
          </a:xfrm>
        </p:grpSpPr>
        <p:sp>
          <p:nvSpPr>
            <p:cNvPr id="41" name="Ellipse 41"/>
            <p:cNvSpPr/>
            <p:nvPr/>
          </p:nvSpPr>
          <p:spPr>
            <a:xfrm>
              <a:off x="8724900" y="2286000"/>
              <a:ext cx="571500" cy="571500"/>
            </a:xfrm>
            <a:prstGeom prst="ellipse">
              <a:avLst/>
            </a:prstGeom>
            <a:solidFill>
              <a:srgbClr val="FF6B35"/>
            </a:solidFill>
            <a:ln>
              <a:noFill/>
            </a:ln>
          </p:spPr>
        </p:sp>
        <p:sp>
          <p:nvSpPr>
            <p:cNvPr id="42" name="TextBox 42"/>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4</a:t>
              </a:r>
            </a:p>
          </p:txBody>
        </p:sp>
        <p:sp>
          <p:nvSpPr>
            <p:cNvPr id="43" name="Rectangle 43"/>
            <p:cNvSpPr/>
            <p:nvPr/>
          </p:nvSpPr>
          <p:spPr>
            <a:xfrm>
              <a:off x="9010650" y="3048000"/>
              <a:ext cx="2571750" cy="2476500"/>
            </a:xfrm>
            <a:prstGeom prst="roundRect">
              <a:avLst>
                <a:gd name="adj" fmla="val 5385"/>
              </a:avLst>
            </a:prstGeom>
            <a:solidFill>
              <a:srgbClr val="FFF8EC"/>
            </a:solidFill>
            <a:ln w="19050">
              <a:solidFill>
                <a:srgbClr val="FF6B35"/>
              </a:solidFill>
            </a:ln>
          </p:spPr>
        </p:sp>
        <p:grpSp>
          <p:nvGrpSpPr>
            <p:cNvPr id="46" name="Group 46"/>
            <p:cNvGrpSpPr/>
            <p:nvPr/>
          </p:nvGrpSpPr>
          <p:grpSpPr>
            <a:xfrm>
              <a:off x="9255919" y="3293269"/>
              <a:ext cx="233362" cy="208359"/>
              <a:chOff x="9255919" y="3293269"/>
              <a:chExt cx="233362" cy="208359"/>
            </a:xfrm>
          </p:grpSpPr>
          <p:sp>
            <p:nvSpPr>
              <p:cNvPr id="44" name="Freeform 44"/>
              <p:cNvSpPr/>
              <p:nvPr/>
            </p:nvSpPr>
            <p:spPr>
              <a:xfrm>
                <a:off x="9264253" y="3409950"/>
                <a:ext cx="216694" cy="83344"/>
              </a:xfrm>
              <a:custGeom>
                <a:avLst/>
                <a:gdLst/>
                <a:ahLst/>
                <a:cxnLst/>
                <a:rect l="l" t="t" r="r" b="b"/>
                <a:pathLst>
                  <a:path w="216694" h="83344">
                    <a:moveTo>
                      <a:pt x="216694" y="8334"/>
                    </a:moveTo>
                    <a:lnTo>
                      <a:pt x="216694" y="75009"/>
                    </a:lnTo>
                    <a:cubicBezTo>
                      <a:pt x="216694" y="79612"/>
                      <a:pt x="212962" y="83344"/>
                      <a:pt x="208359" y="83344"/>
                    </a:cubicBezTo>
                    <a:lnTo>
                      <a:pt x="8334" y="83344"/>
                    </a:lnTo>
                    <a:cubicBezTo>
                      <a:pt x="3731" y="83344"/>
                      <a:pt x="0" y="79612"/>
                      <a:pt x="0" y="75009"/>
                    </a:cubicBezTo>
                    <a:lnTo>
                      <a:pt x="0" y="8334"/>
                    </a:lnTo>
                    <a:cubicBezTo>
                      <a:pt x="0" y="3731"/>
                      <a:pt x="3731" y="0"/>
                      <a:pt x="8334" y="0"/>
                    </a:cubicBezTo>
                    <a:lnTo>
                      <a:pt x="208359" y="0"/>
                    </a:lnTo>
                    <a:cubicBezTo>
                      <a:pt x="212962" y="0"/>
                      <a:pt x="216694" y="3731"/>
                      <a:pt x="216694" y="8334"/>
                    </a:cubicBezTo>
                    <a:close/>
                  </a:path>
                </a:pathLst>
              </a:custGeom>
              <a:solidFill>
                <a:srgbClr val="FF6B35">
                  <a:alpha val="20000"/>
                </a:srgbClr>
              </a:solidFill>
              <a:ln>
                <a:noFill/>
              </a:ln>
            </p:spPr>
          </p:sp>
          <p:sp>
            <p:nvSpPr>
              <p:cNvPr id="45" name="Freeform 45"/>
              <p:cNvSpPr/>
              <p:nvPr/>
            </p:nvSpPr>
            <p:spPr>
              <a:xfrm>
                <a:off x="9255919" y="3293269"/>
                <a:ext cx="233362" cy="208359"/>
              </a:xfrm>
              <a:custGeom>
                <a:avLst/>
                <a:gdLst/>
                <a:ahLst/>
                <a:cxnLst/>
                <a:rect l="l" t="t" r="r" b="b"/>
                <a:pathLst>
                  <a:path w="233362" h="208359">
                    <a:moveTo>
                      <a:pt x="233362" y="125016"/>
                    </a:moveTo>
                    <a:lnTo>
                      <a:pt x="233362" y="191691"/>
                    </a:lnTo>
                    <a:cubicBezTo>
                      <a:pt x="233362" y="200897"/>
                      <a:pt x="225900" y="208359"/>
                      <a:pt x="216694" y="208359"/>
                    </a:cubicBezTo>
                    <a:lnTo>
                      <a:pt x="16669" y="208359"/>
                    </a:lnTo>
                    <a:cubicBezTo>
                      <a:pt x="7463" y="208359"/>
                      <a:pt x="0" y="200897"/>
                      <a:pt x="0" y="191691"/>
                    </a:cubicBezTo>
                    <a:lnTo>
                      <a:pt x="0" y="125016"/>
                    </a:lnTo>
                    <a:cubicBezTo>
                      <a:pt x="0" y="115810"/>
                      <a:pt x="7463" y="108347"/>
                      <a:pt x="16669" y="108347"/>
                    </a:cubicBezTo>
                    <a:lnTo>
                      <a:pt x="58341" y="108347"/>
                    </a:lnTo>
                    <a:cubicBezTo>
                      <a:pt x="62944" y="108347"/>
                      <a:pt x="66675" y="112078"/>
                      <a:pt x="66675" y="116681"/>
                    </a:cubicBezTo>
                    <a:cubicBezTo>
                      <a:pt x="66675" y="121284"/>
                      <a:pt x="62944" y="125016"/>
                      <a:pt x="58341" y="125016"/>
                    </a:cubicBezTo>
                    <a:lnTo>
                      <a:pt x="16669" y="125016"/>
                    </a:lnTo>
                    <a:lnTo>
                      <a:pt x="16669" y="191691"/>
                    </a:lnTo>
                    <a:lnTo>
                      <a:pt x="216694" y="191691"/>
                    </a:lnTo>
                    <a:lnTo>
                      <a:pt x="216694" y="125016"/>
                    </a:lnTo>
                    <a:lnTo>
                      <a:pt x="175022" y="125016"/>
                    </a:lnTo>
                    <a:cubicBezTo>
                      <a:pt x="170419" y="125016"/>
                      <a:pt x="166688" y="121284"/>
                      <a:pt x="166688" y="116681"/>
                    </a:cubicBezTo>
                    <a:cubicBezTo>
                      <a:pt x="166688" y="112078"/>
                      <a:pt x="170419" y="108347"/>
                      <a:pt x="175022" y="108347"/>
                    </a:cubicBezTo>
                    <a:lnTo>
                      <a:pt x="216694" y="108347"/>
                    </a:lnTo>
                    <a:cubicBezTo>
                      <a:pt x="225900" y="108347"/>
                      <a:pt x="233362" y="115810"/>
                      <a:pt x="233362" y="125016"/>
                    </a:cubicBezTo>
                    <a:close/>
                    <a:moveTo>
                      <a:pt x="110785" y="122578"/>
                    </a:moveTo>
                    <a:cubicBezTo>
                      <a:pt x="112348" y="124143"/>
                      <a:pt x="114469" y="125022"/>
                      <a:pt x="116681" y="125022"/>
                    </a:cubicBezTo>
                    <a:cubicBezTo>
                      <a:pt x="118893" y="125022"/>
                      <a:pt x="121015" y="124143"/>
                      <a:pt x="122578" y="122578"/>
                    </a:cubicBezTo>
                    <a:lnTo>
                      <a:pt x="172584" y="72572"/>
                    </a:lnTo>
                    <a:cubicBezTo>
                      <a:pt x="175841" y="69315"/>
                      <a:pt x="175841" y="64035"/>
                      <a:pt x="172584" y="60778"/>
                    </a:cubicBezTo>
                    <a:cubicBezTo>
                      <a:pt x="169327" y="57522"/>
                      <a:pt x="164048" y="57522"/>
                      <a:pt x="160791" y="60778"/>
                    </a:cubicBezTo>
                    <a:lnTo>
                      <a:pt x="125016" y="96564"/>
                    </a:lnTo>
                    <a:lnTo>
                      <a:pt x="125016" y="8334"/>
                    </a:lnTo>
                    <a:cubicBezTo>
                      <a:pt x="125016" y="3731"/>
                      <a:pt x="121284" y="0"/>
                      <a:pt x="116681" y="0"/>
                    </a:cubicBezTo>
                    <a:cubicBezTo>
                      <a:pt x="112078" y="0"/>
                      <a:pt x="108347" y="3731"/>
                      <a:pt x="108347" y="8334"/>
                    </a:cubicBezTo>
                    <a:lnTo>
                      <a:pt x="108347" y="96564"/>
                    </a:lnTo>
                    <a:lnTo>
                      <a:pt x="72572" y="60778"/>
                    </a:lnTo>
                    <a:cubicBezTo>
                      <a:pt x="69315" y="57522"/>
                      <a:pt x="64035" y="57522"/>
                      <a:pt x="60778" y="60778"/>
                    </a:cubicBezTo>
                    <a:cubicBezTo>
                      <a:pt x="57522" y="64035"/>
                      <a:pt x="57522" y="69315"/>
                      <a:pt x="60778" y="72572"/>
                    </a:cubicBezTo>
                    <a:close/>
                    <a:moveTo>
                      <a:pt x="191691" y="158353"/>
                    </a:moveTo>
                    <a:cubicBezTo>
                      <a:pt x="191691" y="151449"/>
                      <a:pt x="186093" y="145852"/>
                      <a:pt x="179189" y="145852"/>
                    </a:cubicBezTo>
                    <a:cubicBezTo>
                      <a:pt x="172285" y="145852"/>
                      <a:pt x="166688" y="151449"/>
                      <a:pt x="166688" y="158353"/>
                    </a:cubicBezTo>
                    <a:cubicBezTo>
                      <a:pt x="166688" y="165258"/>
                      <a:pt x="172285" y="170855"/>
                      <a:pt x="179189" y="170855"/>
                    </a:cubicBezTo>
                    <a:cubicBezTo>
                      <a:pt x="186093" y="170855"/>
                      <a:pt x="191691" y="165258"/>
                      <a:pt x="191691" y="158353"/>
                    </a:cubicBezTo>
                    <a:close/>
                  </a:path>
                </a:pathLst>
              </a:custGeom>
              <a:solidFill>
                <a:srgbClr val="FF6B35"/>
              </a:solidFill>
              <a:ln>
                <a:noFill/>
              </a:ln>
            </p:spPr>
          </p:sp>
        </p:grpSp>
        <p:sp>
          <p:nvSpPr>
            <p:cNvPr id="47" name="TextBox 47"/>
            <p:cNvSpPr txBox="1"/>
            <p:nvPr/>
          </p:nvSpPr>
          <p:spPr>
            <a:xfrm>
              <a:off x="9230106" y="3653790"/>
              <a:ext cx="1684816"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다운로드·확인</a:t>
              </a:r>
            </a:p>
          </p:txBody>
        </p:sp>
        <p:sp>
          <p:nvSpPr>
            <p:cNvPr id="48" name="TextBox 48"/>
            <p:cNvSpPr txBox="1"/>
            <p:nvPr/>
          </p:nvSpPr>
          <p:spPr>
            <a:xfrm>
              <a:off x="9232392" y="4007168"/>
              <a:ext cx="2013466"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결과 다운로드 후 Word·</a:t>
              </a:r>
            </a:p>
          </p:txBody>
        </p:sp>
        <p:sp>
          <p:nvSpPr>
            <p:cNvPr id="49" name="TextBox 49"/>
            <p:cNvSpPr txBox="1"/>
            <p:nvPr/>
          </p:nvSpPr>
          <p:spPr>
            <a:xfrm>
              <a:off x="9232392" y="4235768"/>
              <a:ext cx="170387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한컴오피스에서 확인</a:t>
              </a:r>
            </a:p>
          </p:txBody>
        </p:sp>
      </p:grpSp>
      <p:grpSp>
        <p:nvGrpSpPr>
          <p:cNvPr id="53" name="Group 53"/>
          <p:cNvGrpSpPr/>
          <p:nvPr/>
        </p:nvGrpSpPr>
        <p:grpSpPr>
          <a:xfrm>
            <a:off x="609600" y="5905500"/>
            <a:ext cx="4572000" cy="400050"/>
            <a:chOff x="609600" y="5905500"/>
            <a:chExt cx="4572000" cy="400050"/>
          </a:xfrm>
        </p:grpSpPr>
        <p:sp>
          <p:nvSpPr>
            <p:cNvPr id="51" name="Rectangle 51"/>
            <p:cNvSpPr/>
            <p:nvPr/>
          </p:nvSpPr>
          <p:spPr>
            <a:xfrm>
              <a:off x="609600" y="5905500"/>
              <a:ext cx="4572000" cy="400050"/>
            </a:xfrm>
            <a:prstGeom prst="roundRect">
              <a:avLst>
                <a:gd name="adj" fmla="val 50000"/>
              </a:avLst>
            </a:prstGeom>
            <a:solidFill>
              <a:srgbClr val="FFF8EC"/>
            </a:solidFill>
            <a:ln w="14288">
              <a:solidFill>
                <a:srgbClr val="2B2420">
                  <a:alpha val="30000"/>
                </a:srgbClr>
              </a:solidFill>
            </a:ln>
          </p:spPr>
        </p:sp>
        <p:sp>
          <p:nvSpPr>
            <p:cNvPr id="52" name="TextBox 52"/>
            <p:cNvSpPr txBox="1"/>
            <p:nvPr/>
          </p:nvSpPr>
          <p:spPr>
            <a:xfrm>
              <a:off x="888492" y="6007418"/>
              <a:ext cx="336676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이 단계만으로도 회의록·주간보고는 충분</a:t>
              </a:r>
            </a:p>
          </p:txBody>
        </p:sp>
      </p:grpSp>
      <p:sp>
        <p:nvSpPr>
          <p:cNvPr id="54" name="TextBox 54"/>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7 / 14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612680" cy="1318259"/>
            <a:chOff x="593598" y="669608"/>
            <a:chExt cx="7612680" cy="1318259"/>
          </a:xfrm>
        </p:grpSpPr>
        <p:sp>
          <p:nvSpPr>
            <p:cNvPr id="2" name="TextBox 2"/>
            <p:cNvSpPr txBox="1"/>
            <p:nvPr/>
          </p:nvSpPr>
          <p:spPr>
            <a:xfrm>
              <a:off x="593598" y="669608"/>
              <a:ext cx="7318655"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Level 2: ppt-master로 PPT 만들기</a:t>
              </a:r>
            </a:p>
          </p:txBody>
        </p:sp>
        <p:sp>
          <p:nvSpPr>
            <p:cNvPr id="3" name="TextBox 3"/>
            <p:cNvSpPr txBox="1"/>
            <p:nvPr/>
          </p:nvSpPr>
          <p:spPr>
            <a:xfrm>
              <a:off x="598170" y="1185862"/>
              <a:ext cx="760810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장수·톤·색상·폰트 같은 조건을 구체적으로 붙일수록</a:t>
              </a:r>
            </a:p>
          </p:txBody>
        </p:sp>
        <p:sp>
          <p:nvSpPr>
            <p:cNvPr id="4" name="TextBox 4"/>
            <p:cNvSpPr txBox="1"/>
            <p:nvPr/>
          </p:nvSpPr>
          <p:spPr>
            <a:xfrm>
              <a:off x="598170" y="1547812"/>
              <a:ext cx="307604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결과 품질이 올라간다</a:t>
              </a:r>
            </a:p>
          </p:txBody>
        </p:sp>
      </p:grpSp>
      <p:sp>
        <p:nvSpPr>
          <p:cNvPr id="6" name="Freeform 6"/>
          <p:cNvSpPr/>
          <p:nvPr/>
        </p:nvSpPr>
        <p:spPr>
          <a:xfrm>
            <a:off x="1282700" y="2428875"/>
            <a:ext cx="101600" cy="3524250"/>
          </a:xfrm>
          <a:custGeom>
            <a:avLst/>
            <a:gdLst/>
            <a:ahLst/>
            <a:cxnLst/>
            <a:rect l="l" t="t" r="r" b="b"/>
            <a:pathLst>
              <a:path w="101600" h="3524250">
                <a:moveTo>
                  <a:pt x="50800" y="0"/>
                </a:moveTo>
                <a:cubicBezTo>
                  <a:pt x="0" y="762000"/>
                  <a:pt x="0" y="1317625"/>
                  <a:pt x="50800" y="1666875"/>
                </a:cubicBezTo>
                <a:cubicBezTo>
                  <a:pt x="101600" y="2174875"/>
                  <a:pt x="101600" y="2794000"/>
                  <a:pt x="50800" y="3524250"/>
                </a:cubicBezTo>
              </a:path>
            </a:pathLst>
          </a:custGeom>
          <a:noFill/>
          <a:ln w="38100" cap="rnd">
            <a:gradFill>
              <a:gsLst>
                <a:gs pos="0">
                  <a:srgbClr val="1565C0"/>
                </a:gs>
                <a:gs pos="100000">
                  <a:srgbClr val="FF6B35"/>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FF8EC"/>
            </a:solidFill>
            <a:ln w="14288">
              <a:solidFill>
                <a:srgbClr val="2B2420">
                  <a:alpha val="30000"/>
                </a:srgbClr>
              </a:solidFill>
            </a:ln>
          </p:spPr>
        </p:sp>
        <p:sp>
          <p:nvSpPr>
            <p:cNvPr id="10" name="TextBox 10"/>
            <p:cNvSpPr txBox="1"/>
            <p:nvPr/>
          </p:nvSpPr>
          <p:spPr>
            <a:xfrm>
              <a:off x="2162556" y="2529840"/>
              <a:ext cx="4432680"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짧은 버전 — 경로 지정만으로 초안 생성</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FF8EC"/>
            </a:solidFill>
            <a:ln w="14288">
              <a:solidFill>
                <a:srgbClr val="2B2420">
                  <a:alpha val="30000"/>
                </a:srgbClr>
              </a:solidFill>
            </a:ln>
          </p:spPr>
        </p:sp>
        <p:sp>
          <p:nvSpPr>
            <p:cNvPr id="15" name="TextBox 15"/>
            <p:cNvSpPr txBox="1"/>
            <p:nvPr/>
          </p:nvSpPr>
          <p:spPr>
            <a:xfrm>
              <a:off x="2162556" y="3272790"/>
              <a:ext cx="5030594"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자세한 버전 — 장수·톤·색상·폰트 조건 추가</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FF8EC"/>
            </a:solidFill>
            <a:ln w="14288">
              <a:solidFill>
                <a:srgbClr val="2B2420">
                  <a:alpha val="30000"/>
                </a:srgbClr>
              </a:solidFill>
            </a:ln>
          </p:spPr>
        </p:sp>
        <p:sp>
          <p:nvSpPr>
            <p:cNvPr id="20" name="TextBox 20"/>
            <p:cNvSpPr txBox="1"/>
            <p:nvPr/>
          </p:nvSpPr>
          <p:spPr>
            <a:xfrm>
              <a:off x="2162556" y="4015740"/>
              <a:ext cx="293513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핵심 KPI·숫자 강조 지정</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FF8EC"/>
            </a:solidFill>
            <a:ln w="14288">
              <a:solidFill>
                <a:srgbClr val="2B2420">
                  <a:alpha val="30000"/>
                </a:srgbClr>
              </a:solidFill>
            </a:ln>
          </p:spPr>
        </p:sp>
        <p:sp>
          <p:nvSpPr>
            <p:cNvPr id="25" name="TextBox 25"/>
            <p:cNvSpPr txBox="1"/>
            <p:nvPr/>
          </p:nvSpPr>
          <p:spPr>
            <a:xfrm>
              <a:off x="2162556" y="4758690"/>
              <a:ext cx="3516725"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표·차트 적합 구간 시각화 지정</a:t>
              </a:r>
            </a:p>
          </p:txBody>
        </p:sp>
      </p:grpSp>
      <p:grpSp>
        <p:nvGrpSpPr>
          <p:cNvPr id="31" name="Group 31"/>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FF6B35"/>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FFF8EC"/>
            </a:solidFill>
            <a:ln w="19050">
              <a:solidFill>
                <a:srgbClr val="FF6B35"/>
              </a:solidFill>
            </a:ln>
          </p:spPr>
        </p:sp>
        <p:sp>
          <p:nvSpPr>
            <p:cNvPr id="30" name="TextBox 30"/>
            <p:cNvSpPr txBox="1"/>
            <p:nvPr/>
          </p:nvSpPr>
          <p:spPr>
            <a:xfrm>
              <a:off x="2162556" y="5577840"/>
              <a:ext cx="414008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조건이 구체적일수록 결과 품질 향상</a:t>
              </a:r>
            </a:p>
          </p:txBody>
        </p:sp>
      </p:grpSp>
      <p:sp>
        <p:nvSpPr>
          <p:cNvPr id="32" name="TextBox 32"/>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8 / 14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027195" cy="1318259"/>
            <a:chOff x="593598" y="669608"/>
            <a:chExt cx="8027195" cy="1318259"/>
          </a:xfrm>
        </p:grpSpPr>
        <p:sp>
          <p:nvSpPr>
            <p:cNvPr id="2" name="TextBox 2"/>
            <p:cNvSpPr txBox="1"/>
            <p:nvPr/>
          </p:nvSpPr>
          <p:spPr>
            <a:xfrm>
              <a:off x="593598" y="669608"/>
              <a:ext cx="6042955"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결과 확인과 GitHub 자동 반영</a:t>
              </a:r>
            </a:p>
          </p:txBody>
        </p:sp>
        <p:sp>
          <p:nvSpPr>
            <p:cNvPr id="3" name="TextBox 3"/>
            <p:cNvSpPr txBox="1"/>
            <p:nvPr/>
          </p:nvSpPr>
          <p:spPr>
            <a:xfrm>
              <a:off x="598170" y="1185862"/>
              <a:ext cx="802262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Claude가 만든 PPT는 자동으로 브랜치·PR로 올라오며,</a:t>
              </a:r>
            </a:p>
          </p:txBody>
        </p:sp>
        <p:sp>
          <p:nvSpPr>
            <p:cNvPr id="4" name="TextBox 4"/>
            <p:cNvSpPr txBox="1"/>
            <p:nvPr/>
          </p:nvSpPr>
          <p:spPr>
            <a:xfrm>
              <a:off x="598170" y="1547812"/>
              <a:ext cx="788984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사용자는 PR 링크에서 Merge 한 번으로 최종 반영한다</a:t>
              </a:r>
            </a:p>
          </p:txBody>
        </p:sp>
      </p:grpSp>
      <p:sp>
        <p:nvSpPr>
          <p:cNvPr id="6" name="Freeform 6"/>
          <p:cNvSpPr/>
          <p:nvPr/>
        </p:nvSpPr>
        <p:spPr>
          <a:xfrm>
            <a:off x="2419350" y="3095625"/>
            <a:ext cx="361950" cy="95250"/>
          </a:xfrm>
          <a:custGeom>
            <a:avLst/>
            <a:gdLst/>
            <a:ahLst/>
            <a:cxnLst/>
            <a:rect l="l" t="t" r="r" b="b"/>
            <a:pathLst>
              <a:path w="361950" h="95250">
                <a:moveTo>
                  <a:pt x="0" y="95250"/>
                </a:moveTo>
                <a:cubicBezTo>
                  <a:pt x="120650" y="0"/>
                  <a:pt x="241300" y="0"/>
                  <a:pt x="361950" y="95250"/>
                </a:cubicBezTo>
              </a:path>
            </a:pathLst>
          </a:custGeom>
          <a:noFill/>
          <a:ln w="23812" cap="rnd">
            <a:solidFill>
              <a:srgbClr val="A69783"/>
            </a:solidFill>
          </a:ln>
        </p:spPr>
      </p:sp>
      <p:sp>
        <p:nvSpPr>
          <p:cNvPr id="7" name="Polygon 7"/>
          <p:cNvSpPr/>
          <p:nvPr/>
        </p:nvSpPr>
        <p:spPr>
          <a:xfrm>
            <a:off x="2705100" y="3114675"/>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8" name="Freeform 8"/>
          <p:cNvSpPr/>
          <p:nvPr/>
        </p:nvSpPr>
        <p:spPr>
          <a:xfrm>
            <a:off x="4591050" y="3095625"/>
            <a:ext cx="361950" cy="95250"/>
          </a:xfrm>
          <a:custGeom>
            <a:avLst/>
            <a:gdLst/>
            <a:ahLst/>
            <a:cxnLst/>
            <a:rect l="l" t="t" r="r" b="b"/>
            <a:pathLst>
              <a:path w="361950" h="95250">
                <a:moveTo>
                  <a:pt x="0" y="95250"/>
                </a:moveTo>
                <a:cubicBezTo>
                  <a:pt x="120650" y="0"/>
                  <a:pt x="241300" y="0"/>
                  <a:pt x="361950" y="95250"/>
                </a:cubicBezTo>
              </a:path>
            </a:pathLst>
          </a:custGeom>
          <a:noFill/>
          <a:ln w="23812" cap="rnd">
            <a:solidFill>
              <a:srgbClr val="A69783"/>
            </a:solidFill>
          </a:ln>
        </p:spPr>
      </p:sp>
      <p:sp>
        <p:nvSpPr>
          <p:cNvPr id="9" name="Polygon 9"/>
          <p:cNvSpPr/>
          <p:nvPr/>
        </p:nvSpPr>
        <p:spPr>
          <a:xfrm>
            <a:off x="4876800" y="3114675"/>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10" name="Freeform 10"/>
          <p:cNvSpPr/>
          <p:nvPr/>
        </p:nvSpPr>
        <p:spPr>
          <a:xfrm>
            <a:off x="6762750" y="3095625"/>
            <a:ext cx="361950" cy="95250"/>
          </a:xfrm>
          <a:custGeom>
            <a:avLst/>
            <a:gdLst/>
            <a:ahLst/>
            <a:cxnLst/>
            <a:rect l="l" t="t" r="r" b="b"/>
            <a:pathLst>
              <a:path w="361950" h="95250">
                <a:moveTo>
                  <a:pt x="0" y="95250"/>
                </a:moveTo>
                <a:cubicBezTo>
                  <a:pt x="120650" y="0"/>
                  <a:pt x="241300" y="0"/>
                  <a:pt x="361950" y="95250"/>
                </a:cubicBezTo>
              </a:path>
            </a:pathLst>
          </a:custGeom>
          <a:noFill/>
          <a:ln w="23812" cap="rnd">
            <a:solidFill>
              <a:srgbClr val="A69783"/>
            </a:solidFill>
          </a:ln>
        </p:spPr>
      </p:sp>
      <p:sp>
        <p:nvSpPr>
          <p:cNvPr id="11" name="Polygon 11"/>
          <p:cNvSpPr/>
          <p:nvPr/>
        </p:nvSpPr>
        <p:spPr>
          <a:xfrm>
            <a:off x="7048500" y="3114675"/>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12" name="Freeform 12"/>
          <p:cNvSpPr/>
          <p:nvPr/>
        </p:nvSpPr>
        <p:spPr>
          <a:xfrm>
            <a:off x="8934450" y="3082925"/>
            <a:ext cx="361950" cy="107950"/>
          </a:xfrm>
          <a:custGeom>
            <a:avLst/>
            <a:gdLst/>
            <a:ahLst/>
            <a:cxnLst/>
            <a:rect l="l" t="t" r="r" b="b"/>
            <a:pathLst>
              <a:path w="361950" h="107950">
                <a:moveTo>
                  <a:pt x="0" y="107950"/>
                </a:moveTo>
                <a:cubicBezTo>
                  <a:pt x="120650" y="0"/>
                  <a:pt x="241300" y="0"/>
                  <a:pt x="361950" y="107950"/>
                </a:cubicBezTo>
              </a:path>
            </a:pathLst>
          </a:custGeom>
          <a:noFill/>
          <a:ln w="23812" cap="rnd">
            <a:solidFill>
              <a:srgbClr val="A69783"/>
            </a:solidFill>
            <a:custDash>
              <a:ds d="80000" sp="240000"/>
            </a:custDash>
          </a:ln>
        </p:spPr>
      </p:sp>
      <p:sp>
        <p:nvSpPr>
          <p:cNvPr id="13" name="Polygon 13"/>
          <p:cNvSpPr/>
          <p:nvPr/>
        </p:nvSpPr>
        <p:spPr>
          <a:xfrm>
            <a:off x="9220200" y="3114675"/>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grpSp>
        <p:nvGrpSpPr>
          <p:cNvPr id="20" name="Group 20"/>
          <p:cNvGrpSpPr/>
          <p:nvPr/>
        </p:nvGrpSpPr>
        <p:grpSpPr>
          <a:xfrm>
            <a:off x="609600" y="2476500"/>
            <a:ext cx="1809750" cy="1428750"/>
            <a:chOff x="609600" y="2476500"/>
            <a:chExt cx="1809750" cy="1428750"/>
          </a:xfrm>
        </p:grpSpPr>
        <p:sp>
          <p:nvSpPr>
            <p:cNvPr id="14" name="Rectangle 14"/>
            <p:cNvSpPr/>
            <p:nvPr/>
          </p:nvSpPr>
          <p:spPr>
            <a:xfrm>
              <a:off x="609600" y="2476500"/>
              <a:ext cx="1809750" cy="1428750"/>
            </a:xfrm>
            <a:prstGeom prst="roundRect">
              <a:avLst>
                <a:gd name="adj" fmla="val 10667"/>
              </a:avLst>
            </a:prstGeom>
            <a:solidFill>
              <a:srgbClr val="FFF8EC"/>
            </a:solidFill>
            <a:ln w="14288">
              <a:solidFill>
                <a:srgbClr val="2B2420">
                  <a:alpha val="30000"/>
                </a:srgbClr>
              </a:solidFill>
            </a:ln>
          </p:spPr>
        </p:sp>
        <p:grpSp>
          <p:nvGrpSpPr>
            <p:cNvPr id="17" name="Group 17"/>
            <p:cNvGrpSpPr/>
            <p:nvPr/>
          </p:nvGrpSpPr>
          <p:grpSpPr>
            <a:xfrm>
              <a:off x="941189" y="2714030"/>
              <a:ext cx="232173" cy="241103"/>
              <a:chOff x="941189" y="2714030"/>
              <a:chExt cx="232173" cy="241103"/>
            </a:xfrm>
          </p:grpSpPr>
          <p:sp>
            <p:nvSpPr>
              <p:cNvPr id="15" name="Freeform 15"/>
              <p:cNvSpPr/>
              <p:nvPr/>
            </p:nvSpPr>
            <p:spPr>
              <a:xfrm>
                <a:off x="950119" y="2767608"/>
                <a:ext cx="214313" cy="178595"/>
              </a:xfrm>
              <a:custGeom>
                <a:avLst/>
                <a:gdLst/>
                <a:ahLst/>
                <a:cxnLst/>
                <a:rect l="l" t="t" r="r" b="b"/>
                <a:pathLst>
                  <a:path w="214313" h="178595">
                    <a:moveTo>
                      <a:pt x="187524" y="0"/>
                    </a:moveTo>
                    <a:lnTo>
                      <a:pt x="26789" y="0"/>
                    </a:lnTo>
                    <a:cubicBezTo>
                      <a:pt x="11994" y="0"/>
                      <a:pt x="0" y="11994"/>
                      <a:pt x="0" y="26789"/>
                    </a:cubicBezTo>
                    <a:lnTo>
                      <a:pt x="0" y="151805"/>
                    </a:lnTo>
                    <a:cubicBezTo>
                      <a:pt x="0" y="166601"/>
                      <a:pt x="11994" y="178595"/>
                      <a:pt x="26789" y="178595"/>
                    </a:cubicBezTo>
                    <a:lnTo>
                      <a:pt x="187524" y="178595"/>
                    </a:lnTo>
                    <a:cubicBezTo>
                      <a:pt x="202319" y="178595"/>
                      <a:pt x="214313" y="166601"/>
                      <a:pt x="214313" y="151805"/>
                    </a:cubicBezTo>
                    <a:lnTo>
                      <a:pt x="214313" y="26789"/>
                    </a:lnTo>
                    <a:cubicBezTo>
                      <a:pt x="214313" y="11994"/>
                      <a:pt x="202319" y="0"/>
                      <a:pt x="187524" y="0"/>
                    </a:cubicBezTo>
                    <a:close/>
                    <a:moveTo>
                      <a:pt x="147340" y="142876"/>
                    </a:moveTo>
                    <a:lnTo>
                      <a:pt x="66973" y="142876"/>
                    </a:lnTo>
                    <a:cubicBezTo>
                      <a:pt x="54644" y="142876"/>
                      <a:pt x="44649" y="132881"/>
                      <a:pt x="44649" y="120551"/>
                    </a:cubicBezTo>
                    <a:cubicBezTo>
                      <a:pt x="44649" y="108222"/>
                      <a:pt x="54644" y="98227"/>
                      <a:pt x="66973" y="98227"/>
                    </a:cubicBezTo>
                    <a:lnTo>
                      <a:pt x="147340" y="98227"/>
                    </a:lnTo>
                    <a:cubicBezTo>
                      <a:pt x="159670" y="98227"/>
                      <a:pt x="169665" y="108222"/>
                      <a:pt x="169665" y="120551"/>
                    </a:cubicBezTo>
                    <a:cubicBezTo>
                      <a:pt x="169665" y="132881"/>
                      <a:pt x="159670" y="142876"/>
                      <a:pt x="147340" y="142876"/>
                    </a:cubicBezTo>
                    <a:close/>
                  </a:path>
                </a:pathLst>
              </a:custGeom>
              <a:solidFill>
                <a:srgbClr val="1565C0">
                  <a:alpha val="20000"/>
                </a:srgbClr>
              </a:solidFill>
              <a:ln>
                <a:noFill/>
              </a:ln>
            </p:spPr>
          </p:sp>
          <p:sp>
            <p:nvSpPr>
              <p:cNvPr id="16" name="Freeform 16"/>
              <p:cNvSpPr/>
              <p:nvPr/>
            </p:nvSpPr>
            <p:spPr>
              <a:xfrm>
                <a:off x="941189" y="2714030"/>
                <a:ext cx="232173" cy="241103"/>
              </a:xfrm>
              <a:custGeom>
                <a:avLst/>
                <a:gdLst/>
                <a:ahLst/>
                <a:cxnLst/>
                <a:rect l="l" t="t" r="r" b="b"/>
                <a:pathLst>
                  <a:path w="232173" h="241103">
                    <a:moveTo>
                      <a:pt x="196454" y="44649"/>
                    </a:moveTo>
                    <a:lnTo>
                      <a:pt x="125016" y="44649"/>
                    </a:lnTo>
                    <a:lnTo>
                      <a:pt x="125016" y="8930"/>
                    </a:lnTo>
                    <a:cubicBezTo>
                      <a:pt x="125016" y="3998"/>
                      <a:pt x="121018" y="0"/>
                      <a:pt x="116086" y="0"/>
                    </a:cubicBezTo>
                    <a:cubicBezTo>
                      <a:pt x="111155" y="0"/>
                      <a:pt x="107157" y="3998"/>
                      <a:pt x="107157" y="8930"/>
                    </a:cubicBezTo>
                    <a:lnTo>
                      <a:pt x="107157" y="44649"/>
                    </a:lnTo>
                    <a:lnTo>
                      <a:pt x="35719" y="44649"/>
                    </a:lnTo>
                    <a:cubicBezTo>
                      <a:pt x="15992" y="44649"/>
                      <a:pt x="0" y="60641"/>
                      <a:pt x="0" y="80368"/>
                    </a:cubicBezTo>
                    <a:lnTo>
                      <a:pt x="0" y="205384"/>
                    </a:lnTo>
                    <a:cubicBezTo>
                      <a:pt x="0" y="225111"/>
                      <a:pt x="15992" y="241103"/>
                      <a:pt x="35719" y="241103"/>
                    </a:cubicBezTo>
                    <a:lnTo>
                      <a:pt x="196454" y="241103"/>
                    </a:lnTo>
                    <a:cubicBezTo>
                      <a:pt x="216181" y="241103"/>
                      <a:pt x="232173" y="225111"/>
                      <a:pt x="232173" y="205384"/>
                    </a:cubicBezTo>
                    <a:lnTo>
                      <a:pt x="232173" y="80368"/>
                    </a:lnTo>
                    <a:cubicBezTo>
                      <a:pt x="232173" y="60641"/>
                      <a:pt x="216181" y="44649"/>
                      <a:pt x="196454" y="44649"/>
                    </a:cubicBezTo>
                    <a:close/>
                    <a:moveTo>
                      <a:pt x="214313" y="205384"/>
                    </a:moveTo>
                    <a:cubicBezTo>
                      <a:pt x="214313" y="215247"/>
                      <a:pt x="206317" y="223243"/>
                      <a:pt x="196454" y="223243"/>
                    </a:cubicBezTo>
                    <a:lnTo>
                      <a:pt x="35719" y="223243"/>
                    </a:lnTo>
                    <a:cubicBezTo>
                      <a:pt x="25855" y="223243"/>
                      <a:pt x="17859" y="215247"/>
                      <a:pt x="17859" y="205384"/>
                    </a:cubicBezTo>
                    <a:lnTo>
                      <a:pt x="17859" y="80368"/>
                    </a:lnTo>
                    <a:cubicBezTo>
                      <a:pt x="17859" y="70504"/>
                      <a:pt x="25855" y="62508"/>
                      <a:pt x="35719" y="62508"/>
                    </a:cubicBezTo>
                    <a:lnTo>
                      <a:pt x="196454" y="62508"/>
                    </a:lnTo>
                    <a:cubicBezTo>
                      <a:pt x="206317" y="62508"/>
                      <a:pt x="214313" y="70504"/>
                      <a:pt x="214313" y="80368"/>
                    </a:cubicBezTo>
                    <a:close/>
                    <a:moveTo>
                      <a:pt x="156270" y="142876"/>
                    </a:moveTo>
                    <a:lnTo>
                      <a:pt x="75903" y="142876"/>
                    </a:lnTo>
                    <a:cubicBezTo>
                      <a:pt x="58642" y="142876"/>
                      <a:pt x="44649" y="156869"/>
                      <a:pt x="44649" y="174130"/>
                    </a:cubicBezTo>
                    <a:cubicBezTo>
                      <a:pt x="44649" y="191391"/>
                      <a:pt x="58642" y="205384"/>
                      <a:pt x="75903" y="205384"/>
                    </a:cubicBezTo>
                    <a:lnTo>
                      <a:pt x="156270" y="205384"/>
                    </a:lnTo>
                    <a:cubicBezTo>
                      <a:pt x="173531" y="205384"/>
                      <a:pt x="187524" y="191391"/>
                      <a:pt x="187524" y="174130"/>
                    </a:cubicBezTo>
                    <a:cubicBezTo>
                      <a:pt x="187524" y="156869"/>
                      <a:pt x="173531" y="142876"/>
                      <a:pt x="156270" y="142876"/>
                    </a:cubicBezTo>
                    <a:close/>
                    <a:moveTo>
                      <a:pt x="125016" y="160735"/>
                    </a:moveTo>
                    <a:lnTo>
                      <a:pt x="125016" y="187524"/>
                    </a:lnTo>
                    <a:lnTo>
                      <a:pt x="107157" y="187524"/>
                    </a:lnTo>
                    <a:lnTo>
                      <a:pt x="107157" y="160735"/>
                    </a:lnTo>
                    <a:close/>
                    <a:moveTo>
                      <a:pt x="62508" y="174130"/>
                    </a:moveTo>
                    <a:cubicBezTo>
                      <a:pt x="62508" y="166732"/>
                      <a:pt x="68505" y="160735"/>
                      <a:pt x="75903" y="160735"/>
                    </a:cubicBezTo>
                    <a:lnTo>
                      <a:pt x="89297" y="160735"/>
                    </a:lnTo>
                    <a:lnTo>
                      <a:pt x="89297" y="187524"/>
                    </a:lnTo>
                    <a:lnTo>
                      <a:pt x="75903" y="187524"/>
                    </a:lnTo>
                    <a:cubicBezTo>
                      <a:pt x="68505" y="187524"/>
                      <a:pt x="62508" y="181527"/>
                      <a:pt x="62508" y="174130"/>
                    </a:cubicBezTo>
                    <a:close/>
                    <a:moveTo>
                      <a:pt x="156270" y="187524"/>
                    </a:moveTo>
                    <a:lnTo>
                      <a:pt x="142876" y="187524"/>
                    </a:lnTo>
                    <a:lnTo>
                      <a:pt x="142876" y="160735"/>
                    </a:lnTo>
                    <a:lnTo>
                      <a:pt x="156270" y="160735"/>
                    </a:lnTo>
                    <a:cubicBezTo>
                      <a:pt x="163668" y="160735"/>
                      <a:pt x="169665" y="166732"/>
                      <a:pt x="169665" y="174130"/>
                    </a:cubicBezTo>
                    <a:cubicBezTo>
                      <a:pt x="169665" y="181527"/>
                      <a:pt x="163668" y="187524"/>
                      <a:pt x="156270" y="187524"/>
                    </a:cubicBezTo>
                    <a:close/>
                    <a:moveTo>
                      <a:pt x="53578" y="111622"/>
                    </a:moveTo>
                    <a:cubicBezTo>
                      <a:pt x="53578" y="104224"/>
                      <a:pt x="59575" y="98227"/>
                      <a:pt x="66973" y="98227"/>
                    </a:cubicBezTo>
                    <a:cubicBezTo>
                      <a:pt x="74371" y="98227"/>
                      <a:pt x="80368" y="104224"/>
                      <a:pt x="80368" y="111622"/>
                    </a:cubicBezTo>
                    <a:cubicBezTo>
                      <a:pt x="80368" y="119019"/>
                      <a:pt x="74371" y="125016"/>
                      <a:pt x="66973" y="125016"/>
                    </a:cubicBezTo>
                    <a:cubicBezTo>
                      <a:pt x="59575" y="125016"/>
                      <a:pt x="53578" y="119019"/>
                      <a:pt x="53578" y="111622"/>
                    </a:cubicBezTo>
                    <a:close/>
                    <a:moveTo>
                      <a:pt x="151805" y="111622"/>
                    </a:moveTo>
                    <a:cubicBezTo>
                      <a:pt x="151805" y="104224"/>
                      <a:pt x="157802" y="98227"/>
                      <a:pt x="165200" y="98227"/>
                    </a:cubicBezTo>
                    <a:cubicBezTo>
                      <a:pt x="172598" y="98227"/>
                      <a:pt x="178595" y="104224"/>
                      <a:pt x="178595" y="111622"/>
                    </a:cubicBezTo>
                    <a:cubicBezTo>
                      <a:pt x="178595" y="119019"/>
                      <a:pt x="172598" y="125016"/>
                      <a:pt x="165200" y="125016"/>
                    </a:cubicBezTo>
                    <a:cubicBezTo>
                      <a:pt x="157802" y="125016"/>
                      <a:pt x="151805" y="119019"/>
                      <a:pt x="151805" y="111622"/>
                    </a:cubicBezTo>
                    <a:close/>
                  </a:path>
                </a:pathLst>
              </a:custGeom>
              <a:solidFill>
                <a:srgbClr val="1565C0"/>
              </a:solidFill>
              <a:ln>
                <a:noFill/>
              </a:ln>
            </p:spPr>
          </p:sp>
        </p:grpSp>
        <p:sp>
          <p:nvSpPr>
            <p:cNvPr id="18" name="TextBox 18"/>
            <p:cNvSpPr txBox="1"/>
            <p:nvPr/>
          </p:nvSpPr>
          <p:spPr>
            <a:xfrm>
              <a:off x="905256" y="3120390"/>
              <a:ext cx="986089"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격리 VM</a:t>
              </a:r>
            </a:p>
          </p:txBody>
        </p:sp>
        <p:sp>
          <p:nvSpPr>
            <p:cNvPr id="19" name="TextBox 19"/>
            <p:cNvSpPr txBox="1"/>
            <p:nvPr/>
          </p:nvSpPr>
          <p:spPr>
            <a:xfrm>
              <a:off x="907542" y="3454718"/>
              <a:ext cx="79518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파일 생성</a:t>
              </a:r>
            </a:p>
          </p:txBody>
        </p:sp>
      </p:grpSp>
      <p:grpSp>
        <p:nvGrpSpPr>
          <p:cNvPr id="27" name="Group 27"/>
          <p:cNvGrpSpPr/>
          <p:nvPr/>
        </p:nvGrpSpPr>
        <p:grpSpPr>
          <a:xfrm>
            <a:off x="2781300" y="2476500"/>
            <a:ext cx="1809750" cy="1428750"/>
            <a:chOff x="2781300" y="2476500"/>
            <a:chExt cx="1809750" cy="1428750"/>
          </a:xfrm>
        </p:grpSpPr>
        <p:sp>
          <p:nvSpPr>
            <p:cNvPr id="21" name="Rectangle 21"/>
            <p:cNvSpPr/>
            <p:nvPr/>
          </p:nvSpPr>
          <p:spPr>
            <a:xfrm>
              <a:off x="2781300" y="2476500"/>
              <a:ext cx="1809750" cy="1428750"/>
            </a:xfrm>
            <a:prstGeom prst="roundRect">
              <a:avLst>
                <a:gd name="adj" fmla="val 10667"/>
              </a:avLst>
            </a:prstGeom>
            <a:solidFill>
              <a:srgbClr val="FFF8EC"/>
            </a:solidFill>
            <a:ln w="14288">
              <a:solidFill>
                <a:srgbClr val="2B2420">
                  <a:alpha val="30000"/>
                </a:srgbClr>
              </a:solidFill>
            </a:ln>
          </p:spPr>
        </p:sp>
        <p:grpSp>
          <p:nvGrpSpPr>
            <p:cNvPr id="24" name="Group 24"/>
            <p:cNvGrpSpPr/>
            <p:nvPr/>
          </p:nvGrpSpPr>
          <p:grpSpPr>
            <a:xfrm>
              <a:off x="3128767" y="2739407"/>
              <a:ext cx="207365" cy="215707"/>
              <a:chOff x="3128767" y="2739407"/>
              <a:chExt cx="207365" cy="215707"/>
            </a:xfrm>
          </p:grpSpPr>
          <p:sp>
            <p:nvSpPr>
              <p:cNvPr id="22" name="Freeform 22"/>
              <p:cNvSpPr/>
              <p:nvPr/>
            </p:nvSpPr>
            <p:spPr>
              <a:xfrm>
                <a:off x="3273624" y="2749749"/>
                <a:ext cx="53578" cy="53578"/>
              </a:xfrm>
              <a:custGeom>
                <a:avLst/>
                <a:gdLst/>
                <a:ahLst/>
                <a:cxnLst/>
                <a:rect l="l" t="t" r="r" b="b"/>
                <a:pathLst>
                  <a:path w="53578" h="53578">
                    <a:moveTo>
                      <a:pt x="53578" y="26789"/>
                    </a:moveTo>
                    <a:cubicBezTo>
                      <a:pt x="53578" y="41584"/>
                      <a:pt x="41584" y="53578"/>
                      <a:pt x="26789" y="53578"/>
                    </a:cubicBezTo>
                    <a:cubicBezTo>
                      <a:pt x="11994" y="53578"/>
                      <a:pt x="0" y="41584"/>
                      <a:pt x="0" y="26789"/>
                    </a:cubicBezTo>
                    <a:cubicBezTo>
                      <a:pt x="0" y="11994"/>
                      <a:pt x="11994" y="0"/>
                      <a:pt x="26789" y="0"/>
                    </a:cubicBezTo>
                    <a:cubicBezTo>
                      <a:pt x="41584" y="0"/>
                      <a:pt x="53578" y="11994"/>
                      <a:pt x="53578" y="26789"/>
                    </a:cubicBezTo>
                    <a:close/>
                  </a:path>
                </a:pathLst>
              </a:custGeom>
              <a:solidFill>
                <a:srgbClr val="1565C0">
                  <a:alpha val="20000"/>
                </a:srgbClr>
              </a:solidFill>
              <a:ln>
                <a:noFill/>
              </a:ln>
            </p:spPr>
          </p:sp>
          <p:sp>
            <p:nvSpPr>
              <p:cNvPr id="23" name="Freeform 23"/>
              <p:cNvSpPr/>
              <p:nvPr/>
            </p:nvSpPr>
            <p:spPr>
              <a:xfrm>
                <a:off x="3128767" y="2739407"/>
                <a:ext cx="207365" cy="215707"/>
              </a:xfrm>
              <a:custGeom>
                <a:avLst/>
                <a:gdLst/>
                <a:ahLst/>
                <a:cxnLst/>
                <a:rect l="l" t="t" r="r" b="b"/>
                <a:pathLst>
                  <a:path w="207365" h="215707">
                    <a:moveTo>
                      <a:pt x="207365" y="37130"/>
                    </a:moveTo>
                    <a:cubicBezTo>
                      <a:pt x="207356" y="18571"/>
                      <a:pt x="193134" y="3110"/>
                      <a:pt x="174639" y="1555"/>
                    </a:cubicBezTo>
                    <a:cubicBezTo>
                      <a:pt x="156145" y="0"/>
                      <a:pt x="139541" y="12868"/>
                      <a:pt x="136432" y="31166"/>
                    </a:cubicBezTo>
                    <a:cubicBezTo>
                      <a:pt x="133324" y="49463"/>
                      <a:pt x="144746" y="67093"/>
                      <a:pt x="162717" y="71733"/>
                    </a:cubicBezTo>
                    <a:lnTo>
                      <a:pt x="162717" y="81779"/>
                    </a:lnTo>
                    <a:cubicBezTo>
                      <a:pt x="162717" y="91643"/>
                      <a:pt x="154721" y="99639"/>
                      <a:pt x="144857" y="99639"/>
                    </a:cubicBezTo>
                    <a:lnTo>
                      <a:pt x="64490" y="99639"/>
                    </a:lnTo>
                    <a:cubicBezTo>
                      <a:pt x="58215" y="99631"/>
                      <a:pt x="52052" y="101291"/>
                      <a:pt x="46630" y="104449"/>
                    </a:cubicBezTo>
                    <a:lnTo>
                      <a:pt x="46630" y="71733"/>
                    </a:lnTo>
                    <a:cubicBezTo>
                      <a:pt x="64046" y="67236"/>
                      <a:pt x="75401" y="50491"/>
                      <a:pt x="73135" y="32648"/>
                    </a:cubicBezTo>
                    <a:cubicBezTo>
                      <a:pt x="70868" y="14804"/>
                      <a:pt x="55687" y="1430"/>
                      <a:pt x="37701" y="1430"/>
                    </a:cubicBezTo>
                    <a:cubicBezTo>
                      <a:pt x="19714" y="1430"/>
                      <a:pt x="4533" y="14804"/>
                      <a:pt x="2266" y="32648"/>
                    </a:cubicBezTo>
                    <a:cubicBezTo>
                      <a:pt x="0" y="50491"/>
                      <a:pt x="11355" y="67236"/>
                      <a:pt x="28771" y="71733"/>
                    </a:cubicBezTo>
                    <a:lnTo>
                      <a:pt x="28771" y="145403"/>
                    </a:lnTo>
                    <a:cubicBezTo>
                      <a:pt x="11355" y="149900"/>
                      <a:pt x="0" y="166645"/>
                      <a:pt x="2266" y="184489"/>
                    </a:cubicBezTo>
                    <a:cubicBezTo>
                      <a:pt x="4533" y="202332"/>
                      <a:pt x="19714" y="215707"/>
                      <a:pt x="37701" y="215707"/>
                    </a:cubicBezTo>
                    <a:cubicBezTo>
                      <a:pt x="55687" y="215707"/>
                      <a:pt x="70868" y="202332"/>
                      <a:pt x="73135" y="184489"/>
                    </a:cubicBezTo>
                    <a:cubicBezTo>
                      <a:pt x="75401" y="166645"/>
                      <a:pt x="64046" y="149900"/>
                      <a:pt x="46630" y="145403"/>
                    </a:cubicBezTo>
                    <a:lnTo>
                      <a:pt x="46630" y="135357"/>
                    </a:lnTo>
                    <a:cubicBezTo>
                      <a:pt x="46630" y="125494"/>
                      <a:pt x="54626" y="117498"/>
                      <a:pt x="64490" y="117498"/>
                    </a:cubicBezTo>
                    <a:lnTo>
                      <a:pt x="144857" y="117498"/>
                    </a:lnTo>
                    <a:cubicBezTo>
                      <a:pt x="164584" y="117498"/>
                      <a:pt x="180576" y="101506"/>
                      <a:pt x="180576" y="81779"/>
                    </a:cubicBezTo>
                    <a:lnTo>
                      <a:pt x="180576" y="71733"/>
                    </a:lnTo>
                    <a:cubicBezTo>
                      <a:pt x="196340" y="67639"/>
                      <a:pt x="207350" y="53417"/>
                      <a:pt x="207365" y="37130"/>
                    </a:cubicBezTo>
                    <a:close/>
                    <a:moveTo>
                      <a:pt x="19841" y="37130"/>
                    </a:moveTo>
                    <a:cubicBezTo>
                      <a:pt x="19841" y="27267"/>
                      <a:pt x="27837" y="19271"/>
                      <a:pt x="37701" y="19271"/>
                    </a:cubicBezTo>
                    <a:cubicBezTo>
                      <a:pt x="47564" y="19271"/>
                      <a:pt x="55560" y="27267"/>
                      <a:pt x="55560" y="37130"/>
                    </a:cubicBezTo>
                    <a:cubicBezTo>
                      <a:pt x="55560" y="46994"/>
                      <a:pt x="47564" y="54990"/>
                      <a:pt x="37701" y="54990"/>
                    </a:cubicBezTo>
                    <a:cubicBezTo>
                      <a:pt x="27837" y="54990"/>
                      <a:pt x="19841" y="46994"/>
                      <a:pt x="19841" y="37130"/>
                    </a:cubicBezTo>
                    <a:close/>
                    <a:moveTo>
                      <a:pt x="55560" y="180006"/>
                    </a:moveTo>
                    <a:cubicBezTo>
                      <a:pt x="55560" y="189870"/>
                      <a:pt x="47564" y="197866"/>
                      <a:pt x="37701" y="197866"/>
                    </a:cubicBezTo>
                    <a:cubicBezTo>
                      <a:pt x="27837" y="197866"/>
                      <a:pt x="19841" y="189870"/>
                      <a:pt x="19841" y="180006"/>
                    </a:cubicBezTo>
                    <a:cubicBezTo>
                      <a:pt x="19841" y="170143"/>
                      <a:pt x="27837" y="162147"/>
                      <a:pt x="37701" y="162147"/>
                    </a:cubicBezTo>
                    <a:cubicBezTo>
                      <a:pt x="47564" y="162147"/>
                      <a:pt x="55560" y="170143"/>
                      <a:pt x="55560" y="180006"/>
                    </a:cubicBezTo>
                    <a:close/>
                    <a:moveTo>
                      <a:pt x="171647" y="54990"/>
                    </a:moveTo>
                    <a:cubicBezTo>
                      <a:pt x="161783" y="54990"/>
                      <a:pt x="153787" y="46994"/>
                      <a:pt x="153787" y="37130"/>
                    </a:cubicBezTo>
                    <a:cubicBezTo>
                      <a:pt x="153787" y="27267"/>
                      <a:pt x="161783" y="19271"/>
                      <a:pt x="171647" y="19271"/>
                    </a:cubicBezTo>
                    <a:cubicBezTo>
                      <a:pt x="181510" y="19271"/>
                      <a:pt x="189506" y="27267"/>
                      <a:pt x="189506" y="37130"/>
                    </a:cubicBezTo>
                    <a:cubicBezTo>
                      <a:pt x="189506" y="46994"/>
                      <a:pt x="181510" y="54990"/>
                      <a:pt x="171647" y="54990"/>
                    </a:cubicBezTo>
                    <a:close/>
                  </a:path>
                </a:pathLst>
              </a:custGeom>
              <a:solidFill>
                <a:srgbClr val="1565C0"/>
              </a:solidFill>
              <a:ln>
                <a:noFill/>
              </a:ln>
            </p:spPr>
          </p:sp>
        </p:grpSp>
        <p:sp>
          <p:nvSpPr>
            <p:cNvPr id="25" name="TextBox 25"/>
            <p:cNvSpPr txBox="1"/>
            <p:nvPr/>
          </p:nvSpPr>
          <p:spPr>
            <a:xfrm>
              <a:off x="3076956" y="3120390"/>
              <a:ext cx="78158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브랜치</a:t>
              </a:r>
            </a:p>
          </p:txBody>
        </p:sp>
        <p:sp>
          <p:nvSpPr>
            <p:cNvPr id="26" name="TextBox 26"/>
            <p:cNvSpPr txBox="1"/>
            <p:nvPr/>
          </p:nvSpPr>
          <p:spPr>
            <a:xfrm>
              <a:off x="3079242" y="3454718"/>
              <a:ext cx="79518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자동 생성</a:t>
              </a:r>
            </a:p>
          </p:txBody>
        </p:sp>
      </p:grpSp>
      <p:grpSp>
        <p:nvGrpSpPr>
          <p:cNvPr id="34" name="Group 34"/>
          <p:cNvGrpSpPr/>
          <p:nvPr/>
        </p:nvGrpSpPr>
        <p:grpSpPr>
          <a:xfrm>
            <a:off x="4953000" y="2476500"/>
            <a:ext cx="1809750" cy="1428750"/>
            <a:chOff x="4953000" y="2476500"/>
            <a:chExt cx="1809750" cy="1428750"/>
          </a:xfrm>
        </p:grpSpPr>
        <p:sp>
          <p:nvSpPr>
            <p:cNvPr id="28" name="Rectangle 28"/>
            <p:cNvSpPr/>
            <p:nvPr/>
          </p:nvSpPr>
          <p:spPr>
            <a:xfrm>
              <a:off x="4953000" y="2476500"/>
              <a:ext cx="1809750" cy="1428750"/>
            </a:xfrm>
            <a:prstGeom prst="roundRect">
              <a:avLst>
                <a:gd name="adj" fmla="val 10667"/>
              </a:avLst>
            </a:prstGeom>
            <a:solidFill>
              <a:srgbClr val="FFF8EC"/>
            </a:solidFill>
            <a:ln w="14288">
              <a:solidFill>
                <a:srgbClr val="2B2420">
                  <a:alpha val="30000"/>
                </a:srgbClr>
              </a:solidFill>
            </a:ln>
          </p:spPr>
        </p:sp>
        <p:grpSp>
          <p:nvGrpSpPr>
            <p:cNvPr id="31" name="Group 31"/>
            <p:cNvGrpSpPr/>
            <p:nvPr/>
          </p:nvGrpSpPr>
          <p:grpSpPr>
            <a:xfrm>
              <a:off x="5302449" y="2731887"/>
              <a:ext cx="196456" cy="232175"/>
              <a:chOff x="5302449" y="2731887"/>
              <a:chExt cx="196456" cy="232175"/>
            </a:xfrm>
          </p:grpSpPr>
          <p:sp>
            <p:nvSpPr>
              <p:cNvPr id="29" name="Freeform 29"/>
              <p:cNvSpPr/>
              <p:nvPr/>
            </p:nvSpPr>
            <p:spPr>
              <a:xfrm>
                <a:off x="5427465" y="2740819"/>
                <a:ext cx="62508" cy="62508"/>
              </a:xfrm>
              <a:custGeom>
                <a:avLst/>
                <a:gdLst/>
                <a:ahLst/>
                <a:cxnLst/>
                <a:rect l="l" t="t" r="r" b="b"/>
                <a:pathLst>
                  <a:path w="62508" h="62508">
                    <a:moveTo>
                      <a:pt x="62508" y="62508"/>
                    </a:moveTo>
                    <a:lnTo>
                      <a:pt x="0" y="62508"/>
                    </a:lnTo>
                    <a:lnTo>
                      <a:pt x="0" y="0"/>
                    </a:lnTo>
                    <a:close/>
                  </a:path>
                </a:pathLst>
              </a:custGeom>
              <a:solidFill>
                <a:srgbClr val="1565C0">
                  <a:alpha val="20000"/>
                </a:srgbClr>
              </a:solidFill>
              <a:ln>
                <a:noFill/>
              </a:ln>
            </p:spPr>
          </p:sp>
          <p:sp>
            <p:nvSpPr>
              <p:cNvPr id="30" name="Freeform 30"/>
              <p:cNvSpPr/>
              <p:nvPr/>
            </p:nvSpPr>
            <p:spPr>
              <a:xfrm>
                <a:off x="5302449" y="2731887"/>
                <a:ext cx="196456" cy="232175"/>
              </a:xfrm>
              <a:custGeom>
                <a:avLst/>
                <a:gdLst/>
                <a:ahLst/>
                <a:cxnLst/>
                <a:rect l="l" t="t" r="r" b="b"/>
                <a:pathLst>
                  <a:path w="196456" h="232175">
                    <a:moveTo>
                      <a:pt x="193842" y="65122"/>
                    </a:moveTo>
                    <a:lnTo>
                      <a:pt x="131334" y="2614"/>
                    </a:lnTo>
                    <a:cubicBezTo>
                      <a:pt x="129658" y="940"/>
                      <a:pt x="127385" y="0"/>
                      <a:pt x="125016" y="2"/>
                    </a:cubicBezTo>
                    <a:lnTo>
                      <a:pt x="17859" y="2"/>
                    </a:lnTo>
                    <a:cubicBezTo>
                      <a:pt x="7996" y="2"/>
                      <a:pt x="0" y="7998"/>
                      <a:pt x="0" y="17861"/>
                    </a:cubicBezTo>
                    <a:lnTo>
                      <a:pt x="0" y="214315"/>
                    </a:lnTo>
                    <a:cubicBezTo>
                      <a:pt x="0" y="224179"/>
                      <a:pt x="7996" y="232175"/>
                      <a:pt x="17859" y="232175"/>
                    </a:cubicBezTo>
                    <a:lnTo>
                      <a:pt x="178595" y="232175"/>
                    </a:lnTo>
                    <a:cubicBezTo>
                      <a:pt x="188458" y="232175"/>
                      <a:pt x="196454" y="224179"/>
                      <a:pt x="196454" y="214315"/>
                    </a:cubicBezTo>
                    <a:lnTo>
                      <a:pt x="196454" y="71440"/>
                    </a:lnTo>
                    <a:cubicBezTo>
                      <a:pt x="196456" y="69071"/>
                      <a:pt x="195516" y="66798"/>
                      <a:pt x="193842" y="65122"/>
                    </a:cubicBezTo>
                    <a:close/>
                    <a:moveTo>
                      <a:pt x="133946" y="30486"/>
                    </a:moveTo>
                    <a:lnTo>
                      <a:pt x="165970" y="62510"/>
                    </a:lnTo>
                    <a:lnTo>
                      <a:pt x="133946" y="62510"/>
                    </a:lnTo>
                    <a:close/>
                    <a:moveTo>
                      <a:pt x="178595" y="214315"/>
                    </a:moveTo>
                    <a:lnTo>
                      <a:pt x="17859" y="214315"/>
                    </a:lnTo>
                    <a:lnTo>
                      <a:pt x="17859" y="17861"/>
                    </a:lnTo>
                    <a:lnTo>
                      <a:pt x="116086" y="17861"/>
                    </a:lnTo>
                    <a:lnTo>
                      <a:pt x="116086" y="71440"/>
                    </a:lnTo>
                    <a:cubicBezTo>
                      <a:pt x="116086" y="76371"/>
                      <a:pt x="120084" y="80369"/>
                      <a:pt x="125016" y="80369"/>
                    </a:cubicBezTo>
                    <a:lnTo>
                      <a:pt x="178595" y="80369"/>
                    </a:lnTo>
                    <a:lnTo>
                      <a:pt x="178595" y="214315"/>
                    </a:lnTo>
                    <a:close/>
                    <a:moveTo>
                      <a:pt x="142876" y="125018"/>
                    </a:moveTo>
                    <a:cubicBezTo>
                      <a:pt x="142876" y="129950"/>
                      <a:pt x="138878" y="133948"/>
                      <a:pt x="133946" y="133948"/>
                    </a:cubicBezTo>
                    <a:lnTo>
                      <a:pt x="62508" y="133948"/>
                    </a:lnTo>
                    <a:cubicBezTo>
                      <a:pt x="57576" y="133948"/>
                      <a:pt x="53578" y="129950"/>
                      <a:pt x="53578" y="125018"/>
                    </a:cubicBezTo>
                    <a:cubicBezTo>
                      <a:pt x="53578" y="120086"/>
                      <a:pt x="57576" y="116088"/>
                      <a:pt x="62508" y="116088"/>
                    </a:cubicBezTo>
                    <a:lnTo>
                      <a:pt x="133946" y="116088"/>
                    </a:lnTo>
                    <a:cubicBezTo>
                      <a:pt x="138878" y="116088"/>
                      <a:pt x="142876" y="120086"/>
                      <a:pt x="142876" y="125018"/>
                    </a:cubicBezTo>
                    <a:close/>
                    <a:moveTo>
                      <a:pt x="142876" y="160737"/>
                    </a:moveTo>
                    <a:cubicBezTo>
                      <a:pt x="142876" y="165669"/>
                      <a:pt x="138878" y="169667"/>
                      <a:pt x="133946" y="169667"/>
                    </a:cubicBezTo>
                    <a:lnTo>
                      <a:pt x="62508" y="169667"/>
                    </a:lnTo>
                    <a:cubicBezTo>
                      <a:pt x="57576" y="169667"/>
                      <a:pt x="53578" y="165669"/>
                      <a:pt x="53578" y="160737"/>
                    </a:cubicBezTo>
                    <a:cubicBezTo>
                      <a:pt x="53578" y="155805"/>
                      <a:pt x="57576" y="151807"/>
                      <a:pt x="62508" y="151807"/>
                    </a:cubicBezTo>
                    <a:lnTo>
                      <a:pt x="133946" y="151807"/>
                    </a:lnTo>
                    <a:cubicBezTo>
                      <a:pt x="138878" y="151807"/>
                      <a:pt x="142876" y="155805"/>
                      <a:pt x="142876" y="160737"/>
                    </a:cubicBezTo>
                    <a:close/>
                  </a:path>
                </a:pathLst>
              </a:custGeom>
              <a:solidFill>
                <a:srgbClr val="1565C0"/>
              </a:solidFill>
              <a:ln>
                <a:noFill/>
              </a:ln>
            </p:spPr>
          </p:sp>
        </p:grpSp>
        <p:sp>
          <p:nvSpPr>
            <p:cNvPr id="32" name="TextBox 32"/>
            <p:cNvSpPr txBox="1"/>
            <p:nvPr/>
          </p:nvSpPr>
          <p:spPr>
            <a:xfrm>
              <a:off x="5248656" y="3120390"/>
              <a:ext cx="1226839"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커밋·push</a:t>
              </a:r>
            </a:p>
          </p:txBody>
        </p:sp>
        <p:sp>
          <p:nvSpPr>
            <p:cNvPr id="33" name="TextBox 33"/>
            <p:cNvSpPr txBox="1"/>
            <p:nvPr/>
          </p:nvSpPr>
          <p:spPr>
            <a:xfrm>
              <a:off x="5250942" y="3454718"/>
              <a:ext cx="121318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변경 내용 반영</a:t>
              </a:r>
            </a:p>
          </p:txBody>
        </p:sp>
      </p:grpSp>
      <p:grpSp>
        <p:nvGrpSpPr>
          <p:cNvPr id="41" name="Group 41"/>
          <p:cNvGrpSpPr/>
          <p:nvPr/>
        </p:nvGrpSpPr>
        <p:grpSpPr>
          <a:xfrm>
            <a:off x="7124700" y="2476500"/>
            <a:ext cx="1809750" cy="1428750"/>
            <a:chOff x="7124700" y="2476500"/>
            <a:chExt cx="1809750" cy="1428750"/>
          </a:xfrm>
        </p:grpSpPr>
        <p:sp>
          <p:nvSpPr>
            <p:cNvPr id="35" name="Rectangle 35"/>
            <p:cNvSpPr/>
            <p:nvPr/>
          </p:nvSpPr>
          <p:spPr>
            <a:xfrm>
              <a:off x="7124700" y="2476500"/>
              <a:ext cx="1809750" cy="1428750"/>
            </a:xfrm>
            <a:prstGeom prst="roundRect">
              <a:avLst>
                <a:gd name="adj" fmla="val 10667"/>
              </a:avLst>
            </a:prstGeom>
            <a:solidFill>
              <a:srgbClr val="FFF8EC"/>
            </a:solidFill>
            <a:ln w="14288">
              <a:solidFill>
                <a:srgbClr val="2B2420">
                  <a:alpha val="30000"/>
                </a:srgbClr>
              </a:solidFill>
            </a:ln>
          </p:spPr>
        </p:sp>
        <p:grpSp>
          <p:nvGrpSpPr>
            <p:cNvPr id="38" name="Group 38"/>
            <p:cNvGrpSpPr/>
            <p:nvPr/>
          </p:nvGrpSpPr>
          <p:grpSpPr>
            <a:xfrm>
              <a:off x="7471545" y="2739407"/>
              <a:ext cx="218899" cy="215707"/>
              <a:chOff x="7471545" y="2739407"/>
              <a:chExt cx="218899" cy="215707"/>
            </a:xfrm>
          </p:grpSpPr>
          <p:sp>
            <p:nvSpPr>
              <p:cNvPr id="36" name="Freeform 36"/>
              <p:cNvSpPr/>
              <p:nvPr/>
            </p:nvSpPr>
            <p:spPr>
              <a:xfrm>
                <a:off x="7483078" y="2749749"/>
                <a:ext cx="196454" cy="196454"/>
              </a:xfrm>
              <a:custGeom>
                <a:avLst/>
                <a:gdLst/>
                <a:ahLst/>
                <a:cxnLst/>
                <a:rect l="l" t="t" r="r" b="b"/>
                <a:pathLst>
                  <a:path w="196454" h="196454">
                    <a:moveTo>
                      <a:pt x="53578" y="26789"/>
                    </a:moveTo>
                    <a:cubicBezTo>
                      <a:pt x="53578" y="41584"/>
                      <a:pt x="41584" y="53578"/>
                      <a:pt x="26789" y="53578"/>
                    </a:cubicBezTo>
                    <a:cubicBezTo>
                      <a:pt x="11994" y="53578"/>
                      <a:pt x="0" y="41584"/>
                      <a:pt x="0" y="26789"/>
                    </a:cubicBezTo>
                    <a:cubicBezTo>
                      <a:pt x="0" y="11994"/>
                      <a:pt x="11994" y="0"/>
                      <a:pt x="26789" y="0"/>
                    </a:cubicBezTo>
                    <a:cubicBezTo>
                      <a:pt x="41584" y="0"/>
                      <a:pt x="53578" y="11994"/>
                      <a:pt x="53578" y="26789"/>
                    </a:cubicBezTo>
                    <a:close/>
                    <a:moveTo>
                      <a:pt x="169665" y="142876"/>
                    </a:moveTo>
                    <a:cubicBezTo>
                      <a:pt x="154870" y="142876"/>
                      <a:pt x="142876" y="154870"/>
                      <a:pt x="142876" y="169665"/>
                    </a:cubicBezTo>
                    <a:cubicBezTo>
                      <a:pt x="142876" y="184460"/>
                      <a:pt x="154870" y="196454"/>
                      <a:pt x="169665" y="196454"/>
                    </a:cubicBezTo>
                    <a:cubicBezTo>
                      <a:pt x="184460" y="196454"/>
                      <a:pt x="196454" y="184460"/>
                      <a:pt x="196454" y="169665"/>
                    </a:cubicBezTo>
                    <a:cubicBezTo>
                      <a:pt x="196454" y="154870"/>
                      <a:pt x="184460" y="142876"/>
                      <a:pt x="169665" y="142876"/>
                    </a:cubicBezTo>
                    <a:close/>
                  </a:path>
                </a:pathLst>
              </a:custGeom>
              <a:solidFill>
                <a:srgbClr val="1565C0">
                  <a:alpha val="20000"/>
                </a:srgbClr>
              </a:solidFill>
              <a:ln>
                <a:noFill/>
              </a:ln>
            </p:spPr>
          </p:sp>
          <p:sp>
            <p:nvSpPr>
              <p:cNvPr id="37" name="Freeform 37"/>
              <p:cNvSpPr/>
              <p:nvPr/>
            </p:nvSpPr>
            <p:spPr>
              <a:xfrm>
                <a:off x="7471545" y="2739407"/>
                <a:ext cx="218899" cy="215707"/>
              </a:xfrm>
              <a:custGeom>
                <a:avLst/>
                <a:gdLst/>
                <a:ahLst/>
                <a:cxnLst/>
                <a:rect l="l" t="t" r="r" b="b"/>
                <a:pathLst>
                  <a:path w="218899" h="215707">
                    <a:moveTo>
                      <a:pt x="74042" y="37130"/>
                    </a:moveTo>
                    <a:cubicBezTo>
                      <a:pt x="74032" y="18571"/>
                      <a:pt x="59810" y="3110"/>
                      <a:pt x="41316" y="1555"/>
                    </a:cubicBezTo>
                    <a:cubicBezTo>
                      <a:pt x="22821" y="0"/>
                      <a:pt x="6217" y="12868"/>
                      <a:pt x="3109" y="31166"/>
                    </a:cubicBezTo>
                    <a:cubicBezTo>
                      <a:pt x="0" y="49463"/>
                      <a:pt x="11423" y="67093"/>
                      <a:pt x="29393" y="71733"/>
                    </a:cubicBezTo>
                    <a:lnTo>
                      <a:pt x="29393" y="145403"/>
                    </a:lnTo>
                    <a:cubicBezTo>
                      <a:pt x="11978" y="149900"/>
                      <a:pt x="622" y="166645"/>
                      <a:pt x="2889" y="184489"/>
                    </a:cubicBezTo>
                    <a:cubicBezTo>
                      <a:pt x="5155" y="202332"/>
                      <a:pt x="20336" y="215707"/>
                      <a:pt x="38323" y="215707"/>
                    </a:cubicBezTo>
                    <a:cubicBezTo>
                      <a:pt x="56310" y="215707"/>
                      <a:pt x="71491" y="202332"/>
                      <a:pt x="73757" y="184489"/>
                    </a:cubicBezTo>
                    <a:cubicBezTo>
                      <a:pt x="76024" y="166645"/>
                      <a:pt x="64668" y="149900"/>
                      <a:pt x="47253" y="145403"/>
                    </a:cubicBezTo>
                    <a:lnTo>
                      <a:pt x="47253" y="71733"/>
                    </a:lnTo>
                    <a:cubicBezTo>
                      <a:pt x="63016" y="67639"/>
                      <a:pt x="74026" y="53417"/>
                      <a:pt x="74042" y="37130"/>
                    </a:cubicBezTo>
                    <a:close/>
                    <a:moveTo>
                      <a:pt x="20463" y="37130"/>
                    </a:moveTo>
                    <a:cubicBezTo>
                      <a:pt x="20463" y="27267"/>
                      <a:pt x="28459" y="19271"/>
                      <a:pt x="38323" y="19271"/>
                    </a:cubicBezTo>
                    <a:cubicBezTo>
                      <a:pt x="48186" y="19271"/>
                      <a:pt x="56182" y="27267"/>
                      <a:pt x="56182" y="37130"/>
                    </a:cubicBezTo>
                    <a:cubicBezTo>
                      <a:pt x="56182" y="46994"/>
                      <a:pt x="48186" y="54990"/>
                      <a:pt x="38323" y="54990"/>
                    </a:cubicBezTo>
                    <a:cubicBezTo>
                      <a:pt x="28459" y="54990"/>
                      <a:pt x="20463" y="46994"/>
                      <a:pt x="20463" y="37130"/>
                    </a:cubicBezTo>
                    <a:close/>
                    <a:moveTo>
                      <a:pt x="56182" y="180006"/>
                    </a:moveTo>
                    <a:cubicBezTo>
                      <a:pt x="56182" y="189870"/>
                      <a:pt x="48186" y="197866"/>
                      <a:pt x="38323" y="197866"/>
                    </a:cubicBezTo>
                    <a:cubicBezTo>
                      <a:pt x="28459" y="197866"/>
                      <a:pt x="20463" y="189870"/>
                      <a:pt x="20463" y="180006"/>
                    </a:cubicBezTo>
                    <a:cubicBezTo>
                      <a:pt x="20463" y="170143"/>
                      <a:pt x="28459" y="162147"/>
                      <a:pt x="38323" y="162147"/>
                    </a:cubicBezTo>
                    <a:cubicBezTo>
                      <a:pt x="48186" y="162147"/>
                      <a:pt x="56182" y="170143"/>
                      <a:pt x="56182" y="180006"/>
                    </a:cubicBezTo>
                    <a:close/>
                    <a:moveTo>
                      <a:pt x="190128" y="145403"/>
                    </a:moveTo>
                    <a:lnTo>
                      <a:pt x="190128" y="103969"/>
                    </a:lnTo>
                    <a:cubicBezTo>
                      <a:pt x="190170" y="87383"/>
                      <a:pt x="183579" y="71468"/>
                      <a:pt x="171822" y="59767"/>
                    </a:cubicBezTo>
                    <a:lnTo>
                      <a:pt x="140245" y="28201"/>
                    </a:lnTo>
                    <a:lnTo>
                      <a:pt x="172269" y="28201"/>
                    </a:lnTo>
                    <a:cubicBezTo>
                      <a:pt x="177201" y="28201"/>
                      <a:pt x="181199" y="24203"/>
                      <a:pt x="181199" y="19271"/>
                    </a:cubicBezTo>
                    <a:cubicBezTo>
                      <a:pt x="181199" y="14339"/>
                      <a:pt x="177201" y="10341"/>
                      <a:pt x="172269" y="10341"/>
                    </a:cubicBezTo>
                    <a:lnTo>
                      <a:pt x="118690" y="10341"/>
                    </a:lnTo>
                    <a:cubicBezTo>
                      <a:pt x="113759" y="10341"/>
                      <a:pt x="109761" y="14339"/>
                      <a:pt x="109761" y="19271"/>
                    </a:cubicBezTo>
                    <a:lnTo>
                      <a:pt x="109761" y="72849"/>
                    </a:lnTo>
                    <a:cubicBezTo>
                      <a:pt x="109761" y="77781"/>
                      <a:pt x="113759" y="81779"/>
                      <a:pt x="118690" y="81779"/>
                    </a:cubicBezTo>
                    <a:cubicBezTo>
                      <a:pt x="123622" y="81779"/>
                      <a:pt x="127620" y="77781"/>
                      <a:pt x="127620" y="72849"/>
                    </a:cubicBezTo>
                    <a:lnTo>
                      <a:pt x="127620" y="40825"/>
                    </a:lnTo>
                    <a:lnTo>
                      <a:pt x="159187" y="72403"/>
                    </a:lnTo>
                    <a:cubicBezTo>
                      <a:pt x="167591" y="80754"/>
                      <a:pt x="172302" y="92122"/>
                      <a:pt x="172269" y="103969"/>
                    </a:cubicBezTo>
                    <a:lnTo>
                      <a:pt x="172269" y="145403"/>
                    </a:lnTo>
                    <a:cubicBezTo>
                      <a:pt x="154853" y="149900"/>
                      <a:pt x="143498" y="166645"/>
                      <a:pt x="145764" y="184489"/>
                    </a:cubicBezTo>
                    <a:cubicBezTo>
                      <a:pt x="148031" y="202332"/>
                      <a:pt x="163212" y="215707"/>
                      <a:pt x="181199" y="215707"/>
                    </a:cubicBezTo>
                    <a:cubicBezTo>
                      <a:pt x="199185" y="215707"/>
                      <a:pt x="214366" y="202332"/>
                      <a:pt x="216633" y="184489"/>
                    </a:cubicBezTo>
                    <a:cubicBezTo>
                      <a:pt x="218899" y="166645"/>
                      <a:pt x="207544" y="149900"/>
                      <a:pt x="190128" y="145403"/>
                    </a:cubicBezTo>
                    <a:close/>
                    <a:moveTo>
                      <a:pt x="181199" y="197866"/>
                    </a:moveTo>
                    <a:cubicBezTo>
                      <a:pt x="171335" y="197866"/>
                      <a:pt x="163339" y="189870"/>
                      <a:pt x="163339" y="180006"/>
                    </a:cubicBezTo>
                    <a:cubicBezTo>
                      <a:pt x="163339" y="170143"/>
                      <a:pt x="171335" y="162147"/>
                      <a:pt x="181199" y="162147"/>
                    </a:cubicBezTo>
                    <a:cubicBezTo>
                      <a:pt x="191062" y="162147"/>
                      <a:pt x="199058" y="170143"/>
                      <a:pt x="199058" y="180006"/>
                    </a:cubicBezTo>
                    <a:cubicBezTo>
                      <a:pt x="199058" y="189870"/>
                      <a:pt x="191062" y="197866"/>
                      <a:pt x="181199" y="197866"/>
                    </a:cubicBezTo>
                    <a:close/>
                  </a:path>
                </a:pathLst>
              </a:custGeom>
              <a:solidFill>
                <a:srgbClr val="1565C0"/>
              </a:solidFill>
              <a:ln>
                <a:noFill/>
              </a:ln>
            </p:spPr>
          </p:sp>
        </p:grpSp>
        <p:sp>
          <p:nvSpPr>
            <p:cNvPr id="39" name="TextBox 39"/>
            <p:cNvSpPr txBox="1"/>
            <p:nvPr/>
          </p:nvSpPr>
          <p:spPr>
            <a:xfrm>
              <a:off x="7420356" y="3120390"/>
              <a:ext cx="932322"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PR 생성</a:t>
              </a:r>
            </a:p>
          </p:txBody>
        </p:sp>
        <p:sp>
          <p:nvSpPr>
            <p:cNvPr id="40" name="TextBox 40"/>
            <p:cNvSpPr txBox="1"/>
            <p:nvPr/>
          </p:nvSpPr>
          <p:spPr>
            <a:xfrm>
              <a:off x="7422642" y="3454718"/>
              <a:ext cx="121318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초안 자동 생성</a:t>
              </a:r>
            </a:p>
          </p:txBody>
        </p:sp>
      </p:grpSp>
      <p:grpSp>
        <p:nvGrpSpPr>
          <p:cNvPr id="48" name="Group 48"/>
          <p:cNvGrpSpPr/>
          <p:nvPr/>
        </p:nvGrpSpPr>
        <p:grpSpPr>
          <a:xfrm>
            <a:off x="9296400" y="2476500"/>
            <a:ext cx="1809750" cy="1428750"/>
            <a:chOff x="9296400" y="2476500"/>
            <a:chExt cx="1809750" cy="1428750"/>
          </a:xfrm>
        </p:grpSpPr>
        <p:sp>
          <p:nvSpPr>
            <p:cNvPr id="42" name="Rectangle 42"/>
            <p:cNvSpPr/>
            <p:nvPr/>
          </p:nvSpPr>
          <p:spPr>
            <a:xfrm>
              <a:off x="9296400" y="2476500"/>
              <a:ext cx="1809750" cy="1428750"/>
            </a:xfrm>
            <a:prstGeom prst="roundRect">
              <a:avLst>
                <a:gd name="adj" fmla="val 10667"/>
              </a:avLst>
            </a:prstGeom>
            <a:solidFill>
              <a:srgbClr val="FF6B35"/>
            </a:solidFill>
            <a:ln>
              <a:noFill/>
            </a:ln>
          </p:spPr>
        </p:sp>
        <p:grpSp>
          <p:nvGrpSpPr>
            <p:cNvPr id="45" name="Group 45"/>
            <p:cNvGrpSpPr/>
            <p:nvPr/>
          </p:nvGrpSpPr>
          <p:grpSpPr>
            <a:xfrm>
              <a:off x="9627989" y="2731889"/>
              <a:ext cx="232173" cy="232173"/>
              <a:chOff x="9627989" y="2731889"/>
              <a:chExt cx="232173" cy="232173"/>
            </a:xfrm>
          </p:grpSpPr>
          <p:sp>
            <p:nvSpPr>
              <p:cNvPr id="43" name="Freeform 43"/>
              <p:cNvSpPr/>
              <p:nvPr/>
            </p:nvSpPr>
            <p:spPr>
              <a:xfrm>
                <a:off x="9636919" y="2740819"/>
                <a:ext cx="214313" cy="214313"/>
              </a:xfrm>
              <a:custGeom>
                <a:avLst/>
                <a:gdLst/>
                <a:ahLst/>
                <a:cxnLst/>
                <a:rect l="l" t="t" r="r" b="b"/>
                <a:pathLst>
                  <a:path w="214313" h="214313">
                    <a:moveTo>
                      <a:pt x="214313" y="107157"/>
                    </a:moveTo>
                    <a:cubicBezTo>
                      <a:pt x="214313" y="166338"/>
                      <a:pt x="166338" y="214313"/>
                      <a:pt x="107157" y="214313"/>
                    </a:cubicBezTo>
                    <a:cubicBezTo>
                      <a:pt x="47976" y="214313"/>
                      <a:pt x="0" y="166338"/>
                      <a:pt x="0" y="107157"/>
                    </a:cubicBezTo>
                    <a:cubicBezTo>
                      <a:pt x="0" y="47976"/>
                      <a:pt x="47976" y="0"/>
                      <a:pt x="107157" y="0"/>
                    </a:cubicBezTo>
                    <a:cubicBezTo>
                      <a:pt x="166338" y="0"/>
                      <a:pt x="214313" y="47976"/>
                      <a:pt x="214313" y="107157"/>
                    </a:cubicBezTo>
                    <a:close/>
                  </a:path>
                </a:pathLst>
              </a:custGeom>
              <a:solidFill>
                <a:srgbClr val="FFF8EC">
                  <a:alpha val="20000"/>
                </a:srgbClr>
              </a:solidFill>
              <a:ln>
                <a:noFill/>
              </a:ln>
            </p:spPr>
          </p:sp>
          <p:sp>
            <p:nvSpPr>
              <p:cNvPr id="44" name="Freeform 44"/>
              <p:cNvSpPr/>
              <p:nvPr/>
            </p:nvSpPr>
            <p:spPr>
              <a:xfrm>
                <a:off x="9627989" y="2731889"/>
                <a:ext cx="232173" cy="232173"/>
              </a:xfrm>
              <a:custGeom>
                <a:avLst/>
                <a:gdLst/>
                <a:ahLst/>
                <a:cxnLst/>
                <a:rect l="l" t="t" r="r" b="b"/>
                <a:pathLst>
                  <a:path w="232173" h="232173">
                    <a:moveTo>
                      <a:pt x="167053" y="82979"/>
                    </a:moveTo>
                    <a:cubicBezTo>
                      <a:pt x="168730" y="84654"/>
                      <a:pt x="169672" y="86927"/>
                      <a:pt x="169672" y="89297"/>
                    </a:cubicBezTo>
                    <a:cubicBezTo>
                      <a:pt x="169672" y="91667"/>
                      <a:pt x="168730" y="93940"/>
                      <a:pt x="167053" y="95615"/>
                    </a:cubicBezTo>
                    <a:lnTo>
                      <a:pt x="104545" y="158123"/>
                    </a:lnTo>
                    <a:cubicBezTo>
                      <a:pt x="102870" y="159800"/>
                      <a:pt x="100597" y="160742"/>
                      <a:pt x="98227" y="160742"/>
                    </a:cubicBezTo>
                    <a:cubicBezTo>
                      <a:pt x="95857" y="160742"/>
                      <a:pt x="93584" y="159800"/>
                      <a:pt x="91909" y="158123"/>
                    </a:cubicBezTo>
                    <a:lnTo>
                      <a:pt x="65120" y="131334"/>
                    </a:lnTo>
                    <a:cubicBezTo>
                      <a:pt x="61631" y="127845"/>
                      <a:pt x="61631" y="122188"/>
                      <a:pt x="65120" y="118698"/>
                    </a:cubicBezTo>
                    <a:cubicBezTo>
                      <a:pt x="68609" y="115209"/>
                      <a:pt x="74266" y="115209"/>
                      <a:pt x="77756" y="118698"/>
                    </a:cubicBezTo>
                    <a:lnTo>
                      <a:pt x="98227" y="139181"/>
                    </a:lnTo>
                    <a:lnTo>
                      <a:pt x="154417" y="82979"/>
                    </a:lnTo>
                    <a:cubicBezTo>
                      <a:pt x="156092" y="81303"/>
                      <a:pt x="158365" y="80361"/>
                      <a:pt x="160735" y="80361"/>
                    </a:cubicBezTo>
                    <a:cubicBezTo>
                      <a:pt x="163105" y="80361"/>
                      <a:pt x="165378" y="81303"/>
                      <a:pt x="167053" y="82979"/>
                    </a:cubicBezTo>
                    <a:close/>
                    <a:moveTo>
                      <a:pt x="232173" y="116086"/>
                    </a:moveTo>
                    <a:cubicBezTo>
                      <a:pt x="232173" y="180199"/>
                      <a:pt x="180199" y="232173"/>
                      <a:pt x="116086" y="232173"/>
                    </a:cubicBezTo>
                    <a:cubicBezTo>
                      <a:pt x="51974" y="232173"/>
                      <a:pt x="0" y="180199"/>
                      <a:pt x="0" y="116086"/>
                    </a:cubicBezTo>
                    <a:cubicBezTo>
                      <a:pt x="0" y="51974"/>
                      <a:pt x="51974" y="0"/>
                      <a:pt x="116086" y="0"/>
                    </a:cubicBezTo>
                    <a:cubicBezTo>
                      <a:pt x="180171" y="68"/>
                      <a:pt x="232105" y="52002"/>
                      <a:pt x="232173" y="116086"/>
                    </a:cubicBezTo>
                    <a:close/>
                    <a:moveTo>
                      <a:pt x="214313" y="116086"/>
                    </a:moveTo>
                    <a:cubicBezTo>
                      <a:pt x="214313" y="61837"/>
                      <a:pt x="170336" y="17859"/>
                      <a:pt x="116086" y="17859"/>
                    </a:cubicBezTo>
                    <a:cubicBezTo>
                      <a:pt x="61837" y="17859"/>
                      <a:pt x="17859" y="61837"/>
                      <a:pt x="17859" y="116086"/>
                    </a:cubicBezTo>
                    <a:cubicBezTo>
                      <a:pt x="17859" y="170336"/>
                      <a:pt x="61837" y="214313"/>
                      <a:pt x="116086" y="214313"/>
                    </a:cubicBezTo>
                    <a:cubicBezTo>
                      <a:pt x="170310" y="214252"/>
                      <a:pt x="214252" y="170310"/>
                      <a:pt x="214313" y="116086"/>
                    </a:cubicBezTo>
                    <a:close/>
                  </a:path>
                </a:pathLst>
              </a:custGeom>
              <a:solidFill>
                <a:srgbClr val="FFF8EC"/>
              </a:solidFill>
              <a:ln>
                <a:noFill/>
              </a:ln>
            </p:spPr>
          </p:sp>
        </p:grpSp>
        <p:sp>
          <p:nvSpPr>
            <p:cNvPr id="46" name="TextBox 46"/>
            <p:cNvSpPr txBox="1"/>
            <p:nvPr/>
          </p:nvSpPr>
          <p:spPr>
            <a:xfrm>
              <a:off x="9592056" y="3120390"/>
              <a:ext cx="777359" cy="352044"/>
            </a:xfrm>
            <a:prstGeom prst="rect">
              <a:avLst/>
            </a:prstGeom>
            <a:noFill/>
            <a:ln>
              <a:noFill/>
            </a:ln>
          </p:spPr>
          <p:txBody>
            <a:bodyPr wrap="none" lIns="0" tIns="0" rIns="0" bIns="0" anchor="t" anchorCtr="0">
              <a:spAutoFit/>
            </a:bodyPr>
            <a:lstStyle/>
            <a:p>
              <a:pPr algn="l"/>
              <a:r>
                <a:rPr lang="en-US" sz="1800" b="1" dirty="0">
                  <a:solidFill>
                    <a:srgbClr val="FFF8EC"/>
                  </a:solidFill>
                  <a:latin typeface="Pretendard SemiBold"/>
                  <a:ea typeface="Pretendard SemiBold"/>
                  <a:cs typeface="Pretendard SemiBold"/>
                </a:rPr>
                <a:t>Merge</a:t>
              </a:r>
            </a:p>
          </p:txBody>
        </p:sp>
        <p:sp>
          <p:nvSpPr>
            <p:cNvPr id="47" name="TextBox 47"/>
            <p:cNvSpPr txBox="1"/>
            <p:nvPr/>
          </p:nvSpPr>
          <p:spPr>
            <a:xfrm>
              <a:off x="9594342" y="3454718"/>
              <a:ext cx="976922" cy="264033"/>
            </a:xfrm>
            <a:prstGeom prst="rect">
              <a:avLst/>
            </a:prstGeom>
            <a:noFill/>
            <a:ln>
              <a:noFill/>
            </a:ln>
          </p:spPr>
          <p:txBody>
            <a:bodyPr wrap="none" lIns="0" tIns="0" rIns="0" bIns="0" anchor="t" anchorCtr="0">
              <a:spAutoFit/>
            </a:bodyPr>
            <a:lstStyle/>
            <a:p>
              <a:pPr algn="l"/>
              <a:r>
                <a:rPr lang="ko-KR" sz="1350" dirty="0">
                  <a:solidFill>
                    <a:srgbClr val="FFF8EC"/>
                  </a:solidFill>
                  <a:latin typeface="Pretendard"/>
                  <a:ea typeface="Pretendard"/>
                  <a:cs typeface="Pretendard"/>
                </a:rPr>
                <a:t>사람이 클릭</a:t>
              </a:r>
            </a:p>
          </p:txBody>
        </p:sp>
      </p:grpSp>
      <p:grpSp>
        <p:nvGrpSpPr>
          <p:cNvPr id="51" name="Group 51"/>
          <p:cNvGrpSpPr/>
          <p:nvPr/>
        </p:nvGrpSpPr>
        <p:grpSpPr>
          <a:xfrm>
            <a:off x="609600" y="4286250"/>
            <a:ext cx="4000500" cy="400050"/>
            <a:chOff x="609600" y="4286250"/>
            <a:chExt cx="4000500" cy="400050"/>
          </a:xfrm>
        </p:grpSpPr>
        <p:sp>
          <p:nvSpPr>
            <p:cNvPr id="49" name="Rectangle 49"/>
            <p:cNvSpPr/>
            <p:nvPr/>
          </p:nvSpPr>
          <p:spPr>
            <a:xfrm>
              <a:off x="609600" y="4286250"/>
              <a:ext cx="4000500" cy="400050"/>
            </a:xfrm>
            <a:prstGeom prst="roundRect">
              <a:avLst>
                <a:gd name="adj" fmla="val 50000"/>
              </a:avLst>
            </a:prstGeom>
            <a:solidFill>
              <a:srgbClr val="FFF8EC"/>
            </a:solidFill>
            <a:ln w="14288">
              <a:solidFill>
                <a:srgbClr val="2B2420">
                  <a:alpha val="30000"/>
                </a:srgbClr>
              </a:solidFill>
            </a:ln>
          </p:spPr>
        </p:sp>
        <p:sp>
          <p:nvSpPr>
            <p:cNvPr id="50" name="TextBox 50"/>
            <p:cNvSpPr txBox="1"/>
            <p:nvPr/>
          </p:nvSpPr>
          <p:spPr>
            <a:xfrm>
              <a:off x="888492" y="4388168"/>
              <a:ext cx="309442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PR 확인과 Merge는 사람이 직접 클릭</a:t>
              </a:r>
            </a:p>
          </p:txBody>
        </p:sp>
      </p:grpSp>
      <p:grpSp>
        <p:nvGrpSpPr>
          <p:cNvPr id="54" name="Group 54"/>
          <p:cNvGrpSpPr/>
          <p:nvPr/>
        </p:nvGrpSpPr>
        <p:grpSpPr>
          <a:xfrm>
            <a:off x="4800600" y="4286250"/>
            <a:ext cx="4572000" cy="400050"/>
            <a:chOff x="4800600" y="4286250"/>
            <a:chExt cx="4572000" cy="400050"/>
          </a:xfrm>
        </p:grpSpPr>
        <p:sp>
          <p:nvSpPr>
            <p:cNvPr id="52" name="Rectangle 52"/>
            <p:cNvSpPr/>
            <p:nvPr/>
          </p:nvSpPr>
          <p:spPr>
            <a:xfrm>
              <a:off x="4800600" y="4286250"/>
              <a:ext cx="4572000" cy="400050"/>
            </a:xfrm>
            <a:prstGeom prst="roundRect">
              <a:avLst>
                <a:gd name="adj" fmla="val 50000"/>
              </a:avLst>
            </a:prstGeom>
            <a:solidFill>
              <a:srgbClr val="FFF8EC"/>
            </a:solidFill>
            <a:ln w="14288">
              <a:solidFill>
                <a:srgbClr val="2B2420">
                  <a:alpha val="30000"/>
                </a:srgbClr>
              </a:solidFill>
            </a:ln>
          </p:spPr>
        </p:sp>
        <p:sp>
          <p:nvSpPr>
            <p:cNvPr id="53" name="TextBox 53"/>
            <p:cNvSpPr txBox="1"/>
            <p:nvPr/>
          </p:nvSpPr>
          <p:spPr>
            <a:xfrm>
              <a:off x="5079492" y="4388168"/>
              <a:ext cx="3012376"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부분 수정은 채팅으로 즉시 요청 가능</a:t>
              </a:r>
            </a:p>
          </p:txBody>
        </p:sp>
      </p:grpSp>
      <p:sp>
        <p:nvSpPr>
          <p:cNvPr id="55" name="TextBox 55"/>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9 / 14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844644" cy="1318259"/>
            <a:chOff x="593598" y="669608"/>
            <a:chExt cx="7844644" cy="1318259"/>
          </a:xfrm>
        </p:grpSpPr>
        <p:sp>
          <p:nvSpPr>
            <p:cNvPr id="2" name="TextBox 2"/>
            <p:cNvSpPr txBox="1"/>
            <p:nvPr/>
          </p:nvSpPr>
          <p:spPr>
            <a:xfrm>
              <a:off x="593598" y="669608"/>
              <a:ext cx="7844644"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Level 3: 4개 서브에이전트 파이프라인</a:t>
              </a:r>
            </a:p>
          </p:txBody>
        </p:sp>
        <p:sp>
          <p:nvSpPr>
            <p:cNvPr id="3" name="TextBox 3"/>
            <p:cNvSpPr txBox="1"/>
            <p:nvPr/>
          </p:nvSpPr>
          <p:spPr>
            <a:xfrm>
              <a:off x="598170" y="1185862"/>
              <a:ext cx="664288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PPT 제작 과정을 4개 서브에이전트로 나누면</a:t>
              </a:r>
            </a:p>
          </p:txBody>
        </p:sp>
        <p:sp>
          <p:nvSpPr>
            <p:cNvPr id="4" name="TextBox 4"/>
            <p:cNvSpPr txBox="1"/>
            <p:nvPr/>
          </p:nvSpPr>
          <p:spPr>
            <a:xfrm>
              <a:off x="598170" y="1547812"/>
              <a:ext cx="539773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단계별 재실행과 재사용이 가능해진다</a:t>
              </a:r>
            </a:p>
          </p:txBody>
        </p:sp>
      </p:grpSp>
      <p:sp>
        <p:nvSpPr>
          <p:cNvPr id="6" name="Freeform 6"/>
          <p:cNvSpPr/>
          <p:nvPr/>
        </p:nvSpPr>
        <p:spPr>
          <a:xfrm>
            <a:off x="3086100" y="3511550"/>
            <a:ext cx="228600" cy="88900"/>
          </a:xfrm>
          <a:custGeom>
            <a:avLst/>
            <a:gdLst/>
            <a:ahLst/>
            <a:cxnLst/>
            <a:rect l="l" t="t" r="r" b="b"/>
            <a:pathLst>
              <a:path w="228600" h="88900">
                <a:moveTo>
                  <a:pt x="0" y="88900"/>
                </a:moveTo>
                <a:cubicBezTo>
                  <a:pt x="76200" y="0"/>
                  <a:pt x="152400" y="0"/>
                  <a:pt x="228600" y="88900"/>
                </a:cubicBezTo>
              </a:path>
            </a:pathLst>
          </a:custGeom>
          <a:noFill/>
          <a:ln w="23812" cap="rnd">
            <a:solidFill>
              <a:srgbClr val="A69783"/>
            </a:solidFill>
          </a:ln>
        </p:spPr>
      </p:sp>
      <p:sp>
        <p:nvSpPr>
          <p:cNvPr id="7" name="Polygon 7"/>
          <p:cNvSpPr/>
          <p:nvPr/>
        </p:nvSpPr>
        <p:spPr>
          <a:xfrm>
            <a:off x="3238500" y="35242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8" name="Freeform 8"/>
          <p:cNvSpPr/>
          <p:nvPr/>
        </p:nvSpPr>
        <p:spPr>
          <a:xfrm>
            <a:off x="5791200" y="3511550"/>
            <a:ext cx="228600" cy="88900"/>
          </a:xfrm>
          <a:custGeom>
            <a:avLst/>
            <a:gdLst/>
            <a:ahLst/>
            <a:cxnLst/>
            <a:rect l="l" t="t" r="r" b="b"/>
            <a:pathLst>
              <a:path w="228600" h="88900">
                <a:moveTo>
                  <a:pt x="0" y="88900"/>
                </a:moveTo>
                <a:cubicBezTo>
                  <a:pt x="76200" y="0"/>
                  <a:pt x="152400" y="0"/>
                  <a:pt x="228600" y="88900"/>
                </a:cubicBezTo>
              </a:path>
            </a:pathLst>
          </a:custGeom>
          <a:noFill/>
          <a:ln w="23812" cap="rnd">
            <a:solidFill>
              <a:srgbClr val="A69783"/>
            </a:solidFill>
          </a:ln>
        </p:spPr>
      </p:sp>
      <p:sp>
        <p:nvSpPr>
          <p:cNvPr id="9" name="Polygon 9"/>
          <p:cNvSpPr/>
          <p:nvPr/>
        </p:nvSpPr>
        <p:spPr>
          <a:xfrm>
            <a:off x="5943600" y="35242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10" name="Freeform 10"/>
          <p:cNvSpPr/>
          <p:nvPr/>
        </p:nvSpPr>
        <p:spPr>
          <a:xfrm>
            <a:off x="8496300" y="3511550"/>
            <a:ext cx="228600" cy="88900"/>
          </a:xfrm>
          <a:custGeom>
            <a:avLst/>
            <a:gdLst/>
            <a:ahLst/>
            <a:cxnLst/>
            <a:rect l="l" t="t" r="r" b="b"/>
            <a:pathLst>
              <a:path w="228600" h="88900">
                <a:moveTo>
                  <a:pt x="0" y="88900"/>
                </a:moveTo>
                <a:cubicBezTo>
                  <a:pt x="76200" y="0"/>
                  <a:pt x="152400" y="0"/>
                  <a:pt x="228600" y="88900"/>
                </a:cubicBezTo>
              </a:path>
            </a:pathLst>
          </a:custGeom>
          <a:noFill/>
          <a:ln w="23812" cap="rnd">
            <a:solidFill>
              <a:srgbClr val="A69783"/>
            </a:solidFill>
          </a:ln>
        </p:spPr>
      </p:sp>
      <p:sp>
        <p:nvSpPr>
          <p:cNvPr id="11" name="Polygon 11"/>
          <p:cNvSpPr/>
          <p:nvPr/>
        </p:nvSpPr>
        <p:spPr>
          <a:xfrm>
            <a:off x="8648700" y="35242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grpSp>
        <p:nvGrpSpPr>
          <p:cNvPr id="21" name="Group 21"/>
          <p:cNvGrpSpPr/>
          <p:nvPr/>
        </p:nvGrpSpPr>
        <p:grpSpPr>
          <a:xfrm>
            <a:off x="609600" y="2381250"/>
            <a:ext cx="2476500" cy="2762250"/>
            <a:chOff x="609600" y="2381250"/>
            <a:chExt cx="2476500" cy="2762250"/>
          </a:xfrm>
        </p:grpSpPr>
        <p:sp>
          <p:nvSpPr>
            <p:cNvPr id="12" name="Rectangle 12"/>
            <p:cNvSpPr/>
            <p:nvPr/>
          </p:nvSpPr>
          <p:spPr>
            <a:xfrm>
              <a:off x="609600" y="2381250"/>
              <a:ext cx="2476500" cy="2762250"/>
            </a:xfrm>
            <a:prstGeom prst="roundRect">
              <a:avLst>
                <a:gd name="adj" fmla="val 5385"/>
              </a:avLst>
            </a:prstGeom>
            <a:solidFill>
              <a:srgbClr val="FFF8EC"/>
            </a:solidFill>
            <a:ln w="14288">
              <a:solidFill>
                <a:srgbClr val="2B2420">
                  <a:alpha val="30000"/>
                </a:srgbClr>
              </a:solidFill>
            </a:ln>
          </p:spPr>
        </p:sp>
        <p:sp>
          <p:nvSpPr>
            <p:cNvPr id="13" name="Freeform 13"/>
            <p:cNvSpPr/>
            <p:nvPr/>
          </p:nvSpPr>
          <p:spPr>
            <a:xfrm>
              <a:off x="6096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1565C0"/>
            </a:solidFill>
            <a:ln>
              <a:noFill/>
            </a:ln>
          </p:spPr>
        </p:sp>
        <p:sp>
          <p:nvSpPr>
            <p:cNvPr id="14" name="Ellipse 14"/>
            <p:cNvSpPr/>
            <p:nvPr/>
          </p:nvSpPr>
          <p:spPr>
            <a:xfrm>
              <a:off x="762000" y="2552700"/>
              <a:ext cx="304800" cy="304800"/>
            </a:xfrm>
            <a:prstGeom prst="ellipse">
              <a:avLst/>
            </a:prstGeom>
            <a:solidFill>
              <a:srgbClr val="FFF8EC"/>
            </a:solidFill>
            <a:ln>
              <a:noFill/>
            </a:ln>
          </p:spPr>
        </p:sp>
        <p:sp>
          <p:nvSpPr>
            <p:cNvPr id="15" name="TextBox 15"/>
            <p:cNvSpPr txBox="1"/>
            <p:nvPr/>
          </p:nvSpPr>
          <p:spPr>
            <a:xfrm>
              <a:off x="855065" y="2616518"/>
              <a:ext cx="118669" cy="264033"/>
            </a:xfrm>
            <a:prstGeom prst="rect">
              <a:avLst/>
            </a:prstGeom>
            <a:noFill/>
            <a:ln>
              <a:noFill/>
            </a:ln>
          </p:spPr>
          <p:txBody>
            <a:bodyPr wrap="none" lIns="0" tIns="0" rIns="0" bIns="0" anchor="t" anchorCtr="0">
              <a:spAutoFit/>
            </a:bodyPr>
            <a:lstStyle/>
            <a:p>
              <a:pPr algn="ctr"/>
              <a:r>
                <a:rPr lang="en-US" sz="1350" b="1" dirty="0">
                  <a:solidFill>
                    <a:srgbClr val="1565C0"/>
                  </a:solidFill>
                  <a:latin typeface="Pretendard ExtraBold"/>
                  <a:ea typeface="Pretendard ExtraBold"/>
                  <a:cs typeface="Pretendard ExtraBold"/>
                </a:rPr>
                <a:t>1</a:t>
              </a:r>
            </a:p>
          </p:txBody>
        </p:sp>
        <p:sp>
          <p:nvSpPr>
            <p:cNvPr id="16" name="TextBox 16"/>
            <p:cNvSpPr txBox="1"/>
            <p:nvPr/>
          </p:nvSpPr>
          <p:spPr>
            <a:xfrm>
              <a:off x="1154430" y="2600325"/>
              <a:ext cx="1711452" cy="293370"/>
            </a:xfrm>
            <a:prstGeom prst="rect">
              <a:avLst/>
            </a:prstGeom>
            <a:noFill/>
            <a:ln>
              <a:noFill/>
            </a:ln>
          </p:spPr>
          <p:txBody>
            <a:bodyPr wrap="none" lIns="0" tIns="0" rIns="0" bIns="0" anchor="t" anchorCtr="0">
              <a:spAutoFit/>
            </a:bodyPr>
            <a:lstStyle/>
            <a:p>
              <a:pPr algn="l"/>
              <a:r>
                <a:rPr lang="en-US" sz="1500" b="1" dirty="0">
                  <a:solidFill>
                    <a:srgbClr val="FFF8EC"/>
                  </a:solidFill>
                  <a:latin typeface="Pretendard SemiBold"/>
                  <a:ea typeface="Pretendard SemiBold"/>
                  <a:cs typeface="Pretendard SemiBold"/>
                </a:rPr>
                <a:t>content-planner</a:t>
              </a:r>
            </a:p>
          </p:txBody>
        </p:sp>
        <p:sp>
          <p:nvSpPr>
            <p:cNvPr id="17" name="TextBox 17"/>
            <p:cNvSpPr txBox="1"/>
            <p:nvPr/>
          </p:nvSpPr>
          <p:spPr>
            <a:xfrm>
              <a:off x="831342" y="3207068"/>
              <a:ext cx="1031443"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원본 분석 후</a:t>
              </a:r>
            </a:p>
          </p:txBody>
        </p:sp>
        <p:sp>
          <p:nvSpPr>
            <p:cNvPr id="18" name="TextBox 18"/>
            <p:cNvSpPr txBox="1"/>
            <p:nvPr/>
          </p:nvSpPr>
          <p:spPr>
            <a:xfrm>
              <a:off x="831342" y="3435668"/>
              <a:ext cx="157665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슬라이드 구조 설계</a:t>
              </a:r>
            </a:p>
          </p:txBody>
        </p:sp>
        <p:sp>
          <p:nvSpPr>
            <p:cNvPr id="19" name="Rectangle 19"/>
            <p:cNvSpPr/>
            <p:nvPr/>
          </p:nvSpPr>
          <p:spPr>
            <a:xfrm>
              <a:off x="838200" y="4476750"/>
              <a:ext cx="1752600" cy="438150"/>
            </a:xfrm>
            <a:prstGeom prst="roundRect">
              <a:avLst>
                <a:gd name="adj" fmla="val 17391"/>
              </a:avLst>
            </a:prstGeom>
            <a:solidFill>
              <a:srgbClr val="0D47A1">
                <a:alpha val="14000"/>
              </a:srgbClr>
            </a:solidFill>
            <a:ln>
              <a:noFill/>
            </a:ln>
          </p:spPr>
        </p:sp>
        <p:sp>
          <p:nvSpPr>
            <p:cNvPr id="20" name="TextBox 20"/>
            <p:cNvSpPr txBox="1"/>
            <p:nvPr/>
          </p:nvSpPr>
          <p:spPr>
            <a:xfrm>
              <a:off x="809412" y="4566285"/>
              <a:ext cx="1810177"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structure.json</a:t>
              </a:r>
            </a:p>
          </p:txBody>
        </p:sp>
      </p:grpSp>
      <p:grpSp>
        <p:nvGrpSpPr>
          <p:cNvPr id="31" name="Group 31"/>
          <p:cNvGrpSpPr/>
          <p:nvPr/>
        </p:nvGrpSpPr>
        <p:grpSpPr>
          <a:xfrm>
            <a:off x="3314700" y="2381250"/>
            <a:ext cx="2476500" cy="2762250"/>
            <a:chOff x="3314700" y="2381250"/>
            <a:chExt cx="2476500" cy="2762250"/>
          </a:xfrm>
        </p:grpSpPr>
        <p:sp>
          <p:nvSpPr>
            <p:cNvPr id="22" name="Rectangle 22"/>
            <p:cNvSpPr/>
            <p:nvPr/>
          </p:nvSpPr>
          <p:spPr>
            <a:xfrm>
              <a:off x="3314700" y="2381250"/>
              <a:ext cx="2476500" cy="2762250"/>
            </a:xfrm>
            <a:prstGeom prst="roundRect">
              <a:avLst>
                <a:gd name="adj" fmla="val 5385"/>
              </a:avLst>
            </a:prstGeom>
            <a:solidFill>
              <a:srgbClr val="FFF8EC"/>
            </a:solidFill>
            <a:ln w="14288">
              <a:solidFill>
                <a:srgbClr val="2B2420">
                  <a:alpha val="30000"/>
                </a:srgbClr>
              </a:solidFill>
            </a:ln>
          </p:spPr>
        </p:sp>
        <p:sp>
          <p:nvSpPr>
            <p:cNvPr id="23" name="Freeform 23"/>
            <p:cNvSpPr/>
            <p:nvPr/>
          </p:nvSpPr>
          <p:spPr>
            <a:xfrm>
              <a:off x="33147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0D47A1"/>
            </a:solidFill>
            <a:ln>
              <a:noFill/>
            </a:ln>
          </p:spPr>
        </p:sp>
        <p:sp>
          <p:nvSpPr>
            <p:cNvPr id="24" name="Ellipse 24"/>
            <p:cNvSpPr/>
            <p:nvPr/>
          </p:nvSpPr>
          <p:spPr>
            <a:xfrm>
              <a:off x="3467100" y="2552700"/>
              <a:ext cx="304800" cy="304800"/>
            </a:xfrm>
            <a:prstGeom prst="ellipse">
              <a:avLst/>
            </a:prstGeom>
            <a:solidFill>
              <a:srgbClr val="FFF8EC"/>
            </a:solidFill>
            <a:ln>
              <a:noFill/>
            </a:ln>
          </p:spPr>
        </p:sp>
        <p:sp>
          <p:nvSpPr>
            <p:cNvPr id="25" name="TextBox 25"/>
            <p:cNvSpPr txBox="1"/>
            <p:nvPr/>
          </p:nvSpPr>
          <p:spPr>
            <a:xfrm>
              <a:off x="3560165" y="2616518"/>
              <a:ext cx="118669" cy="264033"/>
            </a:xfrm>
            <a:prstGeom prst="rect">
              <a:avLst/>
            </a:prstGeom>
            <a:noFill/>
            <a:ln>
              <a:noFill/>
            </a:ln>
          </p:spPr>
          <p:txBody>
            <a:bodyPr wrap="none" lIns="0" tIns="0" rIns="0" bIns="0" anchor="t" anchorCtr="0">
              <a:spAutoFit/>
            </a:bodyPr>
            <a:lstStyle/>
            <a:p>
              <a:pPr algn="ctr"/>
              <a:r>
                <a:rPr lang="en-US" sz="1350" b="1" dirty="0">
                  <a:solidFill>
                    <a:srgbClr val="0D47A1"/>
                  </a:solidFill>
                  <a:latin typeface="Pretendard ExtraBold"/>
                  <a:ea typeface="Pretendard ExtraBold"/>
                  <a:cs typeface="Pretendard ExtraBold"/>
                </a:rPr>
                <a:t>2</a:t>
              </a:r>
            </a:p>
          </p:txBody>
        </p:sp>
        <p:sp>
          <p:nvSpPr>
            <p:cNvPr id="26" name="TextBox 26"/>
            <p:cNvSpPr txBox="1"/>
            <p:nvPr/>
          </p:nvSpPr>
          <p:spPr>
            <a:xfrm>
              <a:off x="3859530" y="2600325"/>
              <a:ext cx="1298000" cy="293370"/>
            </a:xfrm>
            <a:prstGeom prst="rect">
              <a:avLst/>
            </a:prstGeom>
            <a:noFill/>
            <a:ln>
              <a:noFill/>
            </a:ln>
          </p:spPr>
          <p:txBody>
            <a:bodyPr wrap="none" lIns="0" tIns="0" rIns="0" bIns="0" anchor="t" anchorCtr="0">
              <a:spAutoFit/>
            </a:bodyPr>
            <a:lstStyle/>
            <a:p>
              <a:pPr algn="l"/>
              <a:r>
                <a:rPr lang="en-US" sz="1500" b="1" dirty="0">
                  <a:solidFill>
                    <a:srgbClr val="FFF8EC"/>
                  </a:solidFill>
                  <a:latin typeface="Pretendard SemiBold"/>
                  <a:ea typeface="Pretendard SemiBold"/>
                  <a:cs typeface="Pretendard SemiBold"/>
                </a:rPr>
                <a:t>slide-writer</a:t>
              </a:r>
            </a:p>
          </p:txBody>
        </p:sp>
        <p:sp>
          <p:nvSpPr>
            <p:cNvPr id="27" name="TextBox 27"/>
            <p:cNvSpPr txBox="1"/>
            <p:nvPr/>
          </p:nvSpPr>
          <p:spPr>
            <a:xfrm>
              <a:off x="3536442" y="3207068"/>
              <a:ext cx="135788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구조 JSON 기반</a:t>
              </a:r>
            </a:p>
          </p:txBody>
        </p:sp>
        <p:sp>
          <p:nvSpPr>
            <p:cNvPr id="28" name="TextBox 28"/>
            <p:cNvSpPr txBox="1"/>
            <p:nvPr/>
          </p:nvSpPr>
          <p:spPr>
            <a:xfrm>
              <a:off x="3536442" y="3435668"/>
              <a:ext cx="1758391"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슬라이드별 문구 작성</a:t>
              </a:r>
            </a:p>
          </p:txBody>
        </p:sp>
        <p:sp>
          <p:nvSpPr>
            <p:cNvPr id="29" name="Rectangle 29"/>
            <p:cNvSpPr/>
            <p:nvPr/>
          </p:nvSpPr>
          <p:spPr>
            <a:xfrm>
              <a:off x="3543300" y="4476750"/>
              <a:ext cx="1752600" cy="438150"/>
            </a:xfrm>
            <a:prstGeom prst="roundRect">
              <a:avLst>
                <a:gd name="adj" fmla="val 17391"/>
              </a:avLst>
            </a:prstGeom>
            <a:solidFill>
              <a:srgbClr val="0D47A1">
                <a:alpha val="14000"/>
              </a:srgbClr>
            </a:solidFill>
            <a:ln>
              <a:noFill/>
            </a:ln>
          </p:spPr>
        </p:sp>
        <p:sp>
          <p:nvSpPr>
            <p:cNvPr id="30" name="TextBox 30"/>
            <p:cNvSpPr txBox="1"/>
            <p:nvPr/>
          </p:nvSpPr>
          <p:spPr>
            <a:xfrm>
              <a:off x="3747741" y="4566285"/>
              <a:ext cx="1343718"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copy.json</a:t>
              </a:r>
            </a:p>
          </p:txBody>
        </p:sp>
      </p:grpSp>
      <p:grpSp>
        <p:nvGrpSpPr>
          <p:cNvPr id="41" name="Group 41"/>
          <p:cNvGrpSpPr/>
          <p:nvPr/>
        </p:nvGrpSpPr>
        <p:grpSpPr>
          <a:xfrm>
            <a:off x="6019800" y="2381250"/>
            <a:ext cx="2476500" cy="2762250"/>
            <a:chOff x="6019800" y="2381250"/>
            <a:chExt cx="2476500" cy="2762250"/>
          </a:xfrm>
        </p:grpSpPr>
        <p:sp>
          <p:nvSpPr>
            <p:cNvPr id="32" name="Rectangle 32"/>
            <p:cNvSpPr/>
            <p:nvPr/>
          </p:nvSpPr>
          <p:spPr>
            <a:xfrm>
              <a:off x="6019800" y="2381250"/>
              <a:ext cx="2476500" cy="2762250"/>
            </a:xfrm>
            <a:prstGeom prst="roundRect">
              <a:avLst>
                <a:gd name="adj" fmla="val 5385"/>
              </a:avLst>
            </a:prstGeom>
            <a:solidFill>
              <a:srgbClr val="FFF8EC"/>
            </a:solidFill>
            <a:ln w="14288">
              <a:solidFill>
                <a:srgbClr val="2B2420">
                  <a:alpha val="30000"/>
                </a:srgbClr>
              </a:solidFill>
            </a:ln>
          </p:spPr>
        </p:sp>
        <p:sp>
          <p:nvSpPr>
            <p:cNvPr id="33" name="Freeform 33"/>
            <p:cNvSpPr/>
            <p:nvPr/>
          </p:nvSpPr>
          <p:spPr>
            <a:xfrm>
              <a:off x="60198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FF6B35"/>
            </a:solidFill>
            <a:ln>
              <a:noFill/>
            </a:ln>
          </p:spPr>
        </p:sp>
        <p:sp>
          <p:nvSpPr>
            <p:cNvPr id="34" name="Ellipse 34"/>
            <p:cNvSpPr/>
            <p:nvPr/>
          </p:nvSpPr>
          <p:spPr>
            <a:xfrm>
              <a:off x="6172200" y="2552700"/>
              <a:ext cx="304800" cy="304800"/>
            </a:xfrm>
            <a:prstGeom prst="ellipse">
              <a:avLst/>
            </a:prstGeom>
            <a:solidFill>
              <a:srgbClr val="FFF8EC"/>
            </a:solidFill>
            <a:ln>
              <a:noFill/>
            </a:ln>
          </p:spPr>
        </p:sp>
        <p:sp>
          <p:nvSpPr>
            <p:cNvPr id="35" name="TextBox 35"/>
            <p:cNvSpPr txBox="1"/>
            <p:nvPr/>
          </p:nvSpPr>
          <p:spPr>
            <a:xfrm>
              <a:off x="6265265" y="2616518"/>
              <a:ext cx="118669" cy="264033"/>
            </a:xfrm>
            <a:prstGeom prst="rect">
              <a:avLst/>
            </a:prstGeom>
            <a:noFill/>
            <a:ln>
              <a:noFill/>
            </a:ln>
          </p:spPr>
          <p:txBody>
            <a:bodyPr wrap="none" lIns="0" tIns="0" rIns="0" bIns="0" anchor="t" anchorCtr="0">
              <a:spAutoFit/>
            </a:bodyPr>
            <a:lstStyle/>
            <a:p>
              <a:pPr algn="ctr"/>
              <a:r>
                <a:rPr lang="en-US" sz="1350" b="1" dirty="0">
                  <a:solidFill>
                    <a:srgbClr val="FF6B35"/>
                  </a:solidFill>
                  <a:latin typeface="Pretendard ExtraBold"/>
                  <a:ea typeface="Pretendard ExtraBold"/>
                  <a:cs typeface="Pretendard ExtraBold"/>
                </a:rPr>
                <a:t>3</a:t>
              </a:r>
            </a:p>
          </p:txBody>
        </p:sp>
        <p:sp>
          <p:nvSpPr>
            <p:cNvPr id="36" name="TextBox 36"/>
            <p:cNvSpPr txBox="1"/>
            <p:nvPr/>
          </p:nvSpPr>
          <p:spPr>
            <a:xfrm>
              <a:off x="6564630" y="2600325"/>
              <a:ext cx="1191987" cy="293370"/>
            </a:xfrm>
            <a:prstGeom prst="rect">
              <a:avLst/>
            </a:prstGeom>
            <a:noFill/>
            <a:ln>
              <a:noFill/>
            </a:ln>
          </p:spPr>
          <p:txBody>
            <a:bodyPr wrap="none" lIns="0" tIns="0" rIns="0" bIns="0" anchor="t" anchorCtr="0">
              <a:spAutoFit/>
            </a:bodyPr>
            <a:lstStyle/>
            <a:p>
              <a:pPr algn="l"/>
              <a:r>
                <a:rPr lang="en-US" sz="1500" b="1" dirty="0">
                  <a:solidFill>
                    <a:srgbClr val="FFF8EC"/>
                  </a:solidFill>
                  <a:latin typeface="Pretendard SemiBold"/>
                  <a:ea typeface="Pretendard SemiBold"/>
                  <a:cs typeface="Pretendard SemiBold"/>
                </a:rPr>
                <a:t>ppt-builder</a:t>
              </a:r>
            </a:p>
          </p:txBody>
        </p:sp>
        <p:sp>
          <p:nvSpPr>
            <p:cNvPr id="37" name="TextBox 37"/>
            <p:cNvSpPr txBox="1"/>
            <p:nvPr/>
          </p:nvSpPr>
          <p:spPr>
            <a:xfrm>
              <a:off x="6241542" y="3207068"/>
              <a:ext cx="1649349"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ppt-master 스킬로</a:t>
              </a:r>
            </a:p>
          </p:txBody>
        </p:sp>
        <p:sp>
          <p:nvSpPr>
            <p:cNvPr id="38" name="TextBox 38"/>
            <p:cNvSpPr txBox="1"/>
            <p:nvPr/>
          </p:nvSpPr>
          <p:spPr>
            <a:xfrm>
              <a:off x="6241542" y="3435668"/>
              <a:ext cx="1319479"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PPTX 실제 생성</a:t>
              </a:r>
            </a:p>
          </p:txBody>
        </p:sp>
        <p:sp>
          <p:nvSpPr>
            <p:cNvPr id="39" name="Rectangle 39"/>
            <p:cNvSpPr/>
            <p:nvPr/>
          </p:nvSpPr>
          <p:spPr>
            <a:xfrm>
              <a:off x="6248400" y="4476750"/>
              <a:ext cx="1752600" cy="438150"/>
            </a:xfrm>
            <a:prstGeom prst="roundRect">
              <a:avLst>
                <a:gd name="adj" fmla="val 17391"/>
              </a:avLst>
            </a:prstGeom>
            <a:solidFill>
              <a:srgbClr val="FF6B35">
                <a:alpha val="14000"/>
              </a:srgbClr>
            </a:solidFill>
            <a:ln>
              <a:noFill/>
            </a:ln>
          </p:spPr>
        </p:sp>
        <p:sp>
          <p:nvSpPr>
            <p:cNvPr id="40" name="TextBox 40"/>
            <p:cNvSpPr txBox="1"/>
            <p:nvPr/>
          </p:nvSpPr>
          <p:spPr>
            <a:xfrm>
              <a:off x="6427398" y="4566285"/>
              <a:ext cx="1394605" cy="234696"/>
            </a:xfrm>
            <a:prstGeom prst="rect">
              <a:avLst/>
            </a:prstGeom>
            <a:noFill/>
            <a:ln>
              <a:noFill/>
            </a:ln>
          </p:spPr>
          <p:txBody>
            <a:bodyPr wrap="none" lIns="0" tIns="0" rIns="0" bIns="0" anchor="t" anchorCtr="0">
              <a:spAutoFit/>
            </a:bodyPr>
            <a:lstStyle/>
            <a:p>
              <a:pPr algn="ctr"/>
              <a:r>
                <a:rPr lang="ko-KR" sz="1200" b="1" dirty="0">
                  <a:solidFill>
                    <a:srgbClr val="FF6B35"/>
                  </a:solidFill>
                  <a:latin typeface="Pretendard SemiBold"/>
                  <a:ea typeface="Pretendard SemiBold"/>
                  <a:cs typeface="Pretendard SemiBold"/>
                </a:rPr>
                <a:t>출력 · final.pptx</a:t>
              </a:r>
            </a:p>
          </p:txBody>
        </p:sp>
      </p:grpSp>
      <p:grpSp>
        <p:nvGrpSpPr>
          <p:cNvPr id="51" name="Group 51"/>
          <p:cNvGrpSpPr/>
          <p:nvPr/>
        </p:nvGrpSpPr>
        <p:grpSpPr>
          <a:xfrm>
            <a:off x="8724900" y="2381250"/>
            <a:ext cx="2476500" cy="2762250"/>
            <a:chOff x="8724900" y="2381250"/>
            <a:chExt cx="2476500" cy="2762250"/>
          </a:xfrm>
        </p:grpSpPr>
        <p:sp>
          <p:nvSpPr>
            <p:cNvPr id="42" name="Rectangle 42"/>
            <p:cNvSpPr/>
            <p:nvPr/>
          </p:nvSpPr>
          <p:spPr>
            <a:xfrm>
              <a:off x="8724900" y="2381250"/>
              <a:ext cx="2476500" cy="2762250"/>
            </a:xfrm>
            <a:prstGeom prst="roundRect">
              <a:avLst>
                <a:gd name="adj" fmla="val 5385"/>
              </a:avLst>
            </a:prstGeom>
            <a:solidFill>
              <a:srgbClr val="FFF8EC"/>
            </a:solidFill>
            <a:ln w="14288">
              <a:solidFill>
                <a:srgbClr val="2B2420">
                  <a:alpha val="30000"/>
                </a:srgbClr>
              </a:solidFill>
            </a:ln>
          </p:spPr>
        </p:sp>
        <p:sp>
          <p:nvSpPr>
            <p:cNvPr id="43" name="Freeform 43"/>
            <p:cNvSpPr/>
            <p:nvPr/>
          </p:nvSpPr>
          <p:spPr>
            <a:xfrm>
              <a:off x="87249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2E7D32"/>
            </a:solidFill>
            <a:ln>
              <a:noFill/>
            </a:ln>
          </p:spPr>
        </p:sp>
        <p:sp>
          <p:nvSpPr>
            <p:cNvPr id="44" name="Ellipse 44"/>
            <p:cNvSpPr/>
            <p:nvPr/>
          </p:nvSpPr>
          <p:spPr>
            <a:xfrm>
              <a:off x="8877300" y="2552700"/>
              <a:ext cx="304800" cy="304800"/>
            </a:xfrm>
            <a:prstGeom prst="ellipse">
              <a:avLst/>
            </a:prstGeom>
            <a:solidFill>
              <a:srgbClr val="FFF8EC"/>
            </a:solidFill>
            <a:ln>
              <a:noFill/>
            </a:ln>
          </p:spPr>
        </p:sp>
        <p:sp>
          <p:nvSpPr>
            <p:cNvPr id="45" name="TextBox 45"/>
            <p:cNvSpPr txBox="1"/>
            <p:nvPr/>
          </p:nvSpPr>
          <p:spPr>
            <a:xfrm>
              <a:off x="8970365" y="2616518"/>
              <a:ext cx="118669" cy="264033"/>
            </a:xfrm>
            <a:prstGeom prst="rect">
              <a:avLst/>
            </a:prstGeom>
            <a:noFill/>
            <a:ln>
              <a:noFill/>
            </a:ln>
          </p:spPr>
          <p:txBody>
            <a:bodyPr wrap="none" lIns="0" tIns="0" rIns="0" bIns="0" anchor="t" anchorCtr="0">
              <a:spAutoFit/>
            </a:bodyPr>
            <a:lstStyle/>
            <a:p>
              <a:pPr algn="ctr"/>
              <a:r>
                <a:rPr lang="en-US" sz="1350" b="1" dirty="0">
                  <a:solidFill>
                    <a:srgbClr val="2E7D32"/>
                  </a:solidFill>
                  <a:latin typeface="Pretendard ExtraBold"/>
                  <a:ea typeface="Pretendard ExtraBold"/>
                  <a:cs typeface="Pretendard ExtraBold"/>
                </a:rPr>
                <a:t>4</a:t>
              </a:r>
            </a:p>
          </p:txBody>
        </p:sp>
        <p:sp>
          <p:nvSpPr>
            <p:cNvPr id="46" name="TextBox 46"/>
            <p:cNvSpPr txBox="1"/>
            <p:nvPr/>
          </p:nvSpPr>
          <p:spPr>
            <a:xfrm>
              <a:off x="9269730" y="2600325"/>
              <a:ext cx="1404014" cy="293370"/>
            </a:xfrm>
            <a:prstGeom prst="rect">
              <a:avLst/>
            </a:prstGeom>
            <a:noFill/>
            <a:ln>
              <a:noFill/>
            </a:ln>
          </p:spPr>
          <p:txBody>
            <a:bodyPr wrap="none" lIns="0" tIns="0" rIns="0" bIns="0" anchor="t" anchorCtr="0">
              <a:spAutoFit/>
            </a:bodyPr>
            <a:lstStyle/>
            <a:p>
              <a:pPr algn="l"/>
              <a:r>
                <a:rPr lang="en-US" sz="1500" b="1" dirty="0">
                  <a:solidFill>
                    <a:srgbClr val="FFF8EC"/>
                  </a:solidFill>
                  <a:latin typeface="Pretendard SemiBold"/>
                  <a:ea typeface="Pretendard SemiBold"/>
                  <a:cs typeface="Pretendard SemiBold"/>
                </a:rPr>
                <a:t>ppt-reviewer</a:t>
              </a:r>
            </a:p>
          </p:txBody>
        </p:sp>
        <p:sp>
          <p:nvSpPr>
            <p:cNvPr id="47" name="TextBox 47"/>
            <p:cNvSpPr txBox="1"/>
            <p:nvPr/>
          </p:nvSpPr>
          <p:spPr>
            <a:xfrm>
              <a:off x="8946642" y="3207068"/>
              <a:ext cx="106984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원본과 PPTX</a:t>
              </a:r>
            </a:p>
          </p:txBody>
        </p:sp>
        <p:sp>
          <p:nvSpPr>
            <p:cNvPr id="48" name="TextBox 48"/>
            <p:cNvSpPr txBox="1"/>
            <p:nvPr/>
          </p:nvSpPr>
          <p:spPr>
            <a:xfrm>
              <a:off x="8946642" y="3435668"/>
              <a:ext cx="79518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대조 검수</a:t>
              </a:r>
            </a:p>
          </p:txBody>
        </p:sp>
        <p:sp>
          <p:nvSpPr>
            <p:cNvPr id="49" name="Rectangle 49"/>
            <p:cNvSpPr/>
            <p:nvPr/>
          </p:nvSpPr>
          <p:spPr>
            <a:xfrm>
              <a:off x="8953500" y="4476750"/>
              <a:ext cx="1752600" cy="438150"/>
            </a:xfrm>
            <a:prstGeom prst="roundRect">
              <a:avLst>
                <a:gd name="adj" fmla="val 17391"/>
              </a:avLst>
            </a:prstGeom>
            <a:solidFill>
              <a:srgbClr val="2E7D32">
                <a:alpha val="14000"/>
              </a:srgbClr>
            </a:solidFill>
            <a:ln>
              <a:noFill/>
            </a:ln>
          </p:spPr>
        </p:sp>
        <p:sp>
          <p:nvSpPr>
            <p:cNvPr id="50" name="TextBox 50"/>
            <p:cNvSpPr txBox="1"/>
            <p:nvPr/>
          </p:nvSpPr>
          <p:spPr>
            <a:xfrm>
              <a:off x="9107054" y="4566285"/>
              <a:ext cx="1445491" cy="234696"/>
            </a:xfrm>
            <a:prstGeom prst="rect">
              <a:avLst/>
            </a:prstGeom>
            <a:noFill/>
            <a:ln>
              <a:noFill/>
            </a:ln>
          </p:spPr>
          <p:txBody>
            <a:bodyPr wrap="none" lIns="0" tIns="0" rIns="0" bIns="0" anchor="t" anchorCtr="0">
              <a:spAutoFit/>
            </a:bodyPr>
            <a:lstStyle/>
            <a:p>
              <a:pPr algn="ctr"/>
              <a:r>
                <a:rPr lang="ko-KR" sz="1200" b="1" dirty="0">
                  <a:solidFill>
                    <a:srgbClr val="2E7D32"/>
                  </a:solidFill>
                  <a:latin typeface="Pretendard SemiBold"/>
                  <a:ea typeface="Pretendard SemiBold"/>
                  <a:cs typeface="Pretendard SemiBold"/>
                </a:rPr>
                <a:t>출력 · 검수 리포트</a:t>
              </a:r>
            </a:p>
          </p:txBody>
        </p:sp>
      </p:grpSp>
      <p:grpSp>
        <p:nvGrpSpPr>
          <p:cNvPr id="54" name="Group 54"/>
          <p:cNvGrpSpPr/>
          <p:nvPr/>
        </p:nvGrpSpPr>
        <p:grpSpPr>
          <a:xfrm>
            <a:off x="609600" y="5715000"/>
            <a:ext cx="6096000" cy="400050"/>
            <a:chOff x="609600" y="5715000"/>
            <a:chExt cx="6096000" cy="400050"/>
          </a:xfrm>
        </p:grpSpPr>
        <p:sp>
          <p:nvSpPr>
            <p:cNvPr id="52" name="Rectangle 52"/>
            <p:cNvSpPr/>
            <p:nvPr/>
          </p:nvSpPr>
          <p:spPr>
            <a:xfrm>
              <a:off x="609600" y="5715000"/>
              <a:ext cx="6096000" cy="400050"/>
            </a:xfrm>
            <a:prstGeom prst="roundRect">
              <a:avLst>
                <a:gd name="adj" fmla="val 50000"/>
              </a:avLst>
            </a:prstGeom>
            <a:solidFill>
              <a:srgbClr val="FFF8EC"/>
            </a:solidFill>
            <a:ln w="14288">
              <a:solidFill>
                <a:srgbClr val="2B2420">
                  <a:alpha val="30000"/>
                </a:srgbClr>
              </a:solidFill>
            </a:ln>
          </p:spPr>
        </p:sp>
        <p:sp>
          <p:nvSpPr>
            <p:cNvPr id="53" name="TextBox 53"/>
            <p:cNvSpPr txBox="1"/>
            <p:nvPr/>
          </p:nvSpPr>
          <p:spPr>
            <a:xfrm>
              <a:off x="888492" y="5816918"/>
              <a:ext cx="423001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단발성이면 생략 가능, 반복 업무·팀 표준화 시 필요</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10 / 14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135620" cy="1318259"/>
            <a:chOff x="593598" y="669608"/>
            <a:chExt cx="7135620" cy="1318259"/>
          </a:xfrm>
        </p:grpSpPr>
        <p:sp>
          <p:nvSpPr>
            <p:cNvPr id="2" name="TextBox 2"/>
            <p:cNvSpPr txBox="1"/>
            <p:nvPr/>
          </p:nvSpPr>
          <p:spPr>
            <a:xfrm>
              <a:off x="593598" y="669608"/>
              <a:ext cx="6799890"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파이프라인 실행과 다음 번 재사용</a:t>
              </a:r>
            </a:p>
          </p:txBody>
        </p:sp>
        <p:sp>
          <p:nvSpPr>
            <p:cNvPr id="3" name="TextBox 3"/>
            <p:cNvSpPr txBox="1"/>
            <p:nvPr/>
          </p:nvSpPr>
          <p:spPr>
            <a:xfrm>
              <a:off x="598170" y="1185862"/>
              <a:ext cx="705153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 번 만들어두면 다음 달부터는 원본 경로만 바꾼</a:t>
              </a:r>
            </a:p>
          </p:txBody>
        </p:sp>
        <p:sp>
          <p:nvSpPr>
            <p:cNvPr id="4" name="TextBox 4"/>
            <p:cNvSpPr txBox="1"/>
            <p:nvPr/>
          </p:nvSpPr>
          <p:spPr>
            <a:xfrm>
              <a:off x="598170" y="1547812"/>
              <a:ext cx="71310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세 줄 프롬프트로 같은 4단계가 그대로 재사용된다</a:t>
              </a:r>
            </a:p>
          </p:txBody>
        </p:sp>
      </p:grpSp>
      <p:grpSp>
        <p:nvGrpSpPr>
          <p:cNvPr id="17" name="Group 17"/>
          <p:cNvGrpSpPr/>
          <p:nvPr/>
        </p:nvGrpSpPr>
        <p:grpSpPr>
          <a:xfrm>
            <a:off x="609600" y="2362200"/>
            <a:ext cx="5181600" cy="2571750"/>
            <a:chOff x="609600" y="2362200"/>
            <a:chExt cx="5181600" cy="2571750"/>
          </a:xfrm>
        </p:grpSpPr>
        <p:sp>
          <p:nvSpPr>
            <p:cNvPr id="6" name="Rectangle 6"/>
            <p:cNvSpPr/>
            <p:nvPr/>
          </p:nvSpPr>
          <p:spPr>
            <a:xfrm>
              <a:off x="609600" y="2362200"/>
              <a:ext cx="5181600" cy="2571750"/>
            </a:xfrm>
            <a:prstGeom prst="roundRect">
              <a:avLst>
                <a:gd name="adj" fmla="val 5926"/>
              </a:avLst>
            </a:prstGeom>
            <a:solidFill>
              <a:srgbClr val="FFF8EC"/>
            </a:solidFill>
            <a:ln w="14288">
              <a:solidFill>
                <a:srgbClr val="2B2420">
                  <a:alpha val="30000"/>
                </a:srgbClr>
              </a:solidFill>
            </a:ln>
          </p:spPr>
        </p:sp>
        <p:grpSp>
          <p:nvGrpSpPr>
            <p:cNvPr id="9" name="Group 9"/>
            <p:cNvGrpSpPr/>
            <p:nvPr/>
          </p:nvGrpSpPr>
          <p:grpSpPr>
            <a:xfrm>
              <a:off x="921935" y="2628735"/>
              <a:ext cx="232381" cy="172702"/>
              <a:chOff x="921935" y="2628735"/>
              <a:chExt cx="232381" cy="172702"/>
            </a:xfrm>
          </p:grpSpPr>
          <p:sp>
            <p:nvSpPr>
              <p:cNvPr id="7" name="Freeform 7"/>
              <p:cNvSpPr/>
              <p:nvPr/>
            </p:nvSpPr>
            <p:spPr>
              <a:xfrm>
                <a:off x="929878" y="2730102"/>
                <a:ext cx="61912" cy="61912"/>
              </a:xfrm>
              <a:custGeom>
                <a:avLst/>
                <a:gdLst/>
                <a:ahLst/>
                <a:cxnLst/>
                <a:rect l="l" t="t" r="r" b="b"/>
                <a:pathLst>
                  <a:path w="61912" h="61912">
                    <a:moveTo>
                      <a:pt x="61912" y="30956"/>
                    </a:moveTo>
                    <a:cubicBezTo>
                      <a:pt x="61912" y="48053"/>
                      <a:pt x="48053" y="61912"/>
                      <a:pt x="30956" y="61912"/>
                    </a:cubicBezTo>
                    <a:cubicBezTo>
                      <a:pt x="13860" y="61912"/>
                      <a:pt x="0" y="48053"/>
                      <a:pt x="0" y="30956"/>
                    </a:cubicBezTo>
                    <a:cubicBezTo>
                      <a:pt x="0" y="13860"/>
                      <a:pt x="13860" y="0"/>
                      <a:pt x="30956" y="0"/>
                    </a:cubicBezTo>
                    <a:cubicBezTo>
                      <a:pt x="48053" y="0"/>
                      <a:pt x="61912" y="13860"/>
                      <a:pt x="61912" y="30956"/>
                    </a:cubicBezTo>
                    <a:close/>
                  </a:path>
                </a:pathLst>
              </a:custGeom>
              <a:solidFill>
                <a:srgbClr val="1565C0">
                  <a:alpha val="20000"/>
                </a:srgbClr>
              </a:solidFill>
              <a:ln>
                <a:noFill/>
              </a:ln>
            </p:spPr>
          </p:sp>
          <p:sp>
            <p:nvSpPr>
              <p:cNvPr id="8" name="Freeform 8"/>
              <p:cNvSpPr/>
              <p:nvPr/>
            </p:nvSpPr>
            <p:spPr>
              <a:xfrm>
                <a:off x="921935" y="2628735"/>
                <a:ext cx="232381" cy="172702"/>
              </a:xfrm>
              <a:custGeom>
                <a:avLst/>
                <a:gdLst/>
                <a:ahLst/>
                <a:cxnLst/>
                <a:rect l="l" t="t" r="r" b="b"/>
                <a:pathLst>
                  <a:path w="232381" h="172702">
                    <a:moveTo>
                      <a:pt x="230111" y="33980"/>
                    </a:moveTo>
                    <a:lnTo>
                      <a:pt x="199155" y="3024"/>
                    </a:lnTo>
                    <a:cubicBezTo>
                      <a:pt x="196131" y="0"/>
                      <a:pt x="191228" y="0"/>
                      <a:pt x="188204" y="3024"/>
                    </a:cubicBezTo>
                    <a:cubicBezTo>
                      <a:pt x="185180" y="6048"/>
                      <a:pt x="185180" y="10951"/>
                      <a:pt x="188204" y="13975"/>
                    </a:cubicBezTo>
                    <a:lnTo>
                      <a:pt x="205955" y="31716"/>
                    </a:lnTo>
                    <a:lnTo>
                      <a:pt x="178201" y="31716"/>
                    </a:lnTo>
                    <a:cubicBezTo>
                      <a:pt x="168720" y="32060"/>
                      <a:pt x="159400" y="34272"/>
                      <a:pt x="150776" y="38227"/>
                    </a:cubicBezTo>
                    <a:cubicBezTo>
                      <a:pt x="137601" y="44312"/>
                      <a:pt x="120952" y="57294"/>
                      <a:pt x="116396" y="84661"/>
                    </a:cubicBezTo>
                    <a:cubicBezTo>
                      <a:pt x="111249" y="115549"/>
                      <a:pt x="88245" y="122602"/>
                      <a:pt x="76733" y="124188"/>
                    </a:cubicBezTo>
                    <a:cubicBezTo>
                      <a:pt x="72528" y="104779"/>
                      <a:pt x="54314" y="91704"/>
                      <a:pt x="34580" y="93929"/>
                    </a:cubicBezTo>
                    <a:cubicBezTo>
                      <a:pt x="14846" y="96154"/>
                      <a:pt x="0" y="112957"/>
                      <a:pt x="223" y="132815"/>
                    </a:cubicBezTo>
                    <a:cubicBezTo>
                      <a:pt x="445" y="152672"/>
                      <a:pt x="15664" y="169138"/>
                      <a:pt x="35443" y="170920"/>
                    </a:cubicBezTo>
                    <a:cubicBezTo>
                      <a:pt x="55222" y="172702"/>
                      <a:pt x="73139" y="159222"/>
                      <a:pt x="76907" y="139724"/>
                    </a:cubicBezTo>
                    <a:cubicBezTo>
                      <a:pt x="83865" y="138931"/>
                      <a:pt x="90662" y="137088"/>
                      <a:pt x="97067" y="134258"/>
                    </a:cubicBezTo>
                    <a:cubicBezTo>
                      <a:pt x="110243" y="128454"/>
                      <a:pt x="126930" y="115491"/>
                      <a:pt x="131661" y="87157"/>
                    </a:cubicBezTo>
                    <a:cubicBezTo>
                      <a:pt x="138200" y="47939"/>
                      <a:pt x="176596" y="47194"/>
                      <a:pt x="178201" y="47194"/>
                    </a:cubicBezTo>
                    <a:lnTo>
                      <a:pt x="205955" y="47194"/>
                    </a:lnTo>
                    <a:lnTo>
                      <a:pt x="188204" y="64936"/>
                    </a:lnTo>
                    <a:cubicBezTo>
                      <a:pt x="185180" y="67960"/>
                      <a:pt x="185180" y="72863"/>
                      <a:pt x="188204" y="75887"/>
                    </a:cubicBezTo>
                    <a:cubicBezTo>
                      <a:pt x="191228" y="78911"/>
                      <a:pt x="196131" y="78911"/>
                      <a:pt x="199155" y="75887"/>
                    </a:cubicBezTo>
                    <a:lnTo>
                      <a:pt x="230111" y="44931"/>
                    </a:lnTo>
                    <a:cubicBezTo>
                      <a:pt x="231564" y="43479"/>
                      <a:pt x="232381" y="41509"/>
                      <a:pt x="232381" y="39455"/>
                    </a:cubicBezTo>
                    <a:cubicBezTo>
                      <a:pt x="232381" y="37401"/>
                      <a:pt x="231564" y="35432"/>
                      <a:pt x="230111" y="33980"/>
                    </a:cubicBezTo>
                    <a:close/>
                    <a:moveTo>
                      <a:pt x="38899" y="155541"/>
                    </a:moveTo>
                    <a:cubicBezTo>
                      <a:pt x="26077" y="155541"/>
                      <a:pt x="15682" y="145146"/>
                      <a:pt x="15682" y="132324"/>
                    </a:cubicBezTo>
                    <a:cubicBezTo>
                      <a:pt x="15682" y="119501"/>
                      <a:pt x="26077" y="109107"/>
                      <a:pt x="38899" y="109107"/>
                    </a:cubicBezTo>
                    <a:cubicBezTo>
                      <a:pt x="51721" y="109107"/>
                      <a:pt x="62116" y="119501"/>
                      <a:pt x="62116" y="132324"/>
                    </a:cubicBezTo>
                    <a:cubicBezTo>
                      <a:pt x="62116" y="145146"/>
                      <a:pt x="51721" y="155541"/>
                      <a:pt x="38899" y="155541"/>
                    </a:cubicBezTo>
                    <a:close/>
                  </a:path>
                </a:pathLst>
              </a:custGeom>
              <a:solidFill>
                <a:srgbClr val="1565C0"/>
              </a:solidFill>
              <a:ln>
                <a:noFill/>
              </a:ln>
            </p:spPr>
          </p:sp>
        </p:grpSp>
        <p:sp>
          <p:nvSpPr>
            <p:cNvPr id="10" name="TextBox 10"/>
            <p:cNvSpPr txBox="1"/>
            <p:nvPr/>
          </p:nvSpPr>
          <p:spPr>
            <a:xfrm>
              <a:off x="1248156" y="2586990"/>
              <a:ext cx="3224129"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최초 실행 — 4단계 상세 지시</a:t>
              </a:r>
            </a:p>
          </p:txBody>
        </p:sp>
        <p:sp>
          <p:nvSpPr>
            <p:cNvPr id="11" name="Rectangle 11"/>
            <p:cNvSpPr/>
            <p:nvPr/>
          </p:nvSpPr>
          <p:spPr>
            <a:xfrm>
              <a:off x="914400" y="3009900"/>
              <a:ext cx="4572000" cy="1676400"/>
            </a:xfrm>
            <a:prstGeom prst="roundRect">
              <a:avLst>
                <a:gd name="adj" fmla="val 5682"/>
              </a:avLst>
            </a:prstGeom>
            <a:solidFill>
              <a:srgbClr val="2B2420"/>
            </a:solidFill>
            <a:ln>
              <a:noFill/>
            </a:ln>
          </p:spPr>
        </p:sp>
        <p:sp>
          <p:nvSpPr>
            <p:cNvPr id="12" name="TextBox 12"/>
            <p:cNvSpPr txBox="1"/>
            <p:nvPr/>
          </p:nvSpPr>
          <p:spPr>
            <a:xfrm>
              <a:off x="1098804" y="3166110"/>
              <a:ext cx="2758440"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1단계: content-planner로 구조 설계</a:t>
              </a:r>
            </a:p>
          </p:txBody>
        </p:sp>
        <p:sp>
          <p:nvSpPr>
            <p:cNvPr id="13" name="TextBox 13"/>
            <p:cNvSpPr txBox="1"/>
            <p:nvPr/>
          </p:nvSpPr>
          <p:spPr>
            <a:xfrm>
              <a:off x="1098804" y="3432810"/>
              <a:ext cx="2443429"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2단계: slide-writer로 문구 작성</a:t>
              </a:r>
            </a:p>
          </p:txBody>
        </p:sp>
        <p:sp>
          <p:nvSpPr>
            <p:cNvPr id="14" name="TextBox 14"/>
            <p:cNvSpPr txBox="1"/>
            <p:nvPr/>
          </p:nvSpPr>
          <p:spPr>
            <a:xfrm>
              <a:off x="1098804" y="3699510"/>
              <a:ext cx="2433501"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3단계: ppt-builder로 PPTX 생성</a:t>
              </a:r>
            </a:p>
          </p:txBody>
        </p:sp>
        <p:sp>
          <p:nvSpPr>
            <p:cNvPr id="15" name="TextBox 15"/>
            <p:cNvSpPr txBox="1"/>
            <p:nvPr/>
          </p:nvSpPr>
          <p:spPr>
            <a:xfrm>
              <a:off x="1098804" y="3966210"/>
              <a:ext cx="2152650"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4단계: ppt-reviewer로 검수</a:t>
              </a:r>
            </a:p>
          </p:txBody>
        </p:sp>
        <p:sp>
          <p:nvSpPr>
            <p:cNvPr id="16" name="TextBox 16"/>
            <p:cNvSpPr txBox="1"/>
            <p:nvPr/>
          </p:nvSpPr>
          <p:spPr>
            <a:xfrm>
              <a:off x="1098804" y="4309110"/>
              <a:ext cx="2879598" cy="234696"/>
            </a:xfrm>
            <a:prstGeom prst="rect">
              <a:avLst/>
            </a:prstGeom>
            <a:noFill/>
            <a:ln>
              <a:noFill/>
            </a:ln>
          </p:spPr>
          <p:txBody>
            <a:bodyPr wrap="none" lIns="0" tIns="0" rIns="0" bIns="0" anchor="t" anchorCtr="0">
              <a:spAutoFit/>
            </a:bodyPr>
            <a:lstStyle/>
            <a:p>
              <a:pPr algn="l"/>
              <a:r>
                <a:rPr lang="ko-KR" sz="1200" dirty="0">
                  <a:solidFill>
                    <a:srgbClr val="A69783"/>
                  </a:solidFill>
                  <a:latin typeface="Pretendard"/>
                  <a:ea typeface="Pretendard"/>
                  <a:cs typeface="Pretendard"/>
                </a:rPr>
                <a:t>각 단계 결과는 artifacts/ 폴더에 저장</a:t>
              </a:r>
            </a:p>
          </p:txBody>
        </p:sp>
      </p:grpSp>
      <p:grpSp>
        <p:nvGrpSpPr>
          <p:cNvPr id="28" name="Group 28"/>
          <p:cNvGrpSpPr/>
          <p:nvPr/>
        </p:nvGrpSpPr>
        <p:grpSpPr>
          <a:xfrm>
            <a:off x="6400800" y="2362200"/>
            <a:ext cx="5181600" cy="2571750"/>
            <a:chOff x="6400800" y="2362200"/>
            <a:chExt cx="5181600" cy="2571750"/>
          </a:xfrm>
        </p:grpSpPr>
        <p:sp>
          <p:nvSpPr>
            <p:cNvPr id="18" name="Rectangle 18"/>
            <p:cNvSpPr/>
            <p:nvPr/>
          </p:nvSpPr>
          <p:spPr>
            <a:xfrm>
              <a:off x="6400800" y="2362200"/>
              <a:ext cx="5181600" cy="2571750"/>
            </a:xfrm>
            <a:prstGeom prst="roundRect">
              <a:avLst>
                <a:gd name="adj" fmla="val 5926"/>
              </a:avLst>
            </a:prstGeom>
            <a:solidFill>
              <a:srgbClr val="FFF8EC"/>
            </a:solidFill>
            <a:ln w="19050">
              <a:solidFill>
                <a:srgbClr val="FF6B35"/>
              </a:solidFill>
            </a:ln>
          </p:spPr>
        </p:sp>
        <p:grpSp>
          <p:nvGrpSpPr>
            <p:cNvPr id="21" name="Group 21"/>
            <p:cNvGrpSpPr/>
            <p:nvPr/>
          </p:nvGrpSpPr>
          <p:grpSpPr>
            <a:xfrm>
              <a:off x="6728817" y="2614017"/>
              <a:ext cx="201215" cy="201215"/>
              <a:chOff x="6728817" y="2614017"/>
              <a:chExt cx="201215" cy="201215"/>
            </a:xfrm>
          </p:grpSpPr>
          <p:sp>
            <p:nvSpPr>
              <p:cNvPr id="19" name="Freeform 19"/>
              <p:cNvSpPr/>
              <p:nvPr/>
            </p:nvSpPr>
            <p:spPr>
              <a:xfrm>
                <a:off x="6736556" y="2621756"/>
                <a:ext cx="185737" cy="185737"/>
              </a:xfrm>
              <a:custGeom>
                <a:avLst/>
                <a:gdLst/>
                <a:ahLst/>
                <a:cxnLst/>
                <a:rect l="l" t="t" r="r" b="b"/>
                <a:pathLst>
                  <a:path w="185737" h="185737">
                    <a:moveTo>
                      <a:pt x="185737" y="92868"/>
                    </a:moveTo>
                    <a:cubicBezTo>
                      <a:pt x="185737" y="144158"/>
                      <a:pt x="144158" y="185737"/>
                      <a:pt x="92868" y="185737"/>
                    </a:cubicBezTo>
                    <a:cubicBezTo>
                      <a:pt x="41579" y="185737"/>
                      <a:pt x="0" y="144158"/>
                      <a:pt x="0" y="92868"/>
                    </a:cubicBezTo>
                    <a:cubicBezTo>
                      <a:pt x="0" y="41579"/>
                      <a:pt x="41579" y="0"/>
                      <a:pt x="92868" y="0"/>
                    </a:cubicBezTo>
                    <a:cubicBezTo>
                      <a:pt x="144158" y="0"/>
                      <a:pt x="185737" y="41579"/>
                      <a:pt x="185737" y="92868"/>
                    </a:cubicBezTo>
                    <a:close/>
                  </a:path>
                </a:pathLst>
              </a:custGeom>
              <a:solidFill>
                <a:srgbClr val="FF6B35">
                  <a:alpha val="20000"/>
                </a:srgbClr>
              </a:solidFill>
              <a:ln>
                <a:noFill/>
              </a:ln>
            </p:spPr>
          </p:sp>
          <p:sp>
            <p:nvSpPr>
              <p:cNvPr id="20" name="Freeform 20"/>
              <p:cNvSpPr/>
              <p:nvPr/>
            </p:nvSpPr>
            <p:spPr>
              <a:xfrm>
                <a:off x="6728817" y="2614017"/>
                <a:ext cx="201215" cy="201215"/>
              </a:xfrm>
              <a:custGeom>
                <a:avLst/>
                <a:gdLst/>
                <a:ahLst/>
                <a:cxnLst/>
                <a:rect l="l" t="t" r="r" b="b"/>
                <a:pathLst>
                  <a:path w="201215" h="201215">
                    <a:moveTo>
                      <a:pt x="144778" y="71915"/>
                    </a:moveTo>
                    <a:cubicBezTo>
                      <a:pt x="146231" y="73366"/>
                      <a:pt x="147048" y="75336"/>
                      <a:pt x="147048" y="77390"/>
                    </a:cubicBezTo>
                    <a:cubicBezTo>
                      <a:pt x="147048" y="79444"/>
                      <a:pt x="146231" y="81414"/>
                      <a:pt x="144778" y="82866"/>
                    </a:cubicBezTo>
                    <a:lnTo>
                      <a:pt x="90605" y="137039"/>
                    </a:lnTo>
                    <a:cubicBezTo>
                      <a:pt x="89153" y="138492"/>
                      <a:pt x="87183" y="139309"/>
                      <a:pt x="85129" y="139309"/>
                    </a:cubicBezTo>
                    <a:cubicBezTo>
                      <a:pt x="83075" y="139309"/>
                      <a:pt x="81106" y="138492"/>
                      <a:pt x="79654" y="137039"/>
                    </a:cubicBezTo>
                    <a:lnTo>
                      <a:pt x="56437" y="113822"/>
                    </a:lnTo>
                    <a:cubicBezTo>
                      <a:pt x="53413" y="110798"/>
                      <a:pt x="53413" y="105895"/>
                      <a:pt x="56437" y="102871"/>
                    </a:cubicBezTo>
                    <a:cubicBezTo>
                      <a:pt x="59461" y="99847"/>
                      <a:pt x="64364" y="99847"/>
                      <a:pt x="67388" y="102871"/>
                    </a:cubicBezTo>
                    <a:lnTo>
                      <a:pt x="85129" y="120622"/>
                    </a:lnTo>
                    <a:lnTo>
                      <a:pt x="133827" y="71915"/>
                    </a:lnTo>
                    <a:cubicBezTo>
                      <a:pt x="135279" y="70462"/>
                      <a:pt x="137248" y="69645"/>
                      <a:pt x="139302" y="69645"/>
                    </a:cubicBezTo>
                    <a:cubicBezTo>
                      <a:pt x="141356" y="69645"/>
                      <a:pt x="143326" y="70462"/>
                      <a:pt x="144778" y="71915"/>
                    </a:cubicBezTo>
                    <a:close/>
                    <a:moveTo>
                      <a:pt x="201215" y="100607"/>
                    </a:moveTo>
                    <a:cubicBezTo>
                      <a:pt x="201215" y="156171"/>
                      <a:pt x="156171" y="201215"/>
                      <a:pt x="100607" y="201215"/>
                    </a:cubicBezTo>
                    <a:cubicBezTo>
                      <a:pt x="45043" y="201215"/>
                      <a:pt x="0" y="156171"/>
                      <a:pt x="0" y="100607"/>
                    </a:cubicBezTo>
                    <a:cubicBezTo>
                      <a:pt x="0" y="45043"/>
                      <a:pt x="45043" y="0"/>
                      <a:pt x="100607" y="0"/>
                    </a:cubicBezTo>
                    <a:cubicBezTo>
                      <a:pt x="156147" y="59"/>
                      <a:pt x="201156" y="45068"/>
                      <a:pt x="201215" y="100607"/>
                    </a:cubicBezTo>
                    <a:close/>
                    <a:moveTo>
                      <a:pt x="185737" y="100607"/>
                    </a:moveTo>
                    <a:cubicBezTo>
                      <a:pt x="185737" y="53592"/>
                      <a:pt x="147623" y="15478"/>
                      <a:pt x="100607" y="15478"/>
                    </a:cubicBezTo>
                    <a:cubicBezTo>
                      <a:pt x="53592" y="15478"/>
                      <a:pt x="15478" y="53592"/>
                      <a:pt x="15478" y="100607"/>
                    </a:cubicBezTo>
                    <a:cubicBezTo>
                      <a:pt x="15478" y="147623"/>
                      <a:pt x="53592" y="185737"/>
                      <a:pt x="100607" y="185737"/>
                    </a:cubicBezTo>
                    <a:cubicBezTo>
                      <a:pt x="147601" y="185683"/>
                      <a:pt x="185683" y="147601"/>
                      <a:pt x="185737" y="100607"/>
                    </a:cubicBezTo>
                    <a:close/>
                  </a:path>
                </a:pathLst>
              </a:custGeom>
              <a:solidFill>
                <a:srgbClr val="FF6B35"/>
              </a:solidFill>
              <a:ln>
                <a:noFill/>
              </a:ln>
            </p:spPr>
          </p:sp>
        </p:grpSp>
        <p:sp>
          <p:nvSpPr>
            <p:cNvPr id="22" name="TextBox 22"/>
            <p:cNvSpPr txBox="1"/>
            <p:nvPr/>
          </p:nvSpPr>
          <p:spPr>
            <a:xfrm>
              <a:off x="7039356" y="2586990"/>
              <a:ext cx="2753430"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재사용 — 세 줄 프롬프트</a:t>
              </a:r>
            </a:p>
          </p:txBody>
        </p:sp>
        <p:sp>
          <p:nvSpPr>
            <p:cNvPr id="23" name="Rectangle 23"/>
            <p:cNvSpPr/>
            <p:nvPr/>
          </p:nvSpPr>
          <p:spPr>
            <a:xfrm>
              <a:off x="6705600" y="3009900"/>
              <a:ext cx="4572000" cy="1676400"/>
            </a:xfrm>
            <a:prstGeom prst="roundRect">
              <a:avLst>
                <a:gd name="adj" fmla="val 5682"/>
              </a:avLst>
            </a:prstGeom>
            <a:solidFill>
              <a:srgbClr val="2B2420"/>
            </a:solidFill>
            <a:ln>
              <a:noFill/>
            </a:ln>
          </p:spPr>
        </p:sp>
        <p:sp>
          <p:nvSpPr>
            <p:cNvPr id="24" name="TextBox 24"/>
            <p:cNvSpPr txBox="1"/>
            <p:nvPr/>
          </p:nvSpPr>
          <p:spPr>
            <a:xfrm>
              <a:off x="6890004" y="3223260"/>
              <a:ext cx="3016910"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projects/2026-10/실적보고서.pdf 원본</a:t>
              </a:r>
            </a:p>
          </p:txBody>
        </p:sp>
        <p:sp>
          <p:nvSpPr>
            <p:cNvPr id="25" name="TextBox 25"/>
            <p:cNvSpPr txBox="1"/>
            <p:nvPr/>
          </p:nvSpPr>
          <p:spPr>
            <a:xfrm>
              <a:off x="6890004" y="3489960"/>
              <a:ext cx="2257654"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지난번과 같은 파이프라인 실행</a:t>
              </a:r>
            </a:p>
          </p:txBody>
        </p:sp>
        <p:sp>
          <p:nvSpPr>
            <p:cNvPr id="26" name="TextBox 26"/>
            <p:cNvSpPr txBox="1"/>
            <p:nvPr/>
          </p:nvSpPr>
          <p:spPr>
            <a:xfrm>
              <a:off x="6890004" y="3756660"/>
              <a:ext cx="2871521" cy="234696"/>
            </a:xfrm>
            <a:prstGeom prst="rect">
              <a:avLst/>
            </a:prstGeom>
            <a:noFill/>
            <a:ln>
              <a:noFill/>
            </a:ln>
          </p:spPr>
          <p:txBody>
            <a:bodyPr wrap="none" lIns="0" tIns="0" rIns="0" bIns="0" anchor="t" anchorCtr="0">
              <a:spAutoFit/>
            </a:bodyPr>
            <a:lstStyle/>
            <a:p>
              <a:pPr algn="l"/>
              <a:r>
                <a:rPr lang="ko-KR" sz="1200" dirty="0">
                  <a:solidFill>
                    <a:srgbClr val="FBF3E7"/>
                  </a:solidFill>
                  <a:latin typeface="Consolas"/>
                  <a:ea typeface="Microsoft YaHei"/>
                  <a:cs typeface="Consolas"/>
                </a:rPr>
                <a:t>결과: outputs/2026-10-report.pptx</a:t>
              </a:r>
            </a:p>
          </p:txBody>
        </p:sp>
        <p:sp>
          <p:nvSpPr>
            <p:cNvPr id="27" name="TextBox 27"/>
            <p:cNvSpPr txBox="1"/>
            <p:nvPr/>
          </p:nvSpPr>
          <p:spPr>
            <a:xfrm>
              <a:off x="6890004" y="4309110"/>
              <a:ext cx="3485388" cy="234696"/>
            </a:xfrm>
            <a:prstGeom prst="rect">
              <a:avLst/>
            </a:prstGeom>
            <a:noFill/>
            <a:ln>
              <a:noFill/>
            </a:ln>
          </p:spPr>
          <p:txBody>
            <a:bodyPr wrap="none" lIns="0" tIns="0" rIns="0" bIns="0" anchor="t" anchorCtr="0">
              <a:spAutoFit/>
            </a:bodyPr>
            <a:lstStyle/>
            <a:p>
              <a:pPr algn="l"/>
              <a:r>
                <a:rPr lang="ko-KR" sz="1200" dirty="0">
                  <a:solidFill>
                    <a:srgbClr val="A69783"/>
                  </a:solidFill>
                  <a:latin typeface="Pretendard"/>
                  <a:ea typeface="Pretendard"/>
                  <a:cs typeface="Pretendard"/>
                </a:rPr>
                <a:t>에이전트는 이미 저장소에 있으니 재생성 불필요</a:t>
              </a:r>
            </a:p>
          </p:txBody>
        </p:sp>
      </p:grpSp>
      <p:grpSp>
        <p:nvGrpSpPr>
          <p:cNvPr id="31" name="Group 31"/>
          <p:cNvGrpSpPr/>
          <p:nvPr/>
        </p:nvGrpSpPr>
        <p:grpSpPr>
          <a:xfrm>
            <a:off x="609600" y="5200650"/>
            <a:ext cx="5181600" cy="571500"/>
            <a:chOff x="609600" y="5200650"/>
            <a:chExt cx="5181600" cy="571500"/>
          </a:xfrm>
        </p:grpSpPr>
        <p:sp>
          <p:nvSpPr>
            <p:cNvPr id="29" name="Rectangle 29"/>
            <p:cNvSpPr/>
            <p:nvPr/>
          </p:nvSpPr>
          <p:spPr>
            <a:xfrm>
              <a:off x="609600" y="5200650"/>
              <a:ext cx="5181600" cy="571500"/>
            </a:xfrm>
            <a:prstGeom prst="roundRect">
              <a:avLst>
                <a:gd name="adj" fmla="val 23333"/>
              </a:avLst>
            </a:prstGeom>
            <a:solidFill>
              <a:srgbClr val="FFF8EC"/>
            </a:solidFill>
            <a:ln w="14288">
              <a:solidFill>
                <a:srgbClr val="2B2420">
                  <a:alpha val="30000"/>
                </a:srgbClr>
              </a:solidFill>
            </a:ln>
          </p:spPr>
        </p:sp>
        <p:sp>
          <p:nvSpPr>
            <p:cNvPr id="30" name="TextBox 30"/>
            <p:cNvSpPr txBox="1"/>
            <p:nvPr/>
          </p:nvSpPr>
          <p:spPr>
            <a:xfrm>
              <a:off x="907542" y="5397818"/>
              <a:ext cx="3066898"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검수 이슈 발견 시 해당 단계만 재실행</a:t>
              </a:r>
            </a:p>
          </p:txBody>
        </p:sp>
      </p:grpSp>
      <p:grpSp>
        <p:nvGrpSpPr>
          <p:cNvPr id="34" name="Group 34"/>
          <p:cNvGrpSpPr/>
          <p:nvPr/>
        </p:nvGrpSpPr>
        <p:grpSpPr>
          <a:xfrm>
            <a:off x="6400800" y="5200650"/>
            <a:ext cx="5181600" cy="571500"/>
            <a:chOff x="6400800" y="5200650"/>
            <a:chExt cx="5181600" cy="571500"/>
          </a:xfrm>
        </p:grpSpPr>
        <p:sp>
          <p:nvSpPr>
            <p:cNvPr id="32" name="Rectangle 32"/>
            <p:cNvSpPr/>
            <p:nvPr/>
          </p:nvSpPr>
          <p:spPr>
            <a:xfrm>
              <a:off x="6400800" y="5200650"/>
              <a:ext cx="5181600" cy="571500"/>
            </a:xfrm>
            <a:prstGeom prst="roundRect">
              <a:avLst>
                <a:gd name="adj" fmla="val 23333"/>
              </a:avLst>
            </a:prstGeom>
            <a:solidFill>
              <a:srgbClr val="FFF8EC"/>
            </a:solidFill>
            <a:ln w="14288">
              <a:solidFill>
                <a:srgbClr val="2B2420">
                  <a:alpha val="30000"/>
                </a:srgbClr>
              </a:solidFill>
            </a:ln>
          </p:spPr>
        </p:sp>
        <p:sp>
          <p:nvSpPr>
            <p:cNvPr id="33" name="TextBox 33"/>
            <p:cNvSpPr txBox="1"/>
            <p:nvPr/>
          </p:nvSpPr>
          <p:spPr>
            <a:xfrm>
              <a:off x="6698742" y="5397818"/>
              <a:ext cx="383928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에이전트는 저장소에 이미 존재, 재생성 불필요</a:t>
              </a:r>
            </a:p>
          </p:txBody>
        </p:sp>
      </p:grpSp>
      <p:grpSp>
        <p:nvGrpSpPr>
          <p:cNvPr id="37" name="Group 37"/>
          <p:cNvGrpSpPr/>
          <p:nvPr/>
        </p:nvGrpSpPr>
        <p:grpSpPr>
          <a:xfrm>
            <a:off x="609600" y="5981700"/>
            <a:ext cx="6667500" cy="400050"/>
            <a:chOff x="609600" y="5981700"/>
            <a:chExt cx="6667500" cy="400050"/>
          </a:xfrm>
        </p:grpSpPr>
        <p:sp>
          <p:nvSpPr>
            <p:cNvPr id="35" name="Rectangle 35"/>
            <p:cNvSpPr/>
            <p:nvPr/>
          </p:nvSpPr>
          <p:spPr>
            <a:xfrm>
              <a:off x="609600" y="5981700"/>
              <a:ext cx="6667500" cy="400050"/>
            </a:xfrm>
            <a:prstGeom prst="roundRect">
              <a:avLst>
                <a:gd name="adj" fmla="val 50000"/>
              </a:avLst>
            </a:prstGeom>
            <a:solidFill>
              <a:srgbClr val="FF6B35">
                <a:alpha val="14000"/>
              </a:srgbClr>
            </a:solidFill>
            <a:ln>
              <a:noFill/>
            </a:ln>
          </p:spPr>
        </p:sp>
        <p:sp>
          <p:nvSpPr>
            <p:cNvPr id="36" name="TextBox 36"/>
            <p:cNvSpPr txBox="1"/>
            <p:nvPr/>
          </p:nvSpPr>
          <p:spPr>
            <a:xfrm>
              <a:off x="888492" y="6083618"/>
              <a:ext cx="4555324" cy="264033"/>
            </a:xfrm>
            <a:prstGeom prst="rect">
              <a:avLst/>
            </a:prstGeom>
            <a:noFill/>
            <a:ln>
              <a:noFill/>
            </a:ln>
          </p:spPr>
          <p:txBody>
            <a:bodyPr wrap="none" lIns="0" tIns="0" rIns="0" bIns="0" anchor="t" anchorCtr="0">
              <a:spAutoFit/>
            </a:bodyPr>
            <a:lstStyle/>
            <a:p>
              <a:pPr algn="l"/>
              <a:r>
                <a:rPr lang="ko-KR" sz="1350" b="1" dirty="0">
                  <a:solidFill>
                    <a:srgbClr val="2B2420"/>
                  </a:solidFill>
                  <a:latin typeface="Pretendard SemiBold"/>
                  <a:ea typeface="Pretendard SemiBold"/>
                  <a:cs typeface="Pretendard SemiBold"/>
                </a:rPr>
                <a:t>에이전트는 이미 저장소에 있어 이름만 부르면 재사용</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11 / 14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302741" cy="1318259"/>
            <a:chOff x="593598" y="669608"/>
            <a:chExt cx="7302741" cy="1318259"/>
          </a:xfrm>
        </p:grpSpPr>
        <p:sp>
          <p:nvSpPr>
            <p:cNvPr id="2" name="TextBox 2"/>
            <p:cNvSpPr txBox="1"/>
            <p:nvPr/>
          </p:nvSpPr>
          <p:spPr>
            <a:xfrm>
              <a:off x="593598" y="669608"/>
              <a:ext cx="5606941"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한글 문서(HWP) 처리 흐름</a:t>
              </a:r>
            </a:p>
          </p:txBody>
        </p:sp>
        <p:sp>
          <p:nvSpPr>
            <p:cNvPr id="3" name="TextBox 3"/>
            <p:cNvSpPr txBox="1"/>
            <p:nvPr/>
          </p:nvSpPr>
          <p:spPr>
            <a:xfrm>
              <a:off x="598170" y="1185862"/>
              <a:ext cx="69940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HWP는 직접 생성하는 스킬이 없어, docx 스킬로</a:t>
              </a:r>
            </a:p>
          </p:txBody>
        </p:sp>
        <p:sp>
          <p:nvSpPr>
            <p:cNvPr id="4" name="TextBox 4"/>
            <p:cNvSpPr txBox="1"/>
            <p:nvPr/>
          </p:nvSpPr>
          <p:spPr>
            <a:xfrm>
              <a:off x="598170" y="1547812"/>
              <a:ext cx="729816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회사 양식을 유지한 뒤 한컴에서 HWP로 저장한다</a:t>
              </a:r>
            </a:p>
          </p:txBody>
        </p:sp>
      </p:grpSp>
      <p:sp>
        <p:nvSpPr>
          <p:cNvPr id="6" name="Freeform 6"/>
          <p:cNvSpPr/>
          <p:nvPr/>
        </p:nvSpPr>
        <p:spPr>
          <a:xfrm>
            <a:off x="95250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7" name="Polygon 7"/>
          <p:cNvSpPr/>
          <p:nvPr/>
        </p:nvSpPr>
        <p:spPr>
          <a:xfrm>
            <a:off x="329565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8" name="Freeform 8"/>
          <p:cNvSpPr/>
          <p:nvPr/>
        </p:nvSpPr>
        <p:spPr>
          <a:xfrm>
            <a:off x="375285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9" name="Polygon 9"/>
          <p:cNvSpPr/>
          <p:nvPr/>
        </p:nvSpPr>
        <p:spPr>
          <a:xfrm>
            <a:off x="609600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sp>
        <p:nvSpPr>
          <p:cNvPr id="10" name="Freeform 10"/>
          <p:cNvSpPr/>
          <p:nvPr/>
        </p:nvSpPr>
        <p:spPr>
          <a:xfrm>
            <a:off x="6553200" y="2482850"/>
            <a:ext cx="2419350" cy="88900"/>
          </a:xfrm>
          <a:custGeom>
            <a:avLst/>
            <a:gdLst/>
            <a:ahLst/>
            <a:cxnLst/>
            <a:rect l="l" t="t" r="r" b="b"/>
            <a:pathLst>
              <a:path w="2419350" h="88900">
                <a:moveTo>
                  <a:pt x="0" y="88900"/>
                </a:moveTo>
                <a:cubicBezTo>
                  <a:pt x="806450" y="0"/>
                  <a:pt x="1612900" y="0"/>
                  <a:pt x="2419350" y="88900"/>
                </a:cubicBezTo>
              </a:path>
            </a:pathLst>
          </a:custGeom>
          <a:noFill/>
          <a:ln w="19050" cap="rnd">
            <a:solidFill>
              <a:srgbClr val="A69783"/>
            </a:solidFill>
          </a:ln>
        </p:spPr>
      </p:sp>
      <p:sp>
        <p:nvSpPr>
          <p:cNvPr id="11" name="Polygon 11"/>
          <p:cNvSpPr/>
          <p:nvPr/>
        </p:nvSpPr>
        <p:spPr>
          <a:xfrm>
            <a:off x="8896350" y="2495550"/>
            <a:ext cx="95250" cy="152400"/>
          </a:xfrm>
          <a:custGeom>
            <a:avLst/>
            <a:gdLst/>
            <a:ahLst/>
            <a:cxnLst/>
            <a:rect l="l" t="t" r="r" b="b"/>
            <a:pathLst>
              <a:path w="95250" h="152400">
                <a:moveTo>
                  <a:pt x="0" y="0"/>
                </a:moveTo>
                <a:lnTo>
                  <a:pt x="95250" y="76200"/>
                </a:lnTo>
                <a:lnTo>
                  <a:pt x="0" y="152400"/>
                </a:lnTo>
                <a:close/>
              </a:path>
            </a:pathLst>
          </a:custGeom>
          <a:solidFill>
            <a:srgbClr val="A69783"/>
          </a:solidFill>
          <a:ln>
            <a:noFill/>
          </a:ln>
        </p:spPr>
      </p:sp>
      <p:grpSp>
        <p:nvGrpSpPr>
          <p:cNvPr id="21" name="Group 21"/>
          <p:cNvGrpSpPr/>
          <p:nvPr/>
        </p:nvGrpSpPr>
        <p:grpSpPr>
          <a:xfrm>
            <a:off x="323850" y="2286000"/>
            <a:ext cx="2857500" cy="2857500"/>
            <a:chOff x="323850" y="2286000"/>
            <a:chExt cx="2857500" cy="2857500"/>
          </a:xfrm>
        </p:grpSpPr>
        <p:sp>
          <p:nvSpPr>
            <p:cNvPr id="12" name="Ellipse 12"/>
            <p:cNvSpPr/>
            <p:nvPr/>
          </p:nvSpPr>
          <p:spPr>
            <a:xfrm>
              <a:off x="323850" y="2286000"/>
              <a:ext cx="571500" cy="571500"/>
            </a:xfrm>
            <a:prstGeom prst="ellipse">
              <a:avLst/>
            </a:prstGeom>
            <a:solidFill>
              <a:srgbClr val="1565C0"/>
            </a:solidFill>
            <a:ln>
              <a:noFill/>
            </a:ln>
          </p:spPr>
        </p:sp>
        <p:sp>
          <p:nvSpPr>
            <p:cNvPr id="13" name="TextBox 13"/>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1</a:t>
              </a:r>
            </a:p>
          </p:txBody>
        </p:sp>
        <p:sp>
          <p:nvSpPr>
            <p:cNvPr id="14" name="Rectangle 14"/>
            <p:cNvSpPr/>
            <p:nvPr/>
          </p:nvSpPr>
          <p:spPr>
            <a:xfrm>
              <a:off x="609600" y="3048000"/>
              <a:ext cx="2571750" cy="2095500"/>
            </a:xfrm>
            <a:prstGeom prst="roundRect">
              <a:avLst>
                <a:gd name="adj" fmla="val 6364"/>
              </a:avLst>
            </a:prstGeom>
            <a:solidFill>
              <a:srgbClr val="FFF8EC"/>
            </a:solidFill>
            <a:ln w="14288">
              <a:solidFill>
                <a:srgbClr val="2B2420">
                  <a:alpha val="30000"/>
                </a:srgbClr>
              </a:solidFill>
            </a:ln>
          </p:spPr>
        </p:sp>
        <p:grpSp>
          <p:nvGrpSpPr>
            <p:cNvPr id="17" name="Group 17"/>
            <p:cNvGrpSpPr/>
            <p:nvPr/>
          </p:nvGrpSpPr>
          <p:grpSpPr>
            <a:xfrm>
              <a:off x="869454" y="3303387"/>
              <a:ext cx="219709" cy="214315"/>
              <a:chOff x="869454" y="3303387"/>
              <a:chExt cx="219709" cy="214315"/>
            </a:xfrm>
          </p:grpSpPr>
          <p:sp>
            <p:nvSpPr>
              <p:cNvPr id="15" name="Freeform 15"/>
              <p:cNvSpPr/>
              <p:nvPr/>
            </p:nvSpPr>
            <p:spPr>
              <a:xfrm>
                <a:off x="1007865" y="3312319"/>
                <a:ext cx="62508" cy="62508"/>
              </a:xfrm>
              <a:custGeom>
                <a:avLst/>
                <a:gdLst/>
                <a:ahLst/>
                <a:cxnLst/>
                <a:rect l="l" t="t" r="r" b="b"/>
                <a:pathLst>
                  <a:path w="62508" h="62508">
                    <a:moveTo>
                      <a:pt x="62508" y="62508"/>
                    </a:moveTo>
                    <a:lnTo>
                      <a:pt x="0" y="62508"/>
                    </a:lnTo>
                    <a:lnTo>
                      <a:pt x="0" y="0"/>
                    </a:lnTo>
                    <a:close/>
                  </a:path>
                </a:pathLst>
              </a:custGeom>
              <a:solidFill>
                <a:srgbClr val="1565C0">
                  <a:alpha val="20000"/>
                </a:srgbClr>
              </a:solidFill>
              <a:ln>
                <a:noFill/>
              </a:ln>
            </p:spPr>
          </p:sp>
          <p:sp>
            <p:nvSpPr>
              <p:cNvPr id="16" name="Freeform 16"/>
              <p:cNvSpPr/>
              <p:nvPr/>
            </p:nvSpPr>
            <p:spPr>
              <a:xfrm>
                <a:off x="869454" y="3303387"/>
                <a:ext cx="219709" cy="214315"/>
              </a:xfrm>
              <a:custGeom>
                <a:avLst/>
                <a:gdLst/>
                <a:ahLst/>
                <a:cxnLst/>
                <a:rect l="l" t="t" r="r" b="b"/>
                <a:pathLst>
                  <a:path w="219709" h="214315">
                    <a:moveTo>
                      <a:pt x="26789" y="133948"/>
                    </a:moveTo>
                    <a:lnTo>
                      <a:pt x="8930" y="133948"/>
                    </a:lnTo>
                    <a:cubicBezTo>
                      <a:pt x="3998" y="133948"/>
                      <a:pt x="0" y="137946"/>
                      <a:pt x="0" y="142877"/>
                    </a:cubicBezTo>
                    <a:lnTo>
                      <a:pt x="0" y="205386"/>
                    </a:lnTo>
                    <a:cubicBezTo>
                      <a:pt x="0" y="210317"/>
                      <a:pt x="3998" y="214315"/>
                      <a:pt x="8930" y="214315"/>
                    </a:cubicBezTo>
                    <a:lnTo>
                      <a:pt x="26789" y="214315"/>
                    </a:lnTo>
                    <a:cubicBezTo>
                      <a:pt x="48982" y="214315"/>
                      <a:pt x="66973" y="196324"/>
                      <a:pt x="66973" y="174132"/>
                    </a:cubicBezTo>
                    <a:cubicBezTo>
                      <a:pt x="66973" y="151939"/>
                      <a:pt x="48982" y="133948"/>
                      <a:pt x="26789" y="133948"/>
                    </a:cubicBezTo>
                    <a:close/>
                    <a:moveTo>
                      <a:pt x="26789" y="196456"/>
                    </a:moveTo>
                    <a:lnTo>
                      <a:pt x="17859" y="196456"/>
                    </a:lnTo>
                    <a:lnTo>
                      <a:pt x="17859" y="151807"/>
                    </a:lnTo>
                    <a:lnTo>
                      <a:pt x="26789" y="151807"/>
                    </a:lnTo>
                    <a:cubicBezTo>
                      <a:pt x="39119" y="151807"/>
                      <a:pt x="49113" y="161802"/>
                      <a:pt x="49113" y="174132"/>
                    </a:cubicBezTo>
                    <a:cubicBezTo>
                      <a:pt x="49113" y="186461"/>
                      <a:pt x="39119" y="196456"/>
                      <a:pt x="26789" y="196456"/>
                    </a:cubicBezTo>
                    <a:close/>
                    <a:moveTo>
                      <a:pt x="216021" y="190975"/>
                    </a:moveTo>
                    <a:cubicBezTo>
                      <a:pt x="219584" y="194384"/>
                      <a:pt x="219709" y="200036"/>
                      <a:pt x="216300" y="203600"/>
                    </a:cubicBezTo>
                    <a:cubicBezTo>
                      <a:pt x="210016" y="210364"/>
                      <a:pt x="201222" y="214240"/>
                      <a:pt x="191989" y="214315"/>
                    </a:cubicBezTo>
                    <a:cubicBezTo>
                      <a:pt x="172288" y="214315"/>
                      <a:pt x="156270" y="196288"/>
                      <a:pt x="156270" y="174132"/>
                    </a:cubicBezTo>
                    <a:cubicBezTo>
                      <a:pt x="156270" y="151975"/>
                      <a:pt x="172288" y="133948"/>
                      <a:pt x="191989" y="133948"/>
                    </a:cubicBezTo>
                    <a:cubicBezTo>
                      <a:pt x="201222" y="134023"/>
                      <a:pt x="210016" y="137899"/>
                      <a:pt x="216300" y="144663"/>
                    </a:cubicBezTo>
                    <a:cubicBezTo>
                      <a:pt x="219633" y="148238"/>
                      <a:pt x="219473" y="153827"/>
                      <a:pt x="215942" y="157205"/>
                    </a:cubicBezTo>
                    <a:cubicBezTo>
                      <a:pt x="212411" y="160583"/>
                      <a:pt x="206820" y="160496"/>
                      <a:pt x="203397" y="157009"/>
                    </a:cubicBezTo>
                    <a:cubicBezTo>
                      <a:pt x="200468" y="153785"/>
                      <a:pt x="196344" y="151905"/>
                      <a:pt x="191989" y="151807"/>
                    </a:cubicBezTo>
                    <a:cubicBezTo>
                      <a:pt x="182144" y="151807"/>
                      <a:pt x="174130" y="161853"/>
                      <a:pt x="174130" y="174132"/>
                    </a:cubicBezTo>
                    <a:cubicBezTo>
                      <a:pt x="174130" y="186410"/>
                      <a:pt x="182144" y="196456"/>
                      <a:pt x="191989" y="196456"/>
                    </a:cubicBezTo>
                    <a:cubicBezTo>
                      <a:pt x="196346" y="196366"/>
                      <a:pt x="200472" y="194484"/>
                      <a:pt x="203397" y="191254"/>
                    </a:cubicBezTo>
                    <a:cubicBezTo>
                      <a:pt x="206806" y="187691"/>
                      <a:pt x="212458" y="187567"/>
                      <a:pt x="216021" y="190975"/>
                    </a:cubicBezTo>
                    <a:close/>
                    <a:moveTo>
                      <a:pt x="111622" y="133948"/>
                    </a:moveTo>
                    <a:cubicBezTo>
                      <a:pt x="91932" y="133948"/>
                      <a:pt x="75903" y="151975"/>
                      <a:pt x="75903" y="174132"/>
                    </a:cubicBezTo>
                    <a:cubicBezTo>
                      <a:pt x="75903" y="196288"/>
                      <a:pt x="91932" y="214315"/>
                      <a:pt x="111622" y="214315"/>
                    </a:cubicBezTo>
                    <a:cubicBezTo>
                      <a:pt x="131312" y="214315"/>
                      <a:pt x="147340" y="196288"/>
                      <a:pt x="147340" y="174132"/>
                    </a:cubicBezTo>
                    <a:cubicBezTo>
                      <a:pt x="147340" y="151975"/>
                      <a:pt x="131312" y="133948"/>
                      <a:pt x="111622" y="133948"/>
                    </a:cubicBezTo>
                    <a:close/>
                    <a:moveTo>
                      <a:pt x="111622" y="196456"/>
                    </a:moveTo>
                    <a:cubicBezTo>
                      <a:pt x="101777" y="196456"/>
                      <a:pt x="93762" y="186410"/>
                      <a:pt x="93762" y="174132"/>
                    </a:cubicBezTo>
                    <a:cubicBezTo>
                      <a:pt x="93762" y="161853"/>
                      <a:pt x="101777" y="151807"/>
                      <a:pt x="111622" y="151807"/>
                    </a:cubicBezTo>
                    <a:cubicBezTo>
                      <a:pt x="121467" y="151807"/>
                      <a:pt x="129481" y="161853"/>
                      <a:pt x="129481" y="174132"/>
                    </a:cubicBezTo>
                    <a:cubicBezTo>
                      <a:pt x="129481" y="186410"/>
                      <a:pt x="121467" y="196456"/>
                      <a:pt x="111622" y="196456"/>
                    </a:cubicBezTo>
                    <a:close/>
                    <a:moveTo>
                      <a:pt x="22324" y="107159"/>
                    </a:moveTo>
                    <a:cubicBezTo>
                      <a:pt x="27256" y="107159"/>
                      <a:pt x="31254" y="103161"/>
                      <a:pt x="31254" y="98229"/>
                    </a:cubicBezTo>
                    <a:lnTo>
                      <a:pt x="31254" y="17861"/>
                    </a:lnTo>
                    <a:lnTo>
                      <a:pt x="129481" y="17861"/>
                    </a:lnTo>
                    <a:lnTo>
                      <a:pt x="129481" y="71440"/>
                    </a:lnTo>
                    <a:cubicBezTo>
                      <a:pt x="129481" y="76371"/>
                      <a:pt x="133479" y="80369"/>
                      <a:pt x="138411" y="80369"/>
                    </a:cubicBezTo>
                    <a:lnTo>
                      <a:pt x="191989" y="80369"/>
                    </a:lnTo>
                    <a:lnTo>
                      <a:pt x="191989" y="98229"/>
                    </a:lnTo>
                    <a:cubicBezTo>
                      <a:pt x="191989" y="103161"/>
                      <a:pt x="195987" y="107159"/>
                      <a:pt x="200919" y="107159"/>
                    </a:cubicBezTo>
                    <a:cubicBezTo>
                      <a:pt x="205851" y="107159"/>
                      <a:pt x="209849" y="103161"/>
                      <a:pt x="209849" y="98229"/>
                    </a:cubicBezTo>
                    <a:lnTo>
                      <a:pt x="209849" y="71440"/>
                    </a:lnTo>
                    <a:cubicBezTo>
                      <a:pt x="209850" y="69071"/>
                      <a:pt x="208911" y="66798"/>
                      <a:pt x="207237" y="65122"/>
                    </a:cubicBezTo>
                    <a:lnTo>
                      <a:pt x="144729" y="2614"/>
                    </a:lnTo>
                    <a:cubicBezTo>
                      <a:pt x="143052" y="940"/>
                      <a:pt x="140780" y="0"/>
                      <a:pt x="138411" y="2"/>
                    </a:cubicBezTo>
                    <a:lnTo>
                      <a:pt x="31254" y="2"/>
                    </a:lnTo>
                    <a:cubicBezTo>
                      <a:pt x="21391" y="2"/>
                      <a:pt x="13395" y="7998"/>
                      <a:pt x="13395" y="17861"/>
                    </a:cubicBezTo>
                    <a:lnTo>
                      <a:pt x="13395" y="98229"/>
                    </a:lnTo>
                    <a:cubicBezTo>
                      <a:pt x="13395" y="103161"/>
                      <a:pt x="17393" y="107159"/>
                      <a:pt x="22324" y="107159"/>
                    </a:cubicBezTo>
                    <a:close/>
                    <a:moveTo>
                      <a:pt x="147340" y="30486"/>
                    </a:moveTo>
                    <a:lnTo>
                      <a:pt x="179365" y="62510"/>
                    </a:lnTo>
                    <a:lnTo>
                      <a:pt x="147340" y="62510"/>
                    </a:lnTo>
                    <a:close/>
                  </a:path>
                </a:pathLst>
              </a:custGeom>
              <a:solidFill>
                <a:srgbClr val="1565C0"/>
              </a:solidFill>
              <a:ln>
                <a:noFill/>
              </a:ln>
            </p:spPr>
          </p:sp>
        </p:grpSp>
        <p:sp>
          <p:nvSpPr>
            <p:cNvPr id="18" name="TextBox 18"/>
            <p:cNvSpPr txBox="1"/>
            <p:nvPr/>
          </p:nvSpPr>
          <p:spPr>
            <a:xfrm>
              <a:off x="829056" y="3710940"/>
              <a:ext cx="1281806"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DOCX 생성</a:t>
              </a:r>
            </a:p>
          </p:txBody>
        </p:sp>
        <p:sp>
          <p:nvSpPr>
            <p:cNvPr id="19" name="TextBox 19"/>
            <p:cNvSpPr txBox="1"/>
            <p:nvPr/>
          </p:nvSpPr>
          <p:spPr>
            <a:xfrm>
              <a:off x="831342" y="4064318"/>
              <a:ext cx="143126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docx 스킬로 회사</a:t>
              </a:r>
            </a:p>
          </p:txBody>
        </p:sp>
        <p:sp>
          <p:nvSpPr>
            <p:cNvPr id="20" name="TextBox 20"/>
            <p:cNvSpPr txBox="1"/>
            <p:nvPr/>
          </p:nvSpPr>
          <p:spPr>
            <a:xfrm>
              <a:off x="831342" y="4292918"/>
              <a:ext cx="163117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양식 유지한 채 생성</a:t>
              </a:r>
            </a:p>
          </p:txBody>
        </p:sp>
      </p:grpSp>
      <p:grpSp>
        <p:nvGrpSpPr>
          <p:cNvPr id="31" name="Group 31"/>
          <p:cNvGrpSpPr/>
          <p:nvPr/>
        </p:nvGrpSpPr>
        <p:grpSpPr>
          <a:xfrm>
            <a:off x="3124200" y="2286000"/>
            <a:ext cx="2857500" cy="2857500"/>
            <a:chOff x="3124200" y="2286000"/>
            <a:chExt cx="2857500" cy="2857500"/>
          </a:xfrm>
        </p:grpSpPr>
        <p:sp>
          <p:nvSpPr>
            <p:cNvPr id="22" name="Ellipse 22"/>
            <p:cNvSpPr/>
            <p:nvPr/>
          </p:nvSpPr>
          <p:spPr>
            <a:xfrm>
              <a:off x="3124200" y="2286000"/>
              <a:ext cx="571500" cy="571500"/>
            </a:xfrm>
            <a:prstGeom prst="ellipse">
              <a:avLst/>
            </a:prstGeom>
            <a:solidFill>
              <a:srgbClr val="1565C0"/>
            </a:solidFill>
            <a:ln>
              <a:noFill/>
            </a:ln>
          </p:spPr>
        </p:sp>
        <p:sp>
          <p:nvSpPr>
            <p:cNvPr id="23" name="TextBox 23"/>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2</a:t>
              </a:r>
            </a:p>
          </p:txBody>
        </p:sp>
        <p:sp>
          <p:nvSpPr>
            <p:cNvPr id="24" name="Rectangle 24"/>
            <p:cNvSpPr/>
            <p:nvPr/>
          </p:nvSpPr>
          <p:spPr>
            <a:xfrm>
              <a:off x="3409950" y="3048000"/>
              <a:ext cx="2571750" cy="2095500"/>
            </a:xfrm>
            <a:prstGeom prst="roundRect">
              <a:avLst>
                <a:gd name="adj" fmla="val 6364"/>
              </a:avLst>
            </a:prstGeom>
            <a:solidFill>
              <a:srgbClr val="FFF8EC"/>
            </a:solidFill>
            <a:ln w="14288">
              <a:solidFill>
                <a:srgbClr val="2B2420">
                  <a:alpha val="30000"/>
                </a:srgbClr>
              </a:solidFill>
            </a:ln>
          </p:spPr>
        </p:sp>
        <p:grpSp>
          <p:nvGrpSpPr>
            <p:cNvPr id="27" name="Group 27"/>
            <p:cNvGrpSpPr/>
            <p:nvPr/>
          </p:nvGrpSpPr>
          <p:grpSpPr>
            <a:xfrm>
              <a:off x="3656409" y="3294459"/>
              <a:ext cx="250032" cy="223243"/>
              <a:chOff x="3656409" y="3294459"/>
              <a:chExt cx="250032" cy="223243"/>
            </a:xfrm>
          </p:grpSpPr>
          <p:sp>
            <p:nvSpPr>
              <p:cNvPr id="25" name="Freeform 25"/>
              <p:cNvSpPr/>
              <p:nvPr/>
            </p:nvSpPr>
            <p:spPr>
              <a:xfrm>
                <a:off x="3665339" y="3419476"/>
                <a:ext cx="232173" cy="89297"/>
              </a:xfrm>
              <a:custGeom>
                <a:avLst/>
                <a:gdLst/>
                <a:ahLst/>
                <a:cxnLst/>
                <a:rect l="l" t="t" r="r" b="b"/>
                <a:pathLst>
                  <a:path w="232173" h="89297">
                    <a:moveTo>
                      <a:pt x="232173" y="8930"/>
                    </a:moveTo>
                    <a:lnTo>
                      <a:pt x="232173" y="80368"/>
                    </a:lnTo>
                    <a:cubicBezTo>
                      <a:pt x="232173" y="85299"/>
                      <a:pt x="228175" y="89297"/>
                      <a:pt x="223243" y="89297"/>
                    </a:cubicBezTo>
                    <a:lnTo>
                      <a:pt x="8930" y="89297"/>
                    </a:lnTo>
                    <a:cubicBezTo>
                      <a:pt x="3998" y="89297"/>
                      <a:pt x="0" y="85299"/>
                      <a:pt x="0" y="80368"/>
                    </a:cubicBezTo>
                    <a:lnTo>
                      <a:pt x="0" y="8930"/>
                    </a:lnTo>
                    <a:cubicBezTo>
                      <a:pt x="0" y="3998"/>
                      <a:pt x="3998" y="0"/>
                      <a:pt x="8930" y="0"/>
                    </a:cubicBezTo>
                    <a:lnTo>
                      <a:pt x="223243" y="0"/>
                    </a:lnTo>
                    <a:cubicBezTo>
                      <a:pt x="228175" y="0"/>
                      <a:pt x="232173" y="3998"/>
                      <a:pt x="232173" y="8930"/>
                    </a:cubicBezTo>
                    <a:close/>
                  </a:path>
                </a:pathLst>
              </a:custGeom>
              <a:solidFill>
                <a:srgbClr val="1565C0">
                  <a:alpha val="20000"/>
                </a:srgbClr>
              </a:solidFill>
              <a:ln>
                <a:noFill/>
              </a:ln>
            </p:spPr>
          </p:sp>
          <p:sp>
            <p:nvSpPr>
              <p:cNvPr id="26" name="Freeform 26"/>
              <p:cNvSpPr/>
              <p:nvPr/>
            </p:nvSpPr>
            <p:spPr>
              <a:xfrm>
                <a:off x="3656409" y="3294459"/>
                <a:ext cx="250032" cy="223243"/>
              </a:xfrm>
              <a:custGeom>
                <a:avLst/>
                <a:gdLst/>
                <a:ahLst/>
                <a:cxnLst/>
                <a:rect l="l" t="t" r="r" b="b"/>
                <a:pathLst>
                  <a:path w="250032" h="223243">
                    <a:moveTo>
                      <a:pt x="250032" y="133946"/>
                    </a:moveTo>
                    <a:lnTo>
                      <a:pt x="250032" y="205384"/>
                    </a:lnTo>
                    <a:cubicBezTo>
                      <a:pt x="250032" y="215247"/>
                      <a:pt x="242036" y="223243"/>
                      <a:pt x="232173" y="223243"/>
                    </a:cubicBezTo>
                    <a:lnTo>
                      <a:pt x="17859" y="223243"/>
                    </a:lnTo>
                    <a:cubicBezTo>
                      <a:pt x="7996" y="223243"/>
                      <a:pt x="0" y="215247"/>
                      <a:pt x="0" y="205384"/>
                    </a:cubicBezTo>
                    <a:lnTo>
                      <a:pt x="0" y="133946"/>
                    </a:lnTo>
                    <a:cubicBezTo>
                      <a:pt x="0" y="124082"/>
                      <a:pt x="7996" y="116086"/>
                      <a:pt x="17859" y="116086"/>
                    </a:cubicBezTo>
                    <a:lnTo>
                      <a:pt x="62508" y="116086"/>
                    </a:lnTo>
                    <a:cubicBezTo>
                      <a:pt x="67440" y="116086"/>
                      <a:pt x="71438" y="120084"/>
                      <a:pt x="71438" y="125016"/>
                    </a:cubicBezTo>
                    <a:cubicBezTo>
                      <a:pt x="71438" y="129948"/>
                      <a:pt x="67440" y="133946"/>
                      <a:pt x="62508" y="133946"/>
                    </a:cubicBezTo>
                    <a:lnTo>
                      <a:pt x="17859" y="133946"/>
                    </a:lnTo>
                    <a:lnTo>
                      <a:pt x="17859" y="205384"/>
                    </a:lnTo>
                    <a:lnTo>
                      <a:pt x="232173" y="205384"/>
                    </a:lnTo>
                    <a:lnTo>
                      <a:pt x="232173" y="133946"/>
                    </a:lnTo>
                    <a:lnTo>
                      <a:pt x="187524" y="133946"/>
                    </a:lnTo>
                    <a:cubicBezTo>
                      <a:pt x="182592" y="133946"/>
                      <a:pt x="178595" y="129948"/>
                      <a:pt x="178595" y="125016"/>
                    </a:cubicBezTo>
                    <a:cubicBezTo>
                      <a:pt x="178595" y="120084"/>
                      <a:pt x="182592" y="116086"/>
                      <a:pt x="187524" y="116086"/>
                    </a:cubicBezTo>
                    <a:lnTo>
                      <a:pt x="232173" y="116086"/>
                    </a:lnTo>
                    <a:cubicBezTo>
                      <a:pt x="242036" y="116086"/>
                      <a:pt x="250032" y="124082"/>
                      <a:pt x="250032" y="133946"/>
                    </a:cubicBezTo>
                    <a:close/>
                    <a:moveTo>
                      <a:pt x="118698" y="131334"/>
                    </a:moveTo>
                    <a:cubicBezTo>
                      <a:pt x="120373" y="133011"/>
                      <a:pt x="122646" y="133953"/>
                      <a:pt x="125016" y="133953"/>
                    </a:cubicBezTo>
                    <a:cubicBezTo>
                      <a:pt x="127386" y="133953"/>
                      <a:pt x="129659" y="133011"/>
                      <a:pt x="131334" y="131334"/>
                    </a:cubicBezTo>
                    <a:lnTo>
                      <a:pt x="184912" y="77756"/>
                    </a:lnTo>
                    <a:cubicBezTo>
                      <a:pt x="188402" y="74266"/>
                      <a:pt x="188402" y="68609"/>
                      <a:pt x="184912" y="65120"/>
                    </a:cubicBezTo>
                    <a:cubicBezTo>
                      <a:pt x="181423" y="61631"/>
                      <a:pt x="175766" y="61631"/>
                      <a:pt x="172277" y="65120"/>
                    </a:cubicBezTo>
                    <a:lnTo>
                      <a:pt x="133946" y="103462"/>
                    </a:lnTo>
                    <a:lnTo>
                      <a:pt x="133946" y="8930"/>
                    </a:lnTo>
                    <a:cubicBezTo>
                      <a:pt x="133946" y="3998"/>
                      <a:pt x="129948" y="0"/>
                      <a:pt x="125016" y="0"/>
                    </a:cubicBezTo>
                    <a:cubicBezTo>
                      <a:pt x="120084" y="0"/>
                      <a:pt x="116086" y="3998"/>
                      <a:pt x="116086" y="8930"/>
                    </a:cubicBezTo>
                    <a:lnTo>
                      <a:pt x="116086" y="103462"/>
                    </a:lnTo>
                    <a:lnTo>
                      <a:pt x="77756" y="65120"/>
                    </a:lnTo>
                    <a:cubicBezTo>
                      <a:pt x="74266" y="61631"/>
                      <a:pt x="68609" y="61631"/>
                      <a:pt x="65120" y="65120"/>
                    </a:cubicBezTo>
                    <a:cubicBezTo>
                      <a:pt x="61631" y="68609"/>
                      <a:pt x="61631" y="74266"/>
                      <a:pt x="65120" y="77756"/>
                    </a:cubicBezTo>
                    <a:close/>
                    <a:moveTo>
                      <a:pt x="205384" y="169665"/>
                    </a:moveTo>
                    <a:cubicBezTo>
                      <a:pt x="205384" y="162267"/>
                      <a:pt x="199387" y="156270"/>
                      <a:pt x="191989" y="156270"/>
                    </a:cubicBezTo>
                    <a:cubicBezTo>
                      <a:pt x="184591" y="156270"/>
                      <a:pt x="178595" y="162267"/>
                      <a:pt x="178595" y="169665"/>
                    </a:cubicBezTo>
                    <a:cubicBezTo>
                      <a:pt x="178595" y="177062"/>
                      <a:pt x="184591" y="183059"/>
                      <a:pt x="191989" y="183059"/>
                    </a:cubicBezTo>
                    <a:cubicBezTo>
                      <a:pt x="199387" y="183059"/>
                      <a:pt x="205384" y="177062"/>
                      <a:pt x="205384" y="169665"/>
                    </a:cubicBezTo>
                    <a:close/>
                  </a:path>
                </a:pathLst>
              </a:custGeom>
              <a:solidFill>
                <a:srgbClr val="1565C0"/>
              </a:solidFill>
              <a:ln>
                <a:noFill/>
              </a:ln>
            </p:spPr>
          </p:sp>
        </p:grpSp>
        <p:sp>
          <p:nvSpPr>
            <p:cNvPr id="28" name="TextBox 28"/>
            <p:cNvSpPr txBox="1"/>
            <p:nvPr/>
          </p:nvSpPr>
          <p:spPr>
            <a:xfrm>
              <a:off x="3629406" y="3710940"/>
              <a:ext cx="1621208"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파일 다운로드</a:t>
              </a:r>
            </a:p>
          </p:txBody>
        </p:sp>
        <p:sp>
          <p:nvSpPr>
            <p:cNvPr id="29" name="TextBox 29"/>
            <p:cNvSpPr txBox="1"/>
            <p:nvPr/>
          </p:nvSpPr>
          <p:spPr>
            <a:xfrm>
              <a:off x="3631692" y="4064318"/>
              <a:ext cx="1108253"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완성된 DOCX</a:t>
              </a:r>
            </a:p>
          </p:txBody>
        </p:sp>
        <p:sp>
          <p:nvSpPr>
            <p:cNvPr id="30" name="TextBox 30"/>
            <p:cNvSpPr txBox="1"/>
            <p:nvPr/>
          </p:nvSpPr>
          <p:spPr>
            <a:xfrm>
              <a:off x="3631692" y="4292918"/>
              <a:ext cx="1158659"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파일 다운로드</a:t>
              </a:r>
            </a:p>
          </p:txBody>
        </p:sp>
      </p:grpSp>
      <p:grpSp>
        <p:nvGrpSpPr>
          <p:cNvPr id="41" name="Group 41"/>
          <p:cNvGrpSpPr/>
          <p:nvPr/>
        </p:nvGrpSpPr>
        <p:grpSpPr>
          <a:xfrm>
            <a:off x="5924550" y="2286000"/>
            <a:ext cx="2889710" cy="2857500"/>
            <a:chOff x="5924550" y="2286000"/>
            <a:chExt cx="2889710" cy="2857500"/>
          </a:xfrm>
        </p:grpSpPr>
        <p:sp>
          <p:nvSpPr>
            <p:cNvPr id="32" name="Ellipse 32"/>
            <p:cNvSpPr/>
            <p:nvPr/>
          </p:nvSpPr>
          <p:spPr>
            <a:xfrm>
              <a:off x="5924550" y="2286000"/>
              <a:ext cx="571500" cy="571500"/>
            </a:xfrm>
            <a:prstGeom prst="ellipse">
              <a:avLst/>
            </a:prstGeom>
            <a:solidFill>
              <a:srgbClr val="1565C0"/>
            </a:solidFill>
            <a:ln>
              <a:noFill/>
            </a:ln>
          </p:spPr>
        </p:sp>
        <p:sp>
          <p:nvSpPr>
            <p:cNvPr id="33" name="TextBox 33"/>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3</a:t>
              </a:r>
            </a:p>
          </p:txBody>
        </p:sp>
        <p:sp>
          <p:nvSpPr>
            <p:cNvPr id="34" name="Rectangle 34"/>
            <p:cNvSpPr/>
            <p:nvPr/>
          </p:nvSpPr>
          <p:spPr>
            <a:xfrm>
              <a:off x="6210300" y="3048000"/>
              <a:ext cx="2571750" cy="2095500"/>
            </a:xfrm>
            <a:prstGeom prst="roundRect">
              <a:avLst>
                <a:gd name="adj" fmla="val 6364"/>
              </a:avLst>
            </a:prstGeom>
            <a:solidFill>
              <a:srgbClr val="FFF8EC"/>
            </a:solidFill>
            <a:ln w="14288">
              <a:solidFill>
                <a:srgbClr val="2B2420">
                  <a:alpha val="30000"/>
                </a:srgbClr>
              </a:solidFill>
            </a:ln>
          </p:spPr>
        </p:sp>
        <p:grpSp>
          <p:nvGrpSpPr>
            <p:cNvPr id="37" name="Group 37"/>
            <p:cNvGrpSpPr/>
            <p:nvPr/>
          </p:nvGrpSpPr>
          <p:grpSpPr>
            <a:xfrm>
              <a:off x="6483549" y="3303387"/>
              <a:ext cx="196456" cy="232175"/>
              <a:chOff x="6483549" y="3303387"/>
              <a:chExt cx="196456" cy="232175"/>
            </a:xfrm>
          </p:grpSpPr>
          <p:sp>
            <p:nvSpPr>
              <p:cNvPr id="35" name="Freeform 35"/>
              <p:cNvSpPr/>
              <p:nvPr/>
            </p:nvSpPr>
            <p:spPr>
              <a:xfrm>
                <a:off x="6608565" y="3312319"/>
                <a:ext cx="62508" cy="62508"/>
              </a:xfrm>
              <a:custGeom>
                <a:avLst/>
                <a:gdLst/>
                <a:ahLst/>
                <a:cxnLst/>
                <a:rect l="l" t="t" r="r" b="b"/>
                <a:pathLst>
                  <a:path w="62508" h="62508">
                    <a:moveTo>
                      <a:pt x="62508" y="62508"/>
                    </a:moveTo>
                    <a:lnTo>
                      <a:pt x="0" y="62508"/>
                    </a:lnTo>
                    <a:lnTo>
                      <a:pt x="0" y="0"/>
                    </a:lnTo>
                    <a:close/>
                  </a:path>
                </a:pathLst>
              </a:custGeom>
              <a:solidFill>
                <a:srgbClr val="1565C0">
                  <a:alpha val="20000"/>
                </a:srgbClr>
              </a:solidFill>
              <a:ln>
                <a:noFill/>
              </a:ln>
            </p:spPr>
          </p:sp>
          <p:sp>
            <p:nvSpPr>
              <p:cNvPr id="36" name="Freeform 36"/>
              <p:cNvSpPr/>
              <p:nvPr/>
            </p:nvSpPr>
            <p:spPr>
              <a:xfrm>
                <a:off x="6483549" y="3303387"/>
                <a:ext cx="196456" cy="232175"/>
              </a:xfrm>
              <a:custGeom>
                <a:avLst/>
                <a:gdLst/>
                <a:ahLst/>
                <a:cxnLst/>
                <a:rect l="l" t="t" r="r" b="b"/>
                <a:pathLst>
                  <a:path w="196456" h="232175">
                    <a:moveTo>
                      <a:pt x="193842" y="65122"/>
                    </a:moveTo>
                    <a:lnTo>
                      <a:pt x="131334" y="2614"/>
                    </a:lnTo>
                    <a:cubicBezTo>
                      <a:pt x="129658" y="940"/>
                      <a:pt x="127385" y="0"/>
                      <a:pt x="125016" y="2"/>
                    </a:cubicBezTo>
                    <a:lnTo>
                      <a:pt x="17859" y="2"/>
                    </a:lnTo>
                    <a:cubicBezTo>
                      <a:pt x="7996" y="2"/>
                      <a:pt x="0" y="7998"/>
                      <a:pt x="0" y="17861"/>
                    </a:cubicBezTo>
                    <a:lnTo>
                      <a:pt x="0" y="214315"/>
                    </a:lnTo>
                    <a:cubicBezTo>
                      <a:pt x="0" y="224179"/>
                      <a:pt x="7996" y="232175"/>
                      <a:pt x="17859" y="232175"/>
                    </a:cubicBezTo>
                    <a:lnTo>
                      <a:pt x="178595" y="232175"/>
                    </a:lnTo>
                    <a:cubicBezTo>
                      <a:pt x="188458" y="232175"/>
                      <a:pt x="196454" y="224179"/>
                      <a:pt x="196454" y="214315"/>
                    </a:cubicBezTo>
                    <a:lnTo>
                      <a:pt x="196454" y="71440"/>
                    </a:lnTo>
                    <a:cubicBezTo>
                      <a:pt x="196456" y="69071"/>
                      <a:pt x="195516" y="66798"/>
                      <a:pt x="193842" y="65122"/>
                    </a:cubicBezTo>
                    <a:close/>
                    <a:moveTo>
                      <a:pt x="133946" y="30486"/>
                    </a:moveTo>
                    <a:lnTo>
                      <a:pt x="165970" y="62510"/>
                    </a:lnTo>
                    <a:lnTo>
                      <a:pt x="133946" y="62510"/>
                    </a:lnTo>
                    <a:close/>
                    <a:moveTo>
                      <a:pt x="178595" y="214315"/>
                    </a:moveTo>
                    <a:lnTo>
                      <a:pt x="17859" y="214315"/>
                    </a:lnTo>
                    <a:lnTo>
                      <a:pt x="17859" y="17861"/>
                    </a:lnTo>
                    <a:lnTo>
                      <a:pt x="116086" y="17861"/>
                    </a:lnTo>
                    <a:lnTo>
                      <a:pt x="116086" y="71440"/>
                    </a:lnTo>
                    <a:cubicBezTo>
                      <a:pt x="116086" y="76371"/>
                      <a:pt x="120084" y="80369"/>
                      <a:pt x="125016" y="80369"/>
                    </a:cubicBezTo>
                    <a:lnTo>
                      <a:pt x="178595" y="80369"/>
                    </a:lnTo>
                    <a:lnTo>
                      <a:pt x="178595" y="214315"/>
                    </a:lnTo>
                    <a:close/>
                    <a:moveTo>
                      <a:pt x="142876" y="125018"/>
                    </a:moveTo>
                    <a:cubicBezTo>
                      <a:pt x="142876" y="129950"/>
                      <a:pt x="138878" y="133948"/>
                      <a:pt x="133946" y="133948"/>
                    </a:cubicBezTo>
                    <a:lnTo>
                      <a:pt x="62508" y="133948"/>
                    </a:lnTo>
                    <a:cubicBezTo>
                      <a:pt x="57576" y="133948"/>
                      <a:pt x="53578" y="129950"/>
                      <a:pt x="53578" y="125018"/>
                    </a:cubicBezTo>
                    <a:cubicBezTo>
                      <a:pt x="53578" y="120086"/>
                      <a:pt x="57576" y="116088"/>
                      <a:pt x="62508" y="116088"/>
                    </a:cubicBezTo>
                    <a:lnTo>
                      <a:pt x="133946" y="116088"/>
                    </a:lnTo>
                    <a:cubicBezTo>
                      <a:pt x="138878" y="116088"/>
                      <a:pt x="142876" y="120086"/>
                      <a:pt x="142876" y="125018"/>
                    </a:cubicBezTo>
                    <a:close/>
                    <a:moveTo>
                      <a:pt x="142876" y="160737"/>
                    </a:moveTo>
                    <a:cubicBezTo>
                      <a:pt x="142876" y="165669"/>
                      <a:pt x="138878" y="169667"/>
                      <a:pt x="133946" y="169667"/>
                    </a:cubicBezTo>
                    <a:lnTo>
                      <a:pt x="62508" y="169667"/>
                    </a:lnTo>
                    <a:cubicBezTo>
                      <a:pt x="57576" y="169667"/>
                      <a:pt x="53578" y="165669"/>
                      <a:pt x="53578" y="160737"/>
                    </a:cubicBezTo>
                    <a:cubicBezTo>
                      <a:pt x="53578" y="155805"/>
                      <a:pt x="57576" y="151807"/>
                      <a:pt x="62508" y="151807"/>
                    </a:cubicBezTo>
                    <a:lnTo>
                      <a:pt x="133946" y="151807"/>
                    </a:lnTo>
                    <a:cubicBezTo>
                      <a:pt x="138878" y="151807"/>
                      <a:pt x="142876" y="155805"/>
                      <a:pt x="142876" y="160737"/>
                    </a:cubicBezTo>
                    <a:close/>
                  </a:path>
                </a:pathLst>
              </a:custGeom>
              <a:solidFill>
                <a:srgbClr val="1565C0"/>
              </a:solidFill>
              <a:ln>
                <a:noFill/>
              </a:ln>
            </p:spPr>
          </p:sp>
        </p:grpSp>
        <p:sp>
          <p:nvSpPr>
            <p:cNvPr id="38" name="TextBox 38"/>
            <p:cNvSpPr txBox="1"/>
            <p:nvPr/>
          </p:nvSpPr>
          <p:spPr>
            <a:xfrm>
              <a:off x="6429756" y="3710940"/>
              <a:ext cx="2384504"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한컴오피스에서 열기</a:t>
              </a:r>
            </a:p>
          </p:txBody>
        </p:sp>
        <p:sp>
          <p:nvSpPr>
            <p:cNvPr id="39" name="TextBox 39"/>
            <p:cNvSpPr txBox="1"/>
            <p:nvPr/>
          </p:nvSpPr>
          <p:spPr>
            <a:xfrm>
              <a:off x="6432042" y="4064318"/>
              <a:ext cx="1522133"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다운로드한 파일을</a:t>
              </a:r>
            </a:p>
          </p:txBody>
        </p:sp>
        <p:sp>
          <p:nvSpPr>
            <p:cNvPr id="40" name="TextBox 40"/>
            <p:cNvSpPr txBox="1"/>
            <p:nvPr/>
          </p:nvSpPr>
          <p:spPr>
            <a:xfrm>
              <a:off x="6432042" y="4292918"/>
              <a:ext cx="1158659"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한컴에서 열기</a:t>
              </a:r>
            </a:p>
          </p:txBody>
        </p:sp>
      </p:grpSp>
      <p:grpSp>
        <p:nvGrpSpPr>
          <p:cNvPr id="51" name="Group 51"/>
          <p:cNvGrpSpPr/>
          <p:nvPr/>
        </p:nvGrpSpPr>
        <p:grpSpPr>
          <a:xfrm>
            <a:off x="8724900" y="2286000"/>
            <a:ext cx="2857500" cy="2857500"/>
            <a:chOff x="8724900" y="2286000"/>
            <a:chExt cx="2857500" cy="2857500"/>
          </a:xfrm>
        </p:grpSpPr>
        <p:sp>
          <p:nvSpPr>
            <p:cNvPr id="42" name="Ellipse 42"/>
            <p:cNvSpPr/>
            <p:nvPr/>
          </p:nvSpPr>
          <p:spPr>
            <a:xfrm>
              <a:off x="8724900" y="2286000"/>
              <a:ext cx="571500" cy="571500"/>
            </a:xfrm>
            <a:prstGeom prst="ellipse">
              <a:avLst/>
            </a:prstGeom>
            <a:solidFill>
              <a:srgbClr val="FF6B35"/>
            </a:solidFill>
            <a:ln>
              <a:noFill/>
            </a:ln>
          </p:spPr>
        </p:sp>
        <p:sp>
          <p:nvSpPr>
            <p:cNvPr id="43" name="TextBox 43"/>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8EC"/>
                  </a:solidFill>
                  <a:latin typeface="Pretendard ExtraBold"/>
                  <a:ea typeface="Pretendard ExtraBold"/>
                  <a:cs typeface="Pretendard ExtraBold"/>
                </a:rPr>
                <a:t>4</a:t>
              </a:r>
            </a:p>
          </p:txBody>
        </p:sp>
        <p:sp>
          <p:nvSpPr>
            <p:cNvPr id="44" name="Rectangle 44"/>
            <p:cNvSpPr/>
            <p:nvPr/>
          </p:nvSpPr>
          <p:spPr>
            <a:xfrm>
              <a:off x="9010650" y="3048000"/>
              <a:ext cx="2571750" cy="2095500"/>
            </a:xfrm>
            <a:prstGeom prst="roundRect">
              <a:avLst>
                <a:gd name="adj" fmla="val 6364"/>
              </a:avLst>
            </a:prstGeom>
            <a:solidFill>
              <a:srgbClr val="FFF8EC"/>
            </a:solidFill>
            <a:ln w="19050">
              <a:solidFill>
                <a:srgbClr val="FF6B35"/>
              </a:solidFill>
            </a:ln>
          </p:spPr>
        </p:sp>
        <p:grpSp>
          <p:nvGrpSpPr>
            <p:cNvPr id="47" name="Group 47"/>
            <p:cNvGrpSpPr/>
            <p:nvPr/>
          </p:nvGrpSpPr>
          <p:grpSpPr>
            <a:xfrm>
              <a:off x="9266039" y="3303389"/>
              <a:ext cx="232173" cy="232173"/>
              <a:chOff x="9266039" y="3303389"/>
              <a:chExt cx="232173" cy="232173"/>
            </a:xfrm>
          </p:grpSpPr>
          <p:sp>
            <p:nvSpPr>
              <p:cNvPr id="45" name="Freeform 45"/>
              <p:cNvSpPr/>
              <p:nvPr/>
            </p:nvSpPr>
            <p:spPr>
              <a:xfrm>
                <a:off x="9274969" y="3312319"/>
                <a:ext cx="214313" cy="214313"/>
              </a:xfrm>
              <a:custGeom>
                <a:avLst/>
                <a:gdLst/>
                <a:ahLst/>
                <a:cxnLst/>
                <a:rect l="l" t="t" r="r" b="b"/>
                <a:pathLst>
                  <a:path w="214313" h="214313">
                    <a:moveTo>
                      <a:pt x="214313" y="107157"/>
                    </a:moveTo>
                    <a:cubicBezTo>
                      <a:pt x="214313" y="166338"/>
                      <a:pt x="166338" y="214313"/>
                      <a:pt x="107157" y="214313"/>
                    </a:cubicBezTo>
                    <a:cubicBezTo>
                      <a:pt x="47976" y="214313"/>
                      <a:pt x="0" y="166338"/>
                      <a:pt x="0" y="107157"/>
                    </a:cubicBezTo>
                    <a:cubicBezTo>
                      <a:pt x="0" y="47976"/>
                      <a:pt x="47976" y="0"/>
                      <a:pt x="107157" y="0"/>
                    </a:cubicBezTo>
                    <a:cubicBezTo>
                      <a:pt x="166338" y="0"/>
                      <a:pt x="214313" y="47976"/>
                      <a:pt x="214313" y="107157"/>
                    </a:cubicBezTo>
                    <a:close/>
                  </a:path>
                </a:pathLst>
              </a:custGeom>
              <a:solidFill>
                <a:srgbClr val="FF6B35">
                  <a:alpha val="20000"/>
                </a:srgbClr>
              </a:solidFill>
              <a:ln>
                <a:noFill/>
              </a:ln>
            </p:spPr>
          </p:sp>
          <p:sp>
            <p:nvSpPr>
              <p:cNvPr id="46" name="Freeform 46"/>
              <p:cNvSpPr/>
              <p:nvPr/>
            </p:nvSpPr>
            <p:spPr>
              <a:xfrm>
                <a:off x="9266039" y="3303389"/>
                <a:ext cx="232173" cy="232173"/>
              </a:xfrm>
              <a:custGeom>
                <a:avLst/>
                <a:gdLst/>
                <a:ahLst/>
                <a:cxnLst/>
                <a:rect l="l" t="t" r="r" b="b"/>
                <a:pathLst>
                  <a:path w="232173" h="232173">
                    <a:moveTo>
                      <a:pt x="167053" y="82979"/>
                    </a:moveTo>
                    <a:cubicBezTo>
                      <a:pt x="168730" y="84654"/>
                      <a:pt x="169672" y="86927"/>
                      <a:pt x="169672" y="89297"/>
                    </a:cubicBezTo>
                    <a:cubicBezTo>
                      <a:pt x="169672" y="91667"/>
                      <a:pt x="168730" y="93940"/>
                      <a:pt x="167053" y="95615"/>
                    </a:cubicBezTo>
                    <a:lnTo>
                      <a:pt x="104545" y="158123"/>
                    </a:lnTo>
                    <a:cubicBezTo>
                      <a:pt x="102870" y="159800"/>
                      <a:pt x="100597" y="160742"/>
                      <a:pt x="98227" y="160742"/>
                    </a:cubicBezTo>
                    <a:cubicBezTo>
                      <a:pt x="95857" y="160742"/>
                      <a:pt x="93584" y="159800"/>
                      <a:pt x="91909" y="158123"/>
                    </a:cubicBezTo>
                    <a:lnTo>
                      <a:pt x="65120" y="131334"/>
                    </a:lnTo>
                    <a:cubicBezTo>
                      <a:pt x="61631" y="127845"/>
                      <a:pt x="61631" y="122188"/>
                      <a:pt x="65120" y="118698"/>
                    </a:cubicBezTo>
                    <a:cubicBezTo>
                      <a:pt x="68609" y="115209"/>
                      <a:pt x="74266" y="115209"/>
                      <a:pt x="77756" y="118698"/>
                    </a:cubicBezTo>
                    <a:lnTo>
                      <a:pt x="98227" y="139181"/>
                    </a:lnTo>
                    <a:lnTo>
                      <a:pt x="154417" y="82979"/>
                    </a:lnTo>
                    <a:cubicBezTo>
                      <a:pt x="156092" y="81303"/>
                      <a:pt x="158365" y="80361"/>
                      <a:pt x="160735" y="80361"/>
                    </a:cubicBezTo>
                    <a:cubicBezTo>
                      <a:pt x="163105" y="80361"/>
                      <a:pt x="165378" y="81303"/>
                      <a:pt x="167053" y="82979"/>
                    </a:cubicBezTo>
                    <a:close/>
                    <a:moveTo>
                      <a:pt x="232173" y="116086"/>
                    </a:moveTo>
                    <a:cubicBezTo>
                      <a:pt x="232173" y="180199"/>
                      <a:pt x="180199" y="232173"/>
                      <a:pt x="116086" y="232173"/>
                    </a:cubicBezTo>
                    <a:cubicBezTo>
                      <a:pt x="51974" y="232173"/>
                      <a:pt x="0" y="180199"/>
                      <a:pt x="0" y="116086"/>
                    </a:cubicBezTo>
                    <a:cubicBezTo>
                      <a:pt x="0" y="51974"/>
                      <a:pt x="51974" y="0"/>
                      <a:pt x="116086" y="0"/>
                    </a:cubicBezTo>
                    <a:cubicBezTo>
                      <a:pt x="180171" y="68"/>
                      <a:pt x="232105" y="52002"/>
                      <a:pt x="232173" y="116086"/>
                    </a:cubicBezTo>
                    <a:close/>
                    <a:moveTo>
                      <a:pt x="214313" y="116086"/>
                    </a:moveTo>
                    <a:cubicBezTo>
                      <a:pt x="214313" y="61837"/>
                      <a:pt x="170336" y="17859"/>
                      <a:pt x="116086" y="17859"/>
                    </a:cubicBezTo>
                    <a:cubicBezTo>
                      <a:pt x="61837" y="17859"/>
                      <a:pt x="17859" y="61837"/>
                      <a:pt x="17859" y="116086"/>
                    </a:cubicBezTo>
                    <a:cubicBezTo>
                      <a:pt x="17859" y="170336"/>
                      <a:pt x="61837" y="214313"/>
                      <a:pt x="116086" y="214313"/>
                    </a:cubicBezTo>
                    <a:cubicBezTo>
                      <a:pt x="170310" y="214252"/>
                      <a:pt x="214252" y="170310"/>
                      <a:pt x="214313" y="116086"/>
                    </a:cubicBezTo>
                    <a:close/>
                  </a:path>
                </a:pathLst>
              </a:custGeom>
              <a:solidFill>
                <a:srgbClr val="FF6B35"/>
              </a:solidFill>
              <a:ln>
                <a:noFill/>
              </a:ln>
            </p:spPr>
          </p:sp>
        </p:grpSp>
        <p:sp>
          <p:nvSpPr>
            <p:cNvPr id="48" name="TextBox 48"/>
            <p:cNvSpPr txBox="1"/>
            <p:nvPr/>
          </p:nvSpPr>
          <p:spPr>
            <a:xfrm>
              <a:off x="9230106" y="3710940"/>
              <a:ext cx="1402781"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HWP로 저장</a:t>
              </a:r>
            </a:p>
          </p:txBody>
        </p:sp>
        <p:sp>
          <p:nvSpPr>
            <p:cNvPr id="49" name="TextBox 49"/>
            <p:cNvSpPr txBox="1"/>
            <p:nvPr/>
          </p:nvSpPr>
          <p:spPr>
            <a:xfrm>
              <a:off x="9232392" y="4064318"/>
              <a:ext cx="1576654"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다른 이름으로 저장</a:t>
              </a:r>
            </a:p>
          </p:txBody>
        </p:sp>
        <p:sp>
          <p:nvSpPr>
            <p:cNvPr id="50" name="TextBox 50"/>
            <p:cNvSpPr txBox="1"/>
            <p:nvPr/>
          </p:nvSpPr>
          <p:spPr>
            <a:xfrm>
              <a:off x="9232392" y="4292918"/>
              <a:ext cx="1847545"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한글 문서(HWP) 선택</a:t>
              </a:r>
            </a:p>
          </p:txBody>
        </p:sp>
      </p:grpSp>
      <p:grpSp>
        <p:nvGrpSpPr>
          <p:cNvPr id="54" name="Group 54"/>
          <p:cNvGrpSpPr/>
          <p:nvPr/>
        </p:nvGrpSpPr>
        <p:grpSpPr>
          <a:xfrm>
            <a:off x="609600" y="5715000"/>
            <a:ext cx="7810500" cy="400050"/>
            <a:chOff x="609600" y="5715000"/>
            <a:chExt cx="7810500" cy="400050"/>
          </a:xfrm>
        </p:grpSpPr>
        <p:sp>
          <p:nvSpPr>
            <p:cNvPr id="52" name="Rectangle 52"/>
            <p:cNvSpPr/>
            <p:nvPr/>
          </p:nvSpPr>
          <p:spPr>
            <a:xfrm>
              <a:off x="609600" y="5715000"/>
              <a:ext cx="7810500" cy="400050"/>
            </a:xfrm>
            <a:prstGeom prst="roundRect">
              <a:avLst>
                <a:gd name="adj" fmla="val 50000"/>
              </a:avLst>
            </a:prstGeom>
            <a:solidFill>
              <a:srgbClr val="FFF8EC"/>
            </a:solidFill>
            <a:ln w="14288">
              <a:solidFill>
                <a:srgbClr val="2B2420">
                  <a:alpha val="30000"/>
                </a:srgbClr>
              </a:solidFill>
            </a:ln>
          </p:spPr>
        </p:sp>
        <p:sp>
          <p:nvSpPr>
            <p:cNvPr id="53" name="TextBox 53"/>
            <p:cNvSpPr txBox="1"/>
            <p:nvPr/>
          </p:nvSpPr>
          <p:spPr>
            <a:xfrm>
              <a:off x="888492" y="5816918"/>
              <a:ext cx="5486400" cy="264033"/>
            </a:xfrm>
            <a:prstGeom prst="rect">
              <a:avLst/>
            </a:prstGeom>
            <a:noFill/>
            <a:ln>
              <a:noFill/>
            </a:ln>
          </p:spPr>
          <p:txBody>
            <a:bodyPr wrap="none" lIns="0" tIns="0" rIns="0" bIns="0" anchor="t" anchorCtr="0">
              <a:spAutoFit/>
            </a:bodyPr>
            <a:lstStyle/>
            <a:p>
              <a:pPr algn="l"/>
              <a:r>
                <a:rPr lang="ko-KR" sz="1350" dirty="0">
                  <a:solidFill>
                    <a:srgbClr val="6B5D4F"/>
                  </a:solidFill>
                  <a:latin typeface="Pretendard"/>
                  <a:ea typeface="Pretendard"/>
                  <a:cs typeface="Pretendard"/>
                </a:rPr>
                <a:t>DOCX-HWP 서식은 완벽히 유지되지 않을 수 있어 직접 확인 필요</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12 / 14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3E7"/>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23681" cy="1318259"/>
            <a:chOff x="593598" y="669608"/>
            <a:chExt cx="8423681" cy="1318259"/>
          </a:xfrm>
        </p:grpSpPr>
        <p:sp>
          <p:nvSpPr>
            <p:cNvPr id="2" name="TextBox 2"/>
            <p:cNvSpPr txBox="1"/>
            <p:nvPr/>
          </p:nvSpPr>
          <p:spPr>
            <a:xfrm>
              <a:off x="593598" y="669608"/>
              <a:ext cx="4440035" cy="616077"/>
            </a:xfrm>
            <a:prstGeom prst="rect">
              <a:avLst/>
            </a:prstGeom>
            <a:noFill/>
            <a:ln>
              <a:noFill/>
            </a:ln>
          </p:spPr>
          <p:txBody>
            <a:bodyPr wrap="none" lIns="0" tIns="0" rIns="0" bIns="0" anchor="t" anchorCtr="0">
              <a:spAutoFit/>
            </a:bodyPr>
            <a:lstStyle/>
            <a:p>
              <a:pPr algn="l"/>
              <a:r>
                <a:rPr lang="ko-KR" sz="3150" b="1" dirty="0">
                  <a:solidFill>
                    <a:srgbClr val="2B2420"/>
                  </a:solidFill>
                  <a:latin typeface="Pretendard ExtraBold"/>
                  <a:ea typeface="Pretendard ExtraBold"/>
                  <a:cs typeface="Pretendard ExtraBold"/>
                </a:rPr>
                <a:t>매번 사람이 확인할 것</a:t>
              </a:r>
            </a:p>
          </p:txBody>
        </p:sp>
        <p:sp>
          <p:nvSpPr>
            <p:cNvPr id="3" name="TextBox 3"/>
            <p:cNvSpPr txBox="1"/>
            <p:nvPr/>
          </p:nvSpPr>
          <p:spPr>
            <a:xfrm>
              <a:off x="598170" y="1185862"/>
              <a:ext cx="531552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AI가 초안을 빠르게 만들어주더라도</a:t>
              </a:r>
            </a:p>
          </p:txBody>
        </p:sp>
        <p:sp>
          <p:nvSpPr>
            <p:cNvPr id="4" name="TextBox 4"/>
            <p:cNvSpPr txBox="1"/>
            <p:nvPr/>
          </p:nvSpPr>
          <p:spPr>
            <a:xfrm>
              <a:off x="598170" y="1547812"/>
              <a:ext cx="841910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숫자·메시지·폰트·법무·보안은 매번 사람이 확인해야 한다</a:t>
              </a:r>
            </a:p>
          </p:txBody>
        </p:sp>
      </p:grpSp>
      <p:sp>
        <p:nvSpPr>
          <p:cNvPr id="6" name="Freeform 6"/>
          <p:cNvSpPr/>
          <p:nvPr/>
        </p:nvSpPr>
        <p:spPr>
          <a:xfrm>
            <a:off x="1282700" y="2428875"/>
            <a:ext cx="101600" cy="3524250"/>
          </a:xfrm>
          <a:custGeom>
            <a:avLst/>
            <a:gdLst/>
            <a:ahLst/>
            <a:cxnLst/>
            <a:rect l="l" t="t" r="r" b="b"/>
            <a:pathLst>
              <a:path w="101600" h="3524250">
                <a:moveTo>
                  <a:pt x="50800" y="0"/>
                </a:moveTo>
                <a:cubicBezTo>
                  <a:pt x="0" y="730250"/>
                  <a:pt x="0" y="1285875"/>
                  <a:pt x="50800" y="1666875"/>
                </a:cubicBezTo>
                <a:cubicBezTo>
                  <a:pt x="101600" y="2174875"/>
                  <a:pt x="101600" y="2794000"/>
                  <a:pt x="50800" y="3524250"/>
                </a:cubicBezTo>
              </a:path>
            </a:pathLst>
          </a:custGeom>
          <a:noFill/>
          <a:ln w="38100" cap="rnd">
            <a:gradFill>
              <a:gsLst>
                <a:gs pos="0">
                  <a:srgbClr val="1565C0"/>
                </a:gs>
                <a:gs pos="100000">
                  <a:srgbClr val="C62828"/>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FF8EC"/>
            </a:solidFill>
            <a:ln w="14288">
              <a:solidFill>
                <a:srgbClr val="2B2420">
                  <a:alpha val="30000"/>
                </a:srgbClr>
              </a:solidFill>
            </a:ln>
          </p:spPr>
        </p:sp>
        <p:sp>
          <p:nvSpPr>
            <p:cNvPr id="10" name="TextBox 10"/>
            <p:cNvSpPr txBox="1"/>
            <p:nvPr/>
          </p:nvSpPr>
          <p:spPr>
            <a:xfrm>
              <a:off x="2162556" y="2529840"/>
              <a:ext cx="4343629"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숫자·날짜·고유명사의 원본 일치 확인</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FF8EC"/>
            </a:solidFill>
            <a:ln w="14288">
              <a:solidFill>
                <a:srgbClr val="2B2420">
                  <a:alpha val="30000"/>
                </a:srgbClr>
              </a:solidFill>
            </a:ln>
          </p:spPr>
        </p:sp>
        <p:sp>
          <p:nvSpPr>
            <p:cNvPr id="15" name="TextBox 15"/>
            <p:cNvSpPr txBox="1"/>
            <p:nvPr/>
          </p:nvSpPr>
          <p:spPr>
            <a:xfrm>
              <a:off x="2162556" y="3272790"/>
              <a:ext cx="3122356"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핵심 메시지 누락 여부 확인</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FF8EC"/>
            </a:solidFill>
            <a:ln w="14288">
              <a:solidFill>
                <a:srgbClr val="2B2420">
                  <a:alpha val="30000"/>
                </a:srgbClr>
              </a:solidFill>
            </a:ln>
          </p:spPr>
        </p:sp>
        <p:sp>
          <p:nvSpPr>
            <p:cNvPr id="20" name="TextBox 20"/>
            <p:cNvSpPr txBox="1"/>
            <p:nvPr/>
          </p:nvSpPr>
          <p:spPr>
            <a:xfrm>
              <a:off x="2162556" y="4015740"/>
              <a:ext cx="6425361"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폰트 깨짐 여부 확인 (PowerPoint·한컴에서 직접 열람)</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FF8EC"/>
            </a:solidFill>
            <a:ln w="14288">
              <a:solidFill>
                <a:srgbClr val="2B2420">
                  <a:alpha val="30000"/>
                </a:srgbClr>
              </a:solidFill>
            </a:ln>
          </p:spPr>
        </p:sp>
        <p:sp>
          <p:nvSpPr>
            <p:cNvPr id="25" name="TextBox 25"/>
            <p:cNvSpPr txBox="1"/>
            <p:nvPr/>
          </p:nvSpPr>
          <p:spPr>
            <a:xfrm>
              <a:off x="2162556" y="4758690"/>
              <a:ext cx="3185964"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대외 문서의 법무·홍보 리뷰</a:t>
              </a:r>
            </a:p>
          </p:txBody>
        </p:sp>
      </p:grpSp>
      <p:grpSp>
        <p:nvGrpSpPr>
          <p:cNvPr id="34" name="Group 34"/>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C62828"/>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8EC"/>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FFF8EC"/>
            </a:solidFill>
            <a:ln w="19050">
              <a:solidFill>
                <a:srgbClr val="C62828"/>
              </a:solidFill>
            </a:ln>
          </p:spPr>
        </p:sp>
        <p:grpSp>
          <p:nvGrpSpPr>
            <p:cNvPr id="32" name="Group 32"/>
            <p:cNvGrpSpPr/>
            <p:nvPr/>
          </p:nvGrpSpPr>
          <p:grpSpPr>
            <a:xfrm>
              <a:off x="2205038" y="5589984"/>
              <a:ext cx="200025" cy="225028"/>
              <a:chOff x="2205038" y="5589984"/>
              <a:chExt cx="200025" cy="225028"/>
            </a:xfrm>
          </p:grpSpPr>
          <p:sp>
            <p:nvSpPr>
              <p:cNvPr id="30" name="Freeform 30"/>
              <p:cNvSpPr/>
              <p:nvPr/>
            </p:nvSpPr>
            <p:spPr>
              <a:xfrm>
                <a:off x="2213372" y="5673328"/>
                <a:ext cx="183356" cy="133350"/>
              </a:xfrm>
              <a:custGeom>
                <a:avLst/>
                <a:gdLst/>
                <a:ahLst/>
                <a:cxnLst/>
                <a:rect l="l" t="t" r="r" b="b"/>
                <a:pathLst>
                  <a:path w="183356" h="133350">
                    <a:moveTo>
                      <a:pt x="183356" y="8334"/>
                    </a:moveTo>
                    <a:lnTo>
                      <a:pt x="183356" y="125016"/>
                    </a:lnTo>
                    <a:cubicBezTo>
                      <a:pt x="183356" y="129619"/>
                      <a:pt x="179625" y="133350"/>
                      <a:pt x="175022" y="133350"/>
                    </a:cubicBezTo>
                    <a:lnTo>
                      <a:pt x="8334" y="133350"/>
                    </a:lnTo>
                    <a:cubicBezTo>
                      <a:pt x="3731" y="133350"/>
                      <a:pt x="0" y="129619"/>
                      <a:pt x="0" y="125016"/>
                    </a:cubicBezTo>
                    <a:lnTo>
                      <a:pt x="0" y="8334"/>
                    </a:lnTo>
                    <a:cubicBezTo>
                      <a:pt x="0" y="3731"/>
                      <a:pt x="3731" y="0"/>
                      <a:pt x="8334" y="0"/>
                    </a:cubicBezTo>
                    <a:lnTo>
                      <a:pt x="175022" y="0"/>
                    </a:lnTo>
                    <a:cubicBezTo>
                      <a:pt x="179625" y="0"/>
                      <a:pt x="183356" y="3731"/>
                      <a:pt x="183356" y="8334"/>
                    </a:cubicBezTo>
                    <a:close/>
                  </a:path>
                </a:pathLst>
              </a:custGeom>
              <a:solidFill>
                <a:srgbClr val="C62828">
                  <a:alpha val="20000"/>
                </a:srgbClr>
              </a:solidFill>
              <a:ln>
                <a:noFill/>
              </a:ln>
            </p:spPr>
          </p:sp>
          <p:sp>
            <p:nvSpPr>
              <p:cNvPr id="31" name="Freeform 31"/>
              <p:cNvSpPr/>
              <p:nvPr/>
            </p:nvSpPr>
            <p:spPr>
              <a:xfrm>
                <a:off x="2205038" y="5589984"/>
                <a:ext cx="200025" cy="225028"/>
              </a:xfrm>
              <a:custGeom>
                <a:avLst/>
                <a:gdLst/>
                <a:ahLst/>
                <a:cxnLst/>
                <a:rect l="l" t="t" r="r" b="b"/>
                <a:pathLst>
                  <a:path w="200025" h="225028">
                    <a:moveTo>
                      <a:pt x="183356" y="75009"/>
                    </a:moveTo>
                    <a:lnTo>
                      <a:pt x="150019" y="75009"/>
                    </a:lnTo>
                    <a:lnTo>
                      <a:pt x="150019" y="50006"/>
                    </a:lnTo>
                    <a:cubicBezTo>
                      <a:pt x="150019" y="22389"/>
                      <a:pt x="127630" y="0"/>
                      <a:pt x="100012" y="0"/>
                    </a:cubicBezTo>
                    <a:cubicBezTo>
                      <a:pt x="72395" y="0"/>
                      <a:pt x="50006" y="22389"/>
                      <a:pt x="50006" y="50006"/>
                    </a:cubicBezTo>
                    <a:lnTo>
                      <a:pt x="50006" y="75009"/>
                    </a:lnTo>
                    <a:lnTo>
                      <a:pt x="16669" y="75009"/>
                    </a:lnTo>
                    <a:cubicBezTo>
                      <a:pt x="7463" y="75009"/>
                      <a:pt x="0" y="82472"/>
                      <a:pt x="0" y="91678"/>
                    </a:cubicBezTo>
                    <a:lnTo>
                      <a:pt x="0" y="208359"/>
                    </a:lnTo>
                    <a:cubicBezTo>
                      <a:pt x="0" y="217565"/>
                      <a:pt x="7463" y="225028"/>
                      <a:pt x="16669" y="225028"/>
                    </a:cubicBezTo>
                    <a:lnTo>
                      <a:pt x="183356" y="225028"/>
                    </a:lnTo>
                    <a:cubicBezTo>
                      <a:pt x="192562" y="225028"/>
                      <a:pt x="200025" y="217565"/>
                      <a:pt x="200025" y="208359"/>
                    </a:cubicBezTo>
                    <a:lnTo>
                      <a:pt x="200025" y="91678"/>
                    </a:lnTo>
                    <a:cubicBezTo>
                      <a:pt x="200025" y="82472"/>
                      <a:pt x="192562" y="75009"/>
                      <a:pt x="183356" y="75009"/>
                    </a:cubicBezTo>
                    <a:close/>
                    <a:moveTo>
                      <a:pt x="66675" y="50006"/>
                    </a:moveTo>
                    <a:cubicBezTo>
                      <a:pt x="66675" y="31594"/>
                      <a:pt x="81601" y="16669"/>
                      <a:pt x="100012" y="16669"/>
                    </a:cubicBezTo>
                    <a:cubicBezTo>
                      <a:pt x="118424" y="16669"/>
                      <a:pt x="133350" y="31594"/>
                      <a:pt x="133350" y="50006"/>
                    </a:cubicBezTo>
                    <a:lnTo>
                      <a:pt x="133350" y="75009"/>
                    </a:lnTo>
                    <a:lnTo>
                      <a:pt x="66675" y="75009"/>
                    </a:lnTo>
                    <a:close/>
                    <a:moveTo>
                      <a:pt x="183356" y="208359"/>
                    </a:moveTo>
                    <a:lnTo>
                      <a:pt x="16669" y="208359"/>
                    </a:lnTo>
                    <a:lnTo>
                      <a:pt x="16669" y="91678"/>
                    </a:lnTo>
                    <a:lnTo>
                      <a:pt x="183356" y="91678"/>
                    </a:lnTo>
                    <a:lnTo>
                      <a:pt x="183356" y="208359"/>
                    </a:lnTo>
                    <a:close/>
                    <a:moveTo>
                      <a:pt x="112514" y="150019"/>
                    </a:moveTo>
                    <a:cubicBezTo>
                      <a:pt x="112514" y="156923"/>
                      <a:pt x="106917" y="162520"/>
                      <a:pt x="100012" y="162520"/>
                    </a:cubicBezTo>
                    <a:cubicBezTo>
                      <a:pt x="93108" y="162520"/>
                      <a:pt x="87511" y="156923"/>
                      <a:pt x="87511" y="150019"/>
                    </a:cubicBezTo>
                    <a:cubicBezTo>
                      <a:pt x="87511" y="143114"/>
                      <a:pt x="93108" y="137517"/>
                      <a:pt x="100012" y="137517"/>
                    </a:cubicBezTo>
                    <a:cubicBezTo>
                      <a:pt x="106917" y="137517"/>
                      <a:pt x="112514" y="143114"/>
                      <a:pt x="112514" y="150019"/>
                    </a:cubicBezTo>
                    <a:close/>
                  </a:path>
                </a:pathLst>
              </a:custGeom>
              <a:solidFill>
                <a:srgbClr val="C62828"/>
              </a:solidFill>
              <a:ln>
                <a:noFill/>
              </a:ln>
            </p:spPr>
          </p:sp>
        </p:grpSp>
        <p:sp>
          <p:nvSpPr>
            <p:cNvPr id="33" name="TextBox 33"/>
            <p:cNvSpPr txBox="1"/>
            <p:nvPr/>
          </p:nvSpPr>
          <p:spPr>
            <a:xfrm>
              <a:off x="2562606" y="5577840"/>
              <a:ext cx="4404253" cy="352044"/>
            </a:xfrm>
            <a:prstGeom prst="rect">
              <a:avLst/>
            </a:prstGeom>
            <a:noFill/>
            <a:ln>
              <a:noFill/>
            </a:ln>
          </p:spPr>
          <p:txBody>
            <a:bodyPr wrap="none" lIns="0" tIns="0" rIns="0" bIns="0" anchor="t" anchorCtr="0">
              <a:spAutoFit/>
            </a:bodyPr>
            <a:lstStyle/>
            <a:p>
              <a:pPr algn="l"/>
              <a:r>
                <a:rPr lang="ko-KR" sz="1800" b="1" dirty="0">
                  <a:solidFill>
                    <a:srgbClr val="2B2420"/>
                  </a:solidFill>
                  <a:latin typeface="Pretendard SemiBold"/>
                  <a:ea typeface="Pretendard SemiBold"/>
                  <a:cs typeface="Pretendard SemiBold"/>
                </a:rPr>
                <a:t>회사 기밀 자료의 Private 저장소 보관</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13 / 14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0" y="0"/>
            <a:ext cx="12192000" cy="7429500"/>
            <a:chOff x="0" y="0"/>
            <a:chExt cx="12192000" cy="7429500"/>
          </a:xfrm>
        </p:grpSpPr>
        <p:sp>
          <p:nvSpPr>
            <p:cNvPr id="2" name="Rectangle 2"/>
            <p:cNvSpPr/>
            <p:nvPr/>
          </p:nvSpPr>
          <p:spPr>
            <a:xfrm>
              <a:off x="0" y="0"/>
              <a:ext cx="12192000" cy="6858000"/>
            </a:xfrm>
            <a:prstGeom prst="rect">
              <a:avLst/>
            </a:prstGeom>
            <a:solidFill>
              <a:srgbClr val="FBF3E7"/>
            </a:solidFill>
            <a:ln>
              <a:noFill/>
            </a:ln>
          </p:spPr>
        </p:sp>
        <p:sp>
          <p:nvSpPr>
            <p:cNvPr id="3" name="Freeform 3"/>
            <p:cNvSpPr/>
            <p:nvPr/>
          </p:nvSpPr>
          <p:spPr>
            <a:xfrm>
              <a:off x="381000" y="4381500"/>
              <a:ext cx="3048000" cy="3048000"/>
            </a:xfrm>
            <a:custGeom>
              <a:avLst/>
              <a:gdLst/>
              <a:ahLst/>
              <a:cxnLst/>
              <a:rect l="l" t="t" r="r" b="b"/>
              <a:pathLst>
                <a:path w="3048000" h="3048000">
                  <a:moveTo>
                    <a:pt x="762000" y="2857500"/>
                  </a:moveTo>
                  <a:cubicBezTo>
                    <a:pt x="0" y="1809750"/>
                    <a:pt x="190500" y="762000"/>
                    <a:pt x="1238250" y="381000"/>
                  </a:cubicBezTo>
                  <a:cubicBezTo>
                    <a:pt x="2286000" y="0"/>
                    <a:pt x="3048000" y="762000"/>
                    <a:pt x="2857500" y="1619250"/>
                  </a:cubicBezTo>
                  <a:cubicBezTo>
                    <a:pt x="2667000" y="2476500"/>
                    <a:pt x="1524000" y="3048000"/>
                    <a:pt x="762000" y="2857500"/>
                  </a:cubicBezTo>
                  <a:close/>
                </a:path>
              </a:pathLst>
            </a:custGeom>
            <a:solidFill>
              <a:srgbClr val="0D47A1">
                <a:alpha val="10000"/>
              </a:srgbClr>
            </a:solidFill>
            <a:ln>
              <a:noFill/>
            </a:ln>
          </p:spPr>
        </p:sp>
        <p:grpSp>
          <p:nvGrpSpPr>
            <p:cNvPr id="8" name="Group 8"/>
            <p:cNvGrpSpPr/>
            <p:nvPr/>
          </p:nvGrpSpPr>
          <p:grpSpPr>
            <a:xfrm>
              <a:off x="1390650" y="1333500"/>
              <a:ext cx="9410700" cy="800100"/>
              <a:chOff x="1390650" y="1333500"/>
              <a:chExt cx="9410700" cy="800100"/>
            </a:xfrm>
          </p:grpSpPr>
          <p:sp>
            <p:nvSpPr>
              <p:cNvPr id="4" name="Freeform 4"/>
              <p:cNvSpPr/>
              <p:nvPr/>
            </p:nvSpPr>
            <p:spPr>
              <a:xfrm>
                <a:off x="1914525" y="1428750"/>
                <a:ext cx="361950" cy="361950"/>
              </a:xfrm>
              <a:custGeom>
                <a:avLst/>
                <a:gdLst/>
                <a:ahLst/>
                <a:cxnLst/>
                <a:rect l="l" t="t" r="r" b="b"/>
                <a:pathLst>
                  <a:path w="361950" h="361950">
                    <a:moveTo>
                      <a:pt x="180975" y="0"/>
                    </a:moveTo>
                    <a:lnTo>
                      <a:pt x="228600" y="133350"/>
                    </a:lnTo>
                    <a:lnTo>
                      <a:pt x="361950" y="180975"/>
                    </a:lnTo>
                    <a:lnTo>
                      <a:pt x="228600" y="228600"/>
                    </a:lnTo>
                    <a:lnTo>
                      <a:pt x="180975" y="361950"/>
                    </a:lnTo>
                    <a:lnTo>
                      <a:pt x="133350" y="228600"/>
                    </a:lnTo>
                    <a:lnTo>
                      <a:pt x="0" y="180975"/>
                    </a:lnTo>
                    <a:lnTo>
                      <a:pt x="133350" y="133350"/>
                    </a:lnTo>
                    <a:close/>
                  </a:path>
                </a:pathLst>
              </a:custGeom>
              <a:solidFill>
                <a:srgbClr val="FF6B35">
                  <a:alpha val="50000"/>
                </a:srgbClr>
              </a:solidFill>
              <a:ln>
                <a:noFill/>
              </a:ln>
            </p:spPr>
          </p:sp>
          <p:sp>
            <p:nvSpPr>
              <p:cNvPr id="5" name="Freeform 5"/>
              <p:cNvSpPr/>
              <p:nvPr/>
            </p:nvSpPr>
            <p:spPr>
              <a:xfrm>
                <a:off x="10106025" y="1333500"/>
                <a:ext cx="361950" cy="361950"/>
              </a:xfrm>
              <a:custGeom>
                <a:avLst/>
                <a:gdLst/>
                <a:ahLst/>
                <a:cxnLst/>
                <a:rect l="l" t="t" r="r" b="b"/>
                <a:pathLst>
                  <a:path w="361950" h="361950">
                    <a:moveTo>
                      <a:pt x="180975" y="0"/>
                    </a:moveTo>
                    <a:lnTo>
                      <a:pt x="228600" y="133350"/>
                    </a:lnTo>
                    <a:lnTo>
                      <a:pt x="361950" y="180975"/>
                    </a:lnTo>
                    <a:lnTo>
                      <a:pt x="228600" y="228600"/>
                    </a:lnTo>
                    <a:lnTo>
                      <a:pt x="180975" y="361950"/>
                    </a:lnTo>
                    <a:lnTo>
                      <a:pt x="133350" y="228600"/>
                    </a:lnTo>
                    <a:lnTo>
                      <a:pt x="0" y="180975"/>
                    </a:lnTo>
                    <a:lnTo>
                      <a:pt x="133350" y="133350"/>
                    </a:lnTo>
                    <a:close/>
                  </a:path>
                </a:pathLst>
              </a:custGeom>
              <a:solidFill>
                <a:srgbClr val="1565C0">
                  <a:alpha val="50000"/>
                </a:srgbClr>
              </a:solidFill>
              <a:ln>
                <a:noFill/>
              </a:ln>
            </p:spPr>
          </p:sp>
          <p:sp>
            <p:nvSpPr>
              <p:cNvPr id="6" name="Ellipse 6"/>
              <p:cNvSpPr/>
              <p:nvPr/>
            </p:nvSpPr>
            <p:spPr>
              <a:xfrm>
                <a:off x="1390650" y="2057400"/>
                <a:ext cx="76200" cy="76200"/>
              </a:xfrm>
              <a:prstGeom prst="ellipse">
                <a:avLst/>
              </a:prstGeom>
              <a:solidFill>
                <a:srgbClr val="1565C0">
                  <a:alpha val="50000"/>
                </a:srgbClr>
              </a:solidFill>
              <a:ln>
                <a:noFill/>
              </a:ln>
            </p:spPr>
          </p:sp>
          <p:sp>
            <p:nvSpPr>
              <p:cNvPr id="7" name="Ellipse 7"/>
              <p:cNvSpPr/>
              <p:nvPr/>
            </p:nvSpPr>
            <p:spPr>
              <a:xfrm>
                <a:off x="10725150" y="2057400"/>
                <a:ext cx="76200" cy="76200"/>
              </a:xfrm>
              <a:prstGeom prst="ellipse">
                <a:avLst/>
              </a:prstGeom>
              <a:solidFill>
                <a:srgbClr val="FF6B35">
                  <a:alpha val="50000"/>
                </a:srgbClr>
              </a:solidFill>
              <a:ln>
                <a:noFill/>
              </a:ln>
            </p:spPr>
          </p:sp>
        </p:grpSp>
      </p:grpSp>
      <p:grpSp>
        <p:nvGrpSpPr>
          <p:cNvPr id="15" name="Group 15"/>
          <p:cNvGrpSpPr/>
          <p:nvPr/>
        </p:nvGrpSpPr>
        <p:grpSpPr>
          <a:xfrm>
            <a:off x="4191000" y="857250"/>
            <a:ext cx="3810000" cy="457200"/>
            <a:chOff x="4191000" y="857250"/>
            <a:chExt cx="3810000" cy="457200"/>
          </a:xfrm>
        </p:grpSpPr>
        <p:sp>
          <p:nvSpPr>
            <p:cNvPr id="10" name="Rectangle 10"/>
            <p:cNvSpPr/>
            <p:nvPr/>
          </p:nvSpPr>
          <p:spPr>
            <a:xfrm>
              <a:off x="4191000" y="857250"/>
              <a:ext cx="3810000" cy="457200"/>
            </a:xfrm>
            <a:prstGeom prst="roundRect">
              <a:avLst>
                <a:gd name="adj" fmla="val 50000"/>
              </a:avLst>
            </a:prstGeom>
            <a:solidFill>
              <a:srgbClr val="FFF8EC"/>
            </a:solidFill>
            <a:ln w="14288">
              <a:solidFill>
                <a:srgbClr val="2B2420">
                  <a:alpha val="35000"/>
                </a:srgbClr>
              </a:solidFill>
            </a:ln>
          </p:spPr>
        </p:sp>
        <p:grpSp>
          <p:nvGrpSpPr>
            <p:cNvPr id="13" name="Group 13"/>
            <p:cNvGrpSpPr/>
            <p:nvPr/>
          </p:nvGrpSpPr>
          <p:grpSpPr>
            <a:xfrm>
              <a:off x="4419289" y="1006786"/>
              <a:ext cx="165109" cy="164196"/>
              <a:chOff x="4419289" y="1006786"/>
              <a:chExt cx="165109" cy="164196"/>
            </a:xfrm>
          </p:grpSpPr>
          <p:sp>
            <p:nvSpPr>
              <p:cNvPr id="11" name="Freeform 11"/>
              <p:cNvSpPr/>
              <p:nvPr/>
            </p:nvSpPr>
            <p:spPr>
              <a:xfrm>
                <a:off x="4426306" y="1040011"/>
                <a:ext cx="124858" cy="124858"/>
              </a:xfrm>
              <a:custGeom>
                <a:avLst/>
                <a:gdLst/>
                <a:ahLst/>
                <a:cxnLst/>
                <a:rect l="l" t="t" r="r" b="b"/>
                <a:pathLst>
                  <a:path w="124858" h="124858">
                    <a:moveTo>
                      <a:pt x="33179" y="72033"/>
                    </a:moveTo>
                    <a:lnTo>
                      <a:pt x="52825" y="91678"/>
                    </a:lnTo>
                    <a:cubicBezTo>
                      <a:pt x="52825" y="91678"/>
                      <a:pt x="46276" y="117872"/>
                      <a:pt x="6986" y="117872"/>
                    </a:cubicBezTo>
                    <a:cubicBezTo>
                      <a:pt x="6986" y="78581"/>
                      <a:pt x="33179" y="72033"/>
                      <a:pt x="33179" y="72033"/>
                    </a:cubicBezTo>
                    <a:close/>
                    <a:moveTo>
                      <a:pt x="85567" y="0"/>
                    </a:moveTo>
                    <a:lnTo>
                      <a:pt x="35103" y="0"/>
                    </a:lnTo>
                    <a:cubicBezTo>
                      <a:pt x="33369" y="1"/>
                      <a:pt x="31705" y="690"/>
                      <a:pt x="30478" y="1915"/>
                    </a:cubicBezTo>
                    <a:lnTo>
                      <a:pt x="2361" y="30033"/>
                    </a:lnTo>
                    <a:cubicBezTo>
                      <a:pt x="610" y="31787"/>
                      <a:pt x="0" y="34380"/>
                      <a:pt x="785" y="36732"/>
                    </a:cubicBezTo>
                    <a:cubicBezTo>
                      <a:pt x="1570" y="39083"/>
                      <a:pt x="3615" y="40789"/>
                      <a:pt x="6069" y="41141"/>
                    </a:cubicBezTo>
                    <a:lnTo>
                      <a:pt x="39728" y="45839"/>
                    </a:lnTo>
                    <a:close/>
                    <a:moveTo>
                      <a:pt x="79019" y="85130"/>
                    </a:moveTo>
                    <a:lnTo>
                      <a:pt x="83717" y="118789"/>
                    </a:lnTo>
                    <a:cubicBezTo>
                      <a:pt x="84068" y="121242"/>
                      <a:pt x="85775" y="123288"/>
                      <a:pt x="88126" y="124073"/>
                    </a:cubicBezTo>
                    <a:cubicBezTo>
                      <a:pt x="90477" y="124858"/>
                      <a:pt x="93070" y="124248"/>
                      <a:pt x="94825" y="122497"/>
                    </a:cubicBezTo>
                    <a:lnTo>
                      <a:pt x="122942" y="94379"/>
                    </a:lnTo>
                    <a:cubicBezTo>
                      <a:pt x="124168" y="93152"/>
                      <a:pt x="124857" y="91489"/>
                      <a:pt x="124858" y="89755"/>
                    </a:cubicBezTo>
                    <a:lnTo>
                      <a:pt x="124858" y="39291"/>
                    </a:lnTo>
                    <a:close/>
                  </a:path>
                </a:pathLst>
              </a:custGeom>
              <a:solidFill>
                <a:srgbClr val="FF6B35">
                  <a:alpha val="20000"/>
                </a:srgbClr>
              </a:solidFill>
              <a:ln>
                <a:noFill/>
              </a:ln>
            </p:spPr>
          </p:sp>
          <p:sp>
            <p:nvSpPr>
              <p:cNvPr id="12" name="Freeform 12"/>
              <p:cNvSpPr/>
              <p:nvPr/>
            </p:nvSpPr>
            <p:spPr>
              <a:xfrm>
                <a:off x="4419289" y="1006786"/>
                <a:ext cx="165109" cy="164196"/>
              </a:xfrm>
              <a:custGeom>
                <a:avLst/>
                <a:gdLst/>
                <a:ahLst/>
                <a:cxnLst/>
                <a:rect l="l" t="t" r="r" b="b"/>
                <a:pathLst>
                  <a:path w="165109" h="164196">
                    <a:moveTo>
                      <a:pt x="66203" y="126491"/>
                    </a:moveTo>
                    <a:cubicBezTo>
                      <a:pt x="65883" y="127760"/>
                      <a:pt x="57902" y="157645"/>
                      <a:pt x="14003" y="157645"/>
                    </a:cubicBezTo>
                    <a:cubicBezTo>
                      <a:pt x="10387" y="157645"/>
                      <a:pt x="7455" y="154714"/>
                      <a:pt x="7455" y="151097"/>
                    </a:cubicBezTo>
                    <a:cubicBezTo>
                      <a:pt x="7455" y="107198"/>
                      <a:pt x="37340" y="99217"/>
                      <a:pt x="38609" y="98898"/>
                    </a:cubicBezTo>
                    <a:cubicBezTo>
                      <a:pt x="42119" y="98021"/>
                      <a:pt x="45676" y="100155"/>
                      <a:pt x="46553" y="103666"/>
                    </a:cubicBezTo>
                    <a:cubicBezTo>
                      <a:pt x="47430" y="107176"/>
                      <a:pt x="45295" y="110733"/>
                      <a:pt x="41785" y="111610"/>
                    </a:cubicBezTo>
                    <a:cubicBezTo>
                      <a:pt x="41048" y="111815"/>
                      <a:pt x="23433" y="116963"/>
                      <a:pt x="20863" y="144238"/>
                    </a:cubicBezTo>
                    <a:cubicBezTo>
                      <a:pt x="48137" y="141667"/>
                      <a:pt x="53294" y="124085"/>
                      <a:pt x="53507" y="123266"/>
                    </a:cubicBezTo>
                    <a:cubicBezTo>
                      <a:pt x="54411" y="119760"/>
                      <a:pt x="57986" y="117651"/>
                      <a:pt x="61492" y="118555"/>
                    </a:cubicBezTo>
                    <a:cubicBezTo>
                      <a:pt x="64998" y="119460"/>
                      <a:pt x="67107" y="123035"/>
                      <a:pt x="66203" y="126540"/>
                    </a:cubicBezTo>
                    <a:close/>
                    <a:moveTo>
                      <a:pt x="142328" y="71321"/>
                    </a:moveTo>
                    <a:lnTo>
                      <a:pt x="138424" y="75225"/>
                    </a:lnTo>
                    <a:lnTo>
                      <a:pt x="138424" y="122971"/>
                    </a:lnTo>
                    <a:cubicBezTo>
                      <a:pt x="138443" y="126459"/>
                      <a:pt x="137063" y="129809"/>
                      <a:pt x="134593" y="132270"/>
                    </a:cubicBezTo>
                    <a:lnTo>
                      <a:pt x="106500" y="160347"/>
                    </a:lnTo>
                    <a:cubicBezTo>
                      <a:pt x="104053" y="162811"/>
                      <a:pt x="100723" y="164196"/>
                      <a:pt x="97250" y="164194"/>
                    </a:cubicBezTo>
                    <a:cubicBezTo>
                      <a:pt x="95831" y="164194"/>
                      <a:pt x="94422" y="163964"/>
                      <a:pt x="93076" y="163514"/>
                    </a:cubicBezTo>
                    <a:cubicBezTo>
                      <a:pt x="88362" y="161955"/>
                      <a:pt x="84941" y="157856"/>
                      <a:pt x="84252" y="152939"/>
                    </a:cubicBezTo>
                    <a:lnTo>
                      <a:pt x="79856" y="121433"/>
                    </a:lnTo>
                    <a:lnTo>
                      <a:pt x="43668" y="85244"/>
                    </a:lnTo>
                    <a:lnTo>
                      <a:pt x="12178" y="80849"/>
                    </a:lnTo>
                    <a:cubicBezTo>
                      <a:pt x="7255" y="80158"/>
                      <a:pt x="3147" y="76740"/>
                      <a:pt x="1574" y="72024"/>
                    </a:cubicBezTo>
                    <a:cubicBezTo>
                      <a:pt x="0" y="67309"/>
                      <a:pt x="1232" y="62109"/>
                      <a:pt x="4754" y="58600"/>
                    </a:cubicBezTo>
                    <a:lnTo>
                      <a:pt x="32830" y="30508"/>
                    </a:lnTo>
                    <a:cubicBezTo>
                      <a:pt x="35292" y="28037"/>
                      <a:pt x="38641" y="26657"/>
                      <a:pt x="42129" y="26677"/>
                    </a:cubicBezTo>
                    <a:lnTo>
                      <a:pt x="89875" y="26677"/>
                    </a:lnTo>
                    <a:lnTo>
                      <a:pt x="93780" y="22772"/>
                    </a:lnTo>
                    <a:cubicBezTo>
                      <a:pt x="115619" y="941"/>
                      <a:pt x="141935" y="0"/>
                      <a:pt x="152233" y="614"/>
                    </a:cubicBezTo>
                    <a:cubicBezTo>
                      <a:pt x="158840" y="1015"/>
                      <a:pt x="164109" y="6285"/>
                      <a:pt x="164511" y="12892"/>
                    </a:cubicBezTo>
                    <a:cubicBezTo>
                      <a:pt x="165109" y="23165"/>
                      <a:pt x="164167" y="49482"/>
                      <a:pt x="142336" y="71321"/>
                    </a:cubicBezTo>
                    <a:close/>
                    <a:moveTo>
                      <a:pt x="14003" y="67883"/>
                    </a:moveTo>
                    <a:lnTo>
                      <a:pt x="44413" y="72123"/>
                    </a:lnTo>
                    <a:lnTo>
                      <a:pt x="76778" y="39774"/>
                    </a:lnTo>
                    <a:lnTo>
                      <a:pt x="42129" y="39774"/>
                    </a:lnTo>
                    <a:close/>
                    <a:moveTo>
                      <a:pt x="56012" y="79064"/>
                    </a:moveTo>
                    <a:lnTo>
                      <a:pt x="86036" y="109089"/>
                    </a:lnTo>
                    <a:lnTo>
                      <a:pt x="133062" y="62063"/>
                    </a:lnTo>
                    <a:cubicBezTo>
                      <a:pt x="145884" y="49327"/>
                      <a:pt x="152575" y="31672"/>
                      <a:pt x="151414" y="13637"/>
                    </a:cubicBezTo>
                    <a:cubicBezTo>
                      <a:pt x="133390" y="12518"/>
                      <a:pt x="115759" y="19221"/>
                      <a:pt x="103029" y="32030"/>
                    </a:cubicBezTo>
                    <a:close/>
                    <a:moveTo>
                      <a:pt x="125327" y="88322"/>
                    </a:moveTo>
                    <a:lnTo>
                      <a:pt x="92969" y="120680"/>
                    </a:lnTo>
                    <a:lnTo>
                      <a:pt x="97226" y="151097"/>
                    </a:lnTo>
                    <a:lnTo>
                      <a:pt x="125327" y="122971"/>
                    </a:lnTo>
                    <a:close/>
                  </a:path>
                </a:pathLst>
              </a:custGeom>
              <a:solidFill>
                <a:srgbClr val="FF6B35"/>
              </a:solidFill>
              <a:ln>
                <a:noFill/>
              </a:ln>
            </p:spPr>
          </p:sp>
        </p:grpSp>
        <p:sp>
          <p:nvSpPr>
            <p:cNvPr id="14" name="TextBox 14"/>
            <p:cNvSpPr txBox="1"/>
            <p:nvPr/>
          </p:nvSpPr>
          <p:spPr>
            <a:xfrm>
              <a:off x="4717542" y="997268"/>
              <a:ext cx="1330401" cy="264033"/>
            </a:xfrm>
            <a:prstGeom prst="rect">
              <a:avLst/>
            </a:prstGeom>
            <a:noFill/>
            <a:ln>
              <a:noFill/>
            </a:ln>
          </p:spPr>
          <p:txBody>
            <a:bodyPr wrap="none" lIns="0" tIns="0" rIns="0" bIns="0" anchor="t" anchorCtr="0">
              <a:spAutoFit/>
            </a:bodyPr>
            <a:lstStyle/>
            <a:p>
              <a:pPr algn="l"/>
              <a:r>
                <a:rPr lang="ko-KR" sz="1350" b="1" dirty="0">
                  <a:solidFill>
                    <a:srgbClr val="2B2420"/>
                  </a:solidFill>
                  <a:latin typeface="Pretendard SemiBold"/>
                  <a:ea typeface="Pretendard SemiBold"/>
                  <a:cs typeface="Pretendard SemiBold"/>
                </a:rPr>
                <a:t>오늘 핵심 한 줄</a:t>
              </a:r>
            </a:p>
          </p:txBody>
        </p:sp>
      </p:grpSp>
      <p:grpSp>
        <p:nvGrpSpPr>
          <p:cNvPr id="19" name="Group 19"/>
          <p:cNvGrpSpPr/>
          <p:nvPr/>
        </p:nvGrpSpPr>
        <p:grpSpPr>
          <a:xfrm>
            <a:off x="2857500" y="2136458"/>
            <a:ext cx="6477000" cy="1149477"/>
            <a:chOff x="2857500" y="2136458"/>
            <a:chExt cx="6477000" cy="1149477"/>
          </a:xfrm>
        </p:grpSpPr>
        <p:sp>
          <p:nvSpPr>
            <p:cNvPr id="16" name="TextBox 16"/>
            <p:cNvSpPr txBox="1"/>
            <p:nvPr/>
          </p:nvSpPr>
          <p:spPr>
            <a:xfrm>
              <a:off x="4019893" y="2136458"/>
              <a:ext cx="4152215" cy="616077"/>
            </a:xfrm>
            <a:prstGeom prst="rect">
              <a:avLst/>
            </a:prstGeom>
            <a:noFill/>
            <a:ln>
              <a:noFill/>
            </a:ln>
          </p:spPr>
          <p:txBody>
            <a:bodyPr wrap="none" lIns="0" tIns="0" rIns="0" bIns="0" anchor="t" anchorCtr="0">
              <a:spAutoFit/>
            </a:bodyPr>
            <a:lstStyle/>
            <a:p>
              <a:pPr algn="ctr"/>
              <a:r>
                <a:rPr lang="ko-KR" sz="3150" b="1" dirty="0">
                  <a:solidFill>
                    <a:srgbClr val="2B2420"/>
                  </a:solidFill>
                  <a:latin typeface="Pretendard ExtraBold"/>
                  <a:ea typeface="Pretendard ExtraBold"/>
                  <a:cs typeface="Pretendard ExtraBold"/>
                </a:rPr>
                <a:t>Skill은 일하는 방법,</a:t>
              </a:r>
            </a:p>
          </p:txBody>
        </p:sp>
        <p:sp>
          <p:nvSpPr>
            <p:cNvPr id="17" name="TextBox 17"/>
            <p:cNvSpPr txBox="1"/>
            <p:nvPr/>
          </p:nvSpPr>
          <p:spPr>
            <a:xfrm>
              <a:off x="2873895" y="2669858"/>
              <a:ext cx="6444210" cy="616077"/>
            </a:xfrm>
            <a:prstGeom prst="rect">
              <a:avLst/>
            </a:prstGeom>
            <a:noFill/>
            <a:ln>
              <a:noFill/>
            </a:ln>
          </p:spPr>
          <p:txBody>
            <a:bodyPr wrap="none" lIns="0" tIns="0" rIns="0" bIns="0" anchor="t" anchorCtr="0">
              <a:spAutoFit/>
            </a:bodyPr>
            <a:lstStyle/>
            <a:p>
              <a:pPr algn="ctr"/>
              <a:r>
                <a:rPr lang="ko-KR" sz="3150" b="1" dirty="0">
                  <a:solidFill>
                    <a:srgbClr val="1565C0"/>
                  </a:solidFill>
                  <a:latin typeface="Pretendard ExtraBold"/>
                  <a:ea typeface="Pretendard ExtraBold"/>
                  <a:cs typeface="Pretendard ExtraBold"/>
                </a:rPr>
                <a:t>Subagent는 특정 역할 담당자다</a:t>
              </a:r>
            </a:p>
          </p:txBody>
        </p:sp>
        <p:sp>
          <p:nvSpPr>
            <p:cNvPr id="18" name="Freeform 18"/>
            <p:cNvSpPr/>
            <p:nvPr/>
          </p:nvSpPr>
          <p:spPr>
            <a:xfrm>
              <a:off x="2857500" y="3105150"/>
              <a:ext cx="6477000" cy="152400"/>
            </a:xfrm>
            <a:custGeom>
              <a:avLst/>
              <a:gdLst/>
              <a:ahLst/>
              <a:cxnLst/>
              <a:rect l="l" t="t" r="r" b="b"/>
              <a:pathLst>
                <a:path w="6477000" h="152400">
                  <a:moveTo>
                    <a:pt x="0" y="57150"/>
                  </a:moveTo>
                  <a:cubicBezTo>
                    <a:pt x="1079500" y="146050"/>
                    <a:pt x="2159000" y="152400"/>
                    <a:pt x="3238500" y="76200"/>
                  </a:cubicBezTo>
                  <a:cubicBezTo>
                    <a:pt x="4318000" y="0"/>
                    <a:pt x="5397500" y="6350"/>
                    <a:pt x="6477000" y="95250"/>
                  </a:cubicBezTo>
                </a:path>
              </a:pathLst>
            </a:custGeom>
            <a:noFill/>
            <a:ln w="47625" cap="rnd">
              <a:solidFill>
                <a:srgbClr val="FF6B35">
                  <a:alpha val="75000"/>
                </a:srgbClr>
              </a:solidFill>
            </a:ln>
          </p:spPr>
        </p:sp>
      </p:grpSp>
      <p:grpSp>
        <p:nvGrpSpPr>
          <p:cNvPr id="22" name="Group 22"/>
          <p:cNvGrpSpPr/>
          <p:nvPr/>
        </p:nvGrpSpPr>
        <p:grpSpPr>
          <a:xfrm>
            <a:off x="3031388" y="3319462"/>
            <a:ext cx="6129223" cy="802005"/>
            <a:chOff x="3031388" y="3319462"/>
            <a:chExt cx="6129223" cy="802005"/>
          </a:xfrm>
        </p:grpSpPr>
        <p:sp>
          <p:nvSpPr>
            <p:cNvPr id="20" name="TextBox 20"/>
            <p:cNvSpPr txBox="1"/>
            <p:nvPr/>
          </p:nvSpPr>
          <p:spPr>
            <a:xfrm>
              <a:off x="3055241" y="3319462"/>
              <a:ext cx="6081517" cy="440055"/>
            </a:xfrm>
            <a:prstGeom prst="rect">
              <a:avLst/>
            </a:prstGeom>
            <a:noFill/>
            <a:ln>
              <a:noFill/>
            </a:ln>
          </p:spPr>
          <p:txBody>
            <a:bodyPr wrap="none" lIns="0" tIns="0" rIns="0" bIns="0" anchor="t" anchorCtr="0">
              <a:spAutoFit/>
            </a:bodyPr>
            <a:lstStyle/>
            <a:p>
              <a:pPr algn="ctr"/>
              <a:r>
                <a:rPr lang="ko-KR" sz="2250" b="1" dirty="0">
                  <a:solidFill>
                    <a:srgbClr val="6B5D4F"/>
                  </a:solidFill>
                  <a:latin typeface="Pretendard SemiBold"/>
                  <a:ea typeface="Pretendard SemiBold"/>
                  <a:cs typeface="Pretendard SemiBold"/>
                </a:rPr>
                <a:t>한 번 만든 에이전트는 저장소에 축적되고,</a:t>
              </a:r>
            </a:p>
          </p:txBody>
        </p:sp>
        <p:sp>
          <p:nvSpPr>
            <p:cNvPr id="21" name="TextBox 21"/>
            <p:cNvSpPr txBox="1"/>
            <p:nvPr/>
          </p:nvSpPr>
          <p:spPr>
            <a:xfrm>
              <a:off x="3031388" y="3681412"/>
              <a:ext cx="6129223" cy="440055"/>
            </a:xfrm>
            <a:prstGeom prst="rect">
              <a:avLst/>
            </a:prstGeom>
            <a:noFill/>
            <a:ln>
              <a:noFill/>
            </a:ln>
          </p:spPr>
          <p:txBody>
            <a:bodyPr wrap="none" lIns="0" tIns="0" rIns="0" bIns="0" anchor="t" anchorCtr="0">
              <a:spAutoFit/>
            </a:bodyPr>
            <a:lstStyle/>
            <a:p>
              <a:pPr algn="ctr"/>
              <a:r>
                <a:rPr lang="ko-KR" sz="2250" b="1" dirty="0">
                  <a:solidFill>
                    <a:srgbClr val="6B5D4F"/>
                  </a:solidFill>
                  <a:latin typeface="Pretendard SemiBold"/>
                  <a:ea typeface="Pretendard SemiBold"/>
                  <a:cs typeface="Pretendard SemiBold"/>
                </a:rPr>
                <a:t>다음부터는 이름만 불러 그대로 재사용한다</a:t>
              </a:r>
            </a:p>
          </p:txBody>
        </p:sp>
      </p:grpSp>
      <p:grpSp>
        <p:nvGrpSpPr>
          <p:cNvPr id="28" name="Group 28"/>
          <p:cNvGrpSpPr/>
          <p:nvPr/>
        </p:nvGrpSpPr>
        <p:grpSpPr>
          <a:xfrm>
            <a:off x="1714500" y="4438650"/>
            <a:ext cx="2150471" cy="571500"/>
            <a:chOff x="1714500" y="4438650"/>
            <a:chExt cx="2150471" cy="571500"/>
          </a:xfrm>
        </p:grpSpPr>
        <p:sp>
          <p:nvSpPr>
            <p:cNvPr id="23" name="Rectangle 23"/>
            <p:cNvSpPr/>
            <p:nvPr/>
          </p:nvSpPr>
          <p:spPr>
            <a:xfrm>
              <a:off x="1714500" y="4438650"/>
              <a:ext cx="2095500" cy="571500"/>
            </a:xfrm>
            <a:prstGeom prst="roundRect">
              <a:avLst>
                <a:gd name="adj" fmla="val 50000"/>
              </a:avLst>
            </a:prstGeom>
            <a:solidFill>
              <a:srgbClr val="FFF8EC"/>
            </a:solidFill>
            <a:ln w="14288">
              <a:solidFill>
                <a:srgbClr val="2B2420">
                  <a:alpha val="30000"/>
                </a:srgbClr>
              </a:solidFill>
            </a:ln>
          </p:spPr>
        </p:sp>
        <p:grpSp>
          <p:nvGrpSpPr>
            <p:cNvPr id="26" name="Group 26"/>
            <p:cNvGrpSpPr/>
            <p:nvPr/>
          </p:nvGrpSpPr>
          <p:grpSpPr>
            <a:xfrm>
              <a:off x="1950242" y="4594496"/>
              <a:ext cx="209552" cy="203722"/>
              <a:chOff x="1950242" y="4594496"/>
              <a:chExt cx="209552" cy="203722"/>
            </a:xfrm>
          </p:grpSpPr>
          <p:sp>
            <p:nvSpPr>
              <p:cNvPr id="24" name="Freeform 24"/>
              <p:cNvSpPr/>
              <p:nvPr/>
            </p:nvSpPr>
            <p:spPr>
              <a:xfrm>
                <a:off x="1956645" y="4602798"/>
                <a:ext cx="195408" cy="187680"/>
              </a:xfrm>
              <a:custGeom>
                <a:avLst/>
                <a:gdLst/>
                <a:ahLst/>
                <a:cxnLst/>
                <a:rect l="l" t="t" r="r" b="b"/>
                <a:pathLst>
                  <a:path w="195408" h="187680">
                    <a:moveTo>
                      <a:pt x="183800" y="141246"/>
                    </a:moveTo>
                    <a:cubicBezTo>
                      <a:pt x="187815" y="141250"/>
                      <a:pt x="191780" y="140361"/>
                      <a:pt x="195408" y="138644"/>
                    </a:cubicBezTo>
                    <a:lnTo>
                      <a:pt x="195408" y="179941"/>
                    </a:lnTo>
                    <a:cubicBezTo>
                      <a:pt x="195408" y="184216"/>
                      <a:pt x="191944" y="187680"/>
                      <a:pt x="187669" y="187680"/>
                    </a:cubicBezTo>
                    <a:lnTo>
                      <a:pt x="48367" y="187680"/>
                    </a:lnTo>
                    <a:cubicBezTo>
                      <a:pt x="44093" y="187680"/>
                      <a:pt x="40628" y="184216"/>
                      <a:pt x="40628" y="179941"/>
                    </a:cubicBezTo>
                    <a:lnTo>
                      <a:pt x="40628" y="138644"/>
                    </a:lnTo>
                    <a:cubicBezTo>
                      <a:pt x="29247" y="144029"/>
                      <a:pt x="15656" y="140861"/>
                      <a:pt x="7828" y="130999"/>
                    </a:cubicBezTo>
                    <a:cubicBezTo>
                      <a:pt x="0" y="121137"/>
                      <a:pt x="0" y="107182"/>
                      <a:pt x="7828" y="97320"/>
                    </a:cubicBezTo>
                    <a:cubicBezTo>
                      <a:pt x="15656" y="87458"/>
                      <a:pt x="29247" y="84290"/>
                      <a:pt x="40628" y="89675"/>
                    </a:cubicBezTo>
                    <a:lnTo>
                      <a:pt x="40628" y="48378"/>
                    </a:lnTo>
                    <a:cubicBezTo>
                      <a:pt x="40628" y="44104"/>
                      <a:pt x="44093" y="40639"/>
                      <a:pt x="48367" y="40639"/>
                    </a:cubicBezTo>
                    <a:lnTo>
                      <a:pt x="93534" y="40639"/>
                    </a:lnTo>
                    <a:cubicBezTo>
                      <a:pt x="88143" y="29257"/>
                      <a:pt x="91308" y="15662"/>
                      <a:pt x="101171" y="7831"/>
                    </a:cubicBezTo>
                    <a:cubicBezTo>
                      <a:pt x="111034" y="0"/>
                      <a:pt x="124993" y="0"/>
                      <a:pt x="134856" y="7831"/>
                    </a:cubicBezTo>
                    <a:cubicBezTo>
                      <a:pt x="144719" y="15662"/>
                      <a:pt x="147884" y="29257"/>
                      <a:pt x="142493" y="40639"/>
                    </a:cubicBezTo>
                    <a:lnTo>
                      <a:pt x="187669" y="40639"/>
                    </a:lnTo>
                    <a:cubicBezTo>
                      <a:pt x="191944" y="40639"/>
                      <a:pt x="195408" y="44104"/>
                      <a:pt x="195408" y="48378"/>
                    </a:cubicBezTo>
                    <a:lnTo>
                      <a:pt x="195408" y="89675"/>
                    </a:lnTo>
                    <a:cubicBezTo>
                      <a:pt x="185362" y="84922"/>
                      <a:pt x="173431" y="86788"/>
                      <a:pt x="165316" y="94383"/>
                    </a:cubicBezTo>
                    <a:cubicBezTo>
                      <a:pt x="157200" y="101978"/>
                      <a:pt x="154549" y="113759"/>
                      <a:pt x="158627" y="124098"/>
                    </a:cubicBezTo>
                    <a:cubicBezTo>
                      <a:pt x="162705" y="134438"/>
                      <a:pt x="172685" y="141236"/>
                      <a:pt x="183800" y="141246"/>
                    </a:cubicBezTo>
                    <a:close/>
                  </a:path>
                </a:pathLst>
              </a:custGeom>
              <a:solidFill>
                <a:srgbClr val="FF6B35">
                  <a:alpha val="20000"/>
                </a:srgbClr>
              </a:solidFill>
              <a:ln>
                <a:noFill/>
              </a:ln>
            </p:spPr>
          </p:sp>
          <p:sp>
            <p:nvSpPr>
              <p:cNvPr id="25" name="Freeform 25"/>
              <p:cNvSpPr/>
              <p:nvPr/>
            </p:nvSpPr>
            <p:spPr>
              <a:xfrm>
                <a:off x="1950242" y="4594496"/>
                <a:ext cx="209552" cy="203722"/>
              </a:xfrm>
              <a:custGeom>
                <a:avLst/>
                <a:gdLst/>
                <a:ahLst/>
                <a:cxnLst/>
                <a:rect l="l" t="t" r="r" b="b"/>
                <a:pathLst>
                  <a:path w="209552" h="203722">
                    <a:moveTo>
                      <a:pt x="205942" y="140397"/>
                    </a:moveTo>
                    <a:cubicBezTo>
                      <a:pt x="203699" y="138983"/>
                      <a:pt x="200889" y="138815"/>
                      <a:pt x="198493" y="139952"/>
                    </a:cubicBezTo>
                    <a:cubicBezTo>
                      <a:pt x="190364" y="143797"/>
                      <a:pt x="180657" y="141533"/>
                      <a:pt x="175067" y="134490"/>
                    </a:cubicBezTo>
                    <a:cubicBezTo>
                      <a:pt x="169477" y="127446"/>
                      <a:pt x="169477" y="117478"/>
                      <a:pt x="175067" y="110435"/>
                    </a:cubicBezTo>
                    <a:cubicBezTo>
                      <a:pt x="180657" y="103391"/>
                      <a:pt x="190364" y="101127"/>
                      <a:pt x="198493" y="104972"/>
                    </a:cubicBezTo>
                    <a:cubicBezTo>
                      <a:pt x="200891" y="106110"/>
                      <a:pt x="203705" y="105940"/>
                      <a:pt x="205949" y="104521"/>
                    </a:cubicBezTo>
                    <a:cubicBezTo>
                      <a:pt x="208192" y="103102"/>
                      <a:pt x="209551" y="100632"/>
                      <a:pt x="209551" y="97978"/>
                    </a:cubicBezTo>
                    <a:lnTo>
                      <a:pt x="209551" y="56680"/>
                    </a:lnTo>
                    <a:cubicBezTo>
                      <a:pt x="209551" y="48132"/>
                      <a:pt x="202621" y="41202"/>
                      <a:pt x="194072" y="41202"/>
                    </a:cubicBezTo>
                    <a:lnTo>
                      <a:pt x="159034" y="41202"/>
                    </a:lnTo>
                    <a:cubicBezTo>
                      <a:pt x="159178" y="39918"/>
                      <a:pt x="159249" y="38626"/>
                      <a:pt x="159247" y="37333"/>
                    </a:cubicBezTo>
                    <a:cubicBezTo>
                      <a:pt x="159231" y="27717"/>
                      <a:pt x="155256" y="18533"/>
                      <a:pt x="148257" y="11939"/>
                    </a:cubicBezTo>
                    <a:cubicBezTo>
                      <a:pt x="138468" y="2746"/>
                      <a:pt x="124266" y="0"/>
                      <a:pt x="111756" y="4882"/>
                    </a:cubicBezTo>
                    <a:cubicBezTo>
                      <a:pt x="99245" y="9764"/>
                      <a:pt x="90657" y="21405"/>
                      <a:pt x="89683" y="34798"/>
                    </a:cubicBezTo>
                    <a:cubicBezTo>
                      <a:pt x="89534" y="36933"/>
                      <a:pt x="89579" y="39076"/>
                      <a:pt x="89818" y="41202"/>
                    </a:cubicBezTo>
                    <a:lnTo>
                      <a:pt x="54770" y="41202"/>
                    </a:lnTo>
                    <a:cubicBezTo>
                      <a:pt x="50665" y="41202"/>
                      <a:pt x="46728" y="42833"/>
                      <a:pt x="43825" y="45736"/>
                    </a:cubicBezTo>
                    <a:cubicBezTo>
                      <a:pt x="40923" y="48638"/>
                      <a:pt x="39292" y="52575"/>
                      <a:pt x="39292" y="56680"/>
                    </a:cubicBezTo>
                    <a:lnTo>
                      <a:pt x="39292" y="87849"/>
                    </a:lnTo>
                    <a:cubicBezTo>
                      <a:pt x="38007" y="87705"/>
                      <a:pt x="36715" y="87634"/>
                      <a:pt x="35422" y="87636"/>
                    </a:cubicBezTo>
                    <a:cubicBezTo>
                      <a:pt x="25810" y="87652"/>
                      <a:pt x="16628" y="91627"/>
                      <a:pt x="10038" y="98626"/>
                    </a:cubicBezTo>
                    <a:cubicBezTo>
                      <a:pt x="3399" y="105639"/>
                      <a:pt x="0" y="115111"/>
                      <a:pt x="665" y="124745"/>
                    </a:cubicBezTo>
                    <a:cubicBezTo>
                      <a:pt x="1811" y="142093"/>
                      <a:pt x="15551" y="155952"/>
                      <a:pt x="32888" y="157249"/>
                    </a:cubicBezTo>
                    <a:cubicBezTo>
                      <a:pt x="35022" y="157398"/>
                      <a:pt x="37166" y="157352"/>
                      <a:pt x="39292" y="157114"/>
                    </a:cubicBezTo>
                    <a:lnTo>
                      <a:pt x="39292" y="188244"/>
                    </a:lnTo>
                    <a:cubicBezTo>
                      <a:pt x="39292" y="196792"/>
                      <a:pt x="46222" y="203722"/>
                      <a:pt x="54770" y="203722"/>
                    </a:cubicBezTo>
                    <a:lnTo>
                      <a:pt x="194072" y="203722"/>
                    </a:lnTo>
                    <a:cubicBezTo>
                      <a:pt x="202621" y="203722"/>
                      <a:pt x="209551" y="196792"/>
                      <a:pt x="209551" y="188244"/>
                    </a:cubicBezTo>
                    <a:lnTo>
                      <a:pt x="209551" y="146946"/>
                    </a:lnTo>
                    <a:cubicBezTo>
                      <a:pt x="209552" y="144289"/>
                      <a:pt x="208190" y="141816"/>
                      <a:pt x="205942" y="140397"/>
                    </a:cubicBezTo>
                    <a:close/>
                    <a:moveTo>
                      <a:pt x="194072" y="188244"/>
                    </a:moveTo>
                    <a:lnTo>
                      <a:pt x="54770" y="188244"/>
                    </a:lnTo>
                    <a:lnTo>
                      <a:pt x="54770" y="146946"/>
                    </a:lnTo>
                    <a:cubicBezTo>
                      <a:pt x="54771" y="144292"/>
                      <a:pt x="53411" y="141822"/>
                      <a:pt x="51168" y="140403"/>
                    </a:cubicBezTo>
                    <a:cubicBezTo>
                      <a:pt x="48925" y="138984"/>
                      <a:pt x="46111" y="138814"/>
                      <a:pt x="43713" y="139952"/>
                    </a:cubicBezTo>
                    <a:cubicBezTo>
                      <a:pt x="35583" y="143797"/>
                      <a:pt x="25877" y="141533"/>
                      <a:pt x="20286" y="134490"/>
                    </a:cubicBezTo>
                    <a:cubicBezTo>
                      <a:pt x="14696" y="127446"/>
                      <a:pt x="14696" y="117478"/>
                      <a:pt x="20286" y="110435"/>
                    </a:cubicBezTo>
                    <a:cubicBezTo>
                      <a:pt x="25877" y="103391"/>
                      <a:pt x="35583" y="101127"/>
                      <a:pt x="43713" y="104972"/>
                    </a:cubicBezTo>
                    <a:cubicBezTo>
                      <a:pt x="46111" y="106110"/>
                      <a:pt x="48925" y="105940"/>
                      <a:pt x="51168" y="104521"/>
                    </a:cubicBezTo>
                    <a:cubicBezTo>
                      <a:pt x="53411" y="103102"/>
                      <a:pt x="54771" y="100632"/>
                      <a:pt x="54770" y="97978"/>
                    </a:cubicBezTo>
                    <a:lnTo>
                      <a:pt x="54770" y="56680"/>
                    </a:lnTo>
                    <a:lnTo>
                      <a:pt x="99937" y="56680"/>
                    </a:lnTo>
                    <a:cubicBezTo>
                      <a:pt x="102591" y="56681"/>
                      <a:pt x="105061" y="55322"/>
                      <a:pt x="106480" y="53078"/>
                    </a:cubicBezTo>
                    <a:cubicBezTo>
                      <a:pt x="107899" y="50835"/>
                      <a:pt x="108069" y="48021"/>
                      <a:pt x="106931" y="45623"/>
                    </a:cubicBezTo>
                    <a:cubicBezTo>
                      <a:pt x="103086" y="37494"/>
                      <a:pt x="105350" y="27787"/>
                      <a:pt x="112394" y="22197"/>
                    </a:cubicBezTo>
                    <a:cubicBezTo>
                      <a:pt x="119438" y="16606"/>
                      <a:pt x="129405" y="16606"/>
                      <a:pt x="136449" y="22197"/>
                    </a:cubicBezTo>
                    <a:cubicBezTo>
                      <a:pt x="143493" y="27787"/>
                      <a:pt x="145756" y="37494"/>
                      <a:pt x="141911" y="45623"/>
                    </a:cubicBezTo>
                    <a:cubicBezTo>
                      <a:pt x="140773" y="48021"/>
                      <a:pt x="140944" y="50835"/>
                      <a:pt x="142363" y="53078"/>
                    </a:cubicBezTo>
                    <a:cubicBezTo>
                      <a:pt x="143782" y="55322"/>
                      <a:pt x="146251" y="56681"/>
                      <a:pt x="148906" y="56680"/>
                    </a:cubicBezTo>
                    <a:lnTo>
                      <a:pt x="194072" y="56680"/>
                    </a:lnTo>
                    <a:lnTo>
                      <a:pt x="194072" y="87859"/>
                    </a:lnTo>
                    <a:cubicBezTo>
                      <a:pt x="191947" y="87615"/>
                      <a:pt x="189803" y="87570"/>
                      <a:pt x="187668" y="87723"/>
                    </a:cubicBezTo>
                    <a:cubicBezTo>
                      <a:pt x="168946" y="89049"/>
                      <a:pt x="154642" y="104973"/>
                      <a:pt x="155326" y="123730"/>
                    </a:cubicBezTo>
                    <a:cubicBezTo>
                      <a:pt x="156009" y="142487"/>
                      <a:pt x="171434" y="157328"/>
                      <a:pt x="190203" y="157288"/>
                    </a:cubicBezTo>
                    <a:cubicBezTo>
                      <a:pt x="191496" y="157290"/>
                      <a:pt x="192788" y="157219"/>
                      <a:pt x="194072" y="157075"/>
                    </a:cubicBezTo>
                    <a:close/>
                  </a:path>
                </a:pathLst>
              </a:custGeom>
              <a:solidFill>
                <a:srgbClr val="FF6B35"/>
              </a:solidFill>
              <a:ln>
                <a:noFill/>
              </a:ln>
            </p:spPr>
          </p:sp>
        </p:grpSp>
        <p:sp>
          <p:nvSpPr>
            <p:cNvPr id="27" name="TextBox 27"/>
            <p:cNvSpPr txBox="1"/>
            <p:nvPr/>
          </p:nvSpPr>
          <p:spPr>
            <a:xfrm>
              <a:off x="2298192" y="4645342"/>
              <a:ext cx="1566779" cy="264033"/>
            </a:xfrm>
            <a:prstGeom prst="rect">
              <a:avLst/>
            </a:prstGeom>
            <a:noFill/>
            <a:ln>
              <a:noFill/>
            </a:ln>
          </p:spPr>
          <p:txBody>
            <a:bodyPr wrap="none" lIns="0" tIns="0" rIns="0" bIns="0" anchor="t" anchorCtr="0">
              <a:spAutoFit/>
            </a:bodyPr>
            <a:lstStyle/>
            <a:p>
              <a:pPr algn="l"/>
              <a:r>
                <a:rPr lang="ko-KR" sz="1350" dirty="0">
                  <a:solidFill>
                    <a:srgbClr val="2B2420"/>
                  </a:solidFill>
                  <a:latin typeface="Pretendard"/>
                  <a:ea typeface="Pretendard"/>
                  <a:cs typeface="Pretendard"/>
                </a:rPr>
                <a:t>Skill = 일하는 방법</a:t>
              </a:r>
            </a:p>
          </p:txBody>
        </p:sp>
      </p:grpSp>
      <p:grpSp>
        <p:nvGrpSpPr>
          <p:cNvPr id="34" name="Group 34"/>
          <p:cNvGrpSpPr/>
          <p:nvPr/>
        </p:nvGrpSpPr>
        <p:grpSpPr>
          <a:xfrm>
            <a:off x="4000500" y="4438650"/>
            <a:ext cx="2162254" cy="571500"/>
            <a:chOff x="4000500" y="4438650"/>
            <a:chExt cx="2162254" cy="571500"/>
          </a:xfrm>
        </p:grpSpPr>
        <p:sp>
          <p:nvSpPr>
            <p:cNvPr id="29" name="Rectangle 29"/>
            <p:cNvSpPr/>
            <p:nvPr/>
          </p:nvSpPr>
          <p:spPr>
            <a:xfrm>
              <a:off x="4000500" y="4438650"/>
              <a:ext cx="2095500" cy="571500"/>
            </a:xfrm>
            <a:prstGeom prst="roundRect">
              <a:avLst>
                <a:gd name="adj" fmla="val 50000"/>
              </a:avLst>
            </a:prstGeom>
            <a:solidFill>
              <a:srgbClr val="FFF8EC"/>
            </a:solidFill>
            <a:ln w="14288">
              <a:solidFill>
                <a:srgbClr val="2B2420">
                  <a:alpha val="30000"/>
                </a:srgbClr>
              </a:solidFill>
            </a:ln>
          </p:spPr>
        </p:sp>
        <p:grpSp>
          <p:nvGrpSpPr>
            <p:cNvPr id="32" name="Group 32"/>
            <p:cNvGrpSpPr/>
            <p:nvPr/>
          </p:nvGrpSpPr>
          <p:grpSpPr>
            <a:xfrm>
              <a:off x="4243901" y="4604428"/>
              <a:ext cx="218032" cy="201852"/>
              <a:chOff x="4243901" y="4604428"/>
              <a:chExt cx="218032" cy="201852"/>
            </a:xfrm>
          </p:grpSpPr>
          <p:sp>
            <p:nvSpPr>
              <p:cNvPr id="30" name="Freeform 30"/>
              <p:cNvSpPr/>
              <p:nvPr/>
            </p:nvSpPr>
            <p:spPr>
              <a:xfrm>
                <a:off x="4251717" y="4612481"/>
                <a:ext cx="202401" cy="185737"/>
              </a:xfrm>
              <a:custGeom>
                <a:avLst/>
                <a:gdLst/>
                <a:ahLst/>
                <a:cxnLst/>
                <a:rect l="l" t="t" r="r" b="b"/>
                <a:pathLst>
                  <a:path w="202401" h="185737">
                    <a:moveTo>
                      <a:pt x="199977" y="74256"/>
                    </a:moveTo>
                    <a:lnTo>
                      <a:pt x="169166" y="56708"/>
                    </a:lnTo>
                    <a:cubicBezTo>
                      <a:pt x="168547" y="55586"/>
                      <a:pt x="167898" y="54492"/>
                      <a:pt x="167231" y="53409"/>
                    </a:cubicBezTo>
                    <a:lnTo>
                      <a:pt x="167115" y="18583"/>
                    </a:lnTo>
                    <a:cubicBezTo>
                      <a:pt x="157377" y="10366"/>
                      <a:pt x="146175" y="4061"/>
                      <a:pt x="134098" y="0"/>
                    </a:cubicBezTo>
                    <a:lnTo>
                      <a:pt x="103142" y="17306"/>
                    </a:lnTo>
                    <a:cubicBezTo>
                      <a:pt x="101846" y="17306"/>
                      <a:pt x="100540" y="17306"/>
                      <a:pt x="99273" y="17306"/>
                    </a:cubicBezTo>
                    <a:lnTo>
                      <a:pt x="68316" y="0"/>
                    </a:lnTo>
                    <a:cubicBezTo>
                      <a:pt x="56243" y="4074"/>
                      <a:pt x="45047" y="10392"/>
                      <a:pt x="35319" y="18622"/>
                    </a:cubicBezTo>
                    <a:lnTo>
                      <a:pt x="35164" y="53448"/>
                    </a:lnTo>
                    <a:cubicBezTo>
                      <a:pt x="34487" y="54531"/>
                      <a:pt x="33839" y="55634"/>
                      <a:pt x="33230" y="56746"/>
                    </a:cubicBezTo>
                    <a:lnTo>
                      <a:pt x="2428" y="74256"/>
                    </a:lnTo>
                    <a:cubicBezTo>
                      <a:pt x="0" y="86539"/>
                      <a:pt x="0" y="99178"/>
                      <a:pt x="2428" y="111461"/>
                    </a:cubicBezTo>
                    <a:lnTo>
                      <a:pt x="33239" y="129010"/>
                    </a:lnTo>
                    <a:cubicBezTo>
                      <a:pt x="33858" y="130132"/>
                      <a:pt x="34507" y="131225"/>
                      <a:pt x="35174" y="132308"/>
                    </a:cubicBezTo>
                    <a:lnTo>
                      <a:pt x="35290" y="167134"/>
                    </a:lnTo>
                    <a:cubicBezTo>
                      <a:pt x="45029" y="175360"/>
                      <a:pt x="56234" y="181671"/>
                      <a:pt x="68316" y="185737"/>
                    </a:cubicBezTo>
                    <a:lnTo>
                      <a:pt x="99273" y="168450"/>
                    </a:lnTo>
                    <a:cubicBezTo>
                      <a:pt x="100569" y="168450"/>
                      <a:pt x="101875" y="168450"/>
                      <a:pt x="103142" y="168450"/>
                    </a:cubicBezTo>
                    <a:lnTo>
                      <a:pt x="134098" y="185737"/>
                    </a:lnTo>
                    <a:cubicBezTo>
                      <a:pt x="146162" y="181659"/>
                      <a:pt x="157347" y="175341"/>
                      <a:pt x="167066" y="167115"/>
                    </a:cubicBezTo>
                    <a:lnTo>
                      <a:pt x="167221" y="132289"/>
                    </a:lnTo>
                    <a:cubicBezTo>
                      <a:pt x="167898" y="131205"/>
                      <a:pt x="168547" y="130103"/>
                      <a:pt x="169156" y="128990"/>
                    </a:cubicBezTo>
                    <a:lnTo>
                      <a:pt x="199957" y="111481"/>
                    </a:lnTo>
                    <a:cubicBezTo>
                      <a:pt x="202395" y="99193"/>
                      <a:pt x="202401" y="86546"/>
                      <a:pt x="199977" y="74256"/>
                    </a:cubicBezTo>
                    <a:close/>
                    <a:moveTo>
                      <a:pt x="101207" y="131563"/>
                    </a:moveTo>
                    <a:cubicBezTo>
                      <a:pt x="79837" y="131563"/>
                      <a:pt x="62512" y="114239"/>
                      <a:pt x="62512" y="92868"/>
                    </a:cubicBezTo>
                    <a:cubicBezTo>
                      <a:pt x="62512" y="71498"/>
                      <a:pt x="79837" y="54173"/>
                      <a:pt x="101207" y="54173"/>
                    </a:cubicBezTo>
                    <a:cubicBezTo>
                      <a:pt x="122578" y="54173"/>
                      <a:pt x="139902" y="71498"/>
                      <a:pt x="139902" y="92868"/>
                    </a:cubicBezTo>
                    <a:cubicBezTo>
                      <a:pt x="139902" y="114239"/>
                      <a:pt x="122578" y="131563"/>
                      <a:pt x="101207" y="131563"/>
                    </a:cubicBezTo>
                    <a:close/>
                  </a:path>
                </a:pathLst>
              </a:custGeom>
              <a:solidFill>
                <a:srgbClr val="0D47A1">
                  <a:alpha val="20000"/>
                </a:srgbClr>
              </a:solidFill>
              <a:ln>
                <a:noFill/>
              </a:ln>
            </p:spPr>
          </p:sp>
          <p:sp>
            <p:nvSpPr>
              <p:cNvPr id="31" name="Freeform 31"/>
              <p:cNvSpPr/>
              <p:nvPr/>
            </p:nvSpPr>
            <p:spPr>
              <a:xfrm>
                <a:off x="4243901" y="4604428"/>
                <a:ext cx="218032" cy="201852"/>
              </a:xfrm>
              <a:custGeom>
                <a:avLst/>
                <a:gdLst/>
                <a:ahLst/>
                <a:cxnLst/>
                <a:rect l="l" t="t" r="r" b="b"/>
                <a:pathLst>
                  <a:path w="218032" h="201852">
                    <a:moveTo>
                      <a:pt x="109024" y="54487"/>
                    </a:moveTo>
                    <a:cubicBezTo>
                      <a:pt x="83379" y="54487"/>
                      <a:pt x="62589" y="75276"/>
                      <a:pt x="62589" y="100921"/>
                    </a:cubicBezTo>
                    <a:cubicBezTo>
                      <a:pt x="62589" y="126566"/>
                      <a:pt x="83379" y="147355"/>
                      <a:pt x="109024" y="147355"/>
                    </a:cubicBezTo>
                    <a:cubicBezTo>
                      <a:pt x="134668" y="147355"/>
                      <a:pt x="155458" y="126566"/>
                      <a:pt x="155458" y="100921"/>
                    </a:cubicBezTo>
                    <a:cubicBezTo>
                      <a:pt x="155431" y="75287"/>
                      <a:pt x="134657" y="54514"/>
                      <a:pt x="109024" y="54487"/>
                    </a:cubicBezTo>
                    <a:close/>
                    <a:moveTo>
                      <a:pt x="109024" y="131877"/>
                    </a:moveTo>
                    <a:cubicBezTo>
                      <a:pt x="91927" y="131877"/>
                      <a:pt x="78067" y="118018"/>
                      <a:pt x="78067" y="100921"/>
                    </a:cubicBezTo>
                    <a:cubicBezTo>
                      <a:pt x="78067" y="83824"/>
                      <a:pt x="91927" y="69965"/>
                      <a:pt x="109024" y="69965"/>
                    </a:cubicBezTo>
                    <a:cubicBezTo>
                      <a:pt x="126120" y="69965"/>
                      <a:pt x="139980" y="83824"/>
                      <a:pt x="139980" y="100921"/>
                    </a:cubicBezTo>
                    <a:cubicBezTo>
                      <a:pt x="139980" y="118018"/>
                      <a:pt x="126120" y="131877"/>
                      <a:pt x="109024" y="131877"/>
                    </a:cubicBezTo>
                    <a:close/>
                    <a:moveTo>
                      <a:pt x="215377" y="80809"/>
                    </a:moveTo>
                    <a:cubicBezTo>
                      <a:pt x="214941" y="78604"/>
                      <a:pt x="213567" y="76698"/>
                      <a:pt x="211614" y="75585"/>
                    </a:cubicBezTo>
                    <a:lnTo>
                      <a:pt x="182757" y="59140"/>
                    </a:lnTo>
                    <a:lnTo>
                      <a:pt x="182641" y="26617"/>
                    </a:lnTo>
                    <a:cubicBezTo>
                      <a:pt x="182634" y="24350"/>
                      <a:pt x="181633" y="22200"/>
                      <a:pt x="179903" y="20735"/>
                    </a:cubicBezTo>
                    <a:cubicBezTo>
                      <a:pt x="169436" y="11881"/>
                      <a:pt x="157381" y="5095"/>
                      <a:pt x="144381" y="739"/>
                    </a:cubicBezTo>
                    <a:cubicBezTo>
                      <a:pt x="142311" y="39"/>
                      <a:pt x="140041" y="246"/>
                      <a:pt x="138132" y="1310"/>
                    </a:cubicBezTo>
                    <a:lnTo>
                      <a:pt x="109024" y="17581"/>
                    </a:lnTo>
                    <a:lnTo>
                      <a:pt x="79886" y="1281"/>
                    </a:lnTo>
                    <a:cubicBezTo>
                      <a:pt x="77976" y="211"/>
                      <a:pt x="75702" y="0"/>
                      <a:pt x="73627" y="701"/>
                    </a:cubicBezTo>
                    <a:cubicBezTo>
                      <a:pt x="60635" y="5084"/>
                      <a:pt x="48594" y="11896"/>
                      <a:pt x="38144" y="20774"/>
                    </a:cubicBezTo>
                    <a:cubicBezTo>
                      <a:pt x="36416" y="22237"/>
                      <a:pt x="35416" y="24382"/>
                      <a:pt x="35406" y="26646"/>
                    </a:cubicBezTo>
                    <a:lnTo>
                      <a:pt x="35261" y="59198"/>
                    </a:lnTo>
                    <a:lnTo>
                      <a:pt x="6404" y="75643"/>
                    </a:lnTo>
                    <a:cubicBezTo>
                      <a:pt x="4451" y="76756"/>
                      <a:pt x="3077" y="78662"/>
                      <a:pt x="2641" y="80867"/>
                    </a:cubicBezTo>
                    <a:cubicBezTo>
                      <a:pt x="0" y="94139"/>
                      <a:pt x="0" y="107800"/>
                      <a:pt x="2641" y="121072"/>
                    </a:cubicBezTo>
                    <a:cubicBezTo>
                      <a:pt x="3077" y="123277"/>
                      <a:pt x="4451" y="125183"/>
                      <a:pt x="6404" y="126295"/>
                    </a:cubicBezTo>
                    <a:lnTo>
                      <a:pt x="35261" y="142741"/>
                    </a:lnTo>
                    <a:lnTo>
                      <a:pt x="35377" y="175274"/>
                    </a:lnTo>
                    <a:cubicBezTo>
                      <a:pt x="35384" y="177541"/>
                      <a:pt x="36385" y="179690"/>
                      <a:pt x="38115" y="181155"/>
                    </a:cubicBezTo>
                    <a:cubicBezTo>
                      <a:pt x="48582" y="190010"/>
                      <a:pt x="60637" y="196795"/>
                      <a:pt x="73637" y="201151"/>
                    </a:cubicBezTo>
                    <a:cubicBezTo>
                      <a:pt x="75707" y="201852"/>
                      <a:pt x="77977" y="201644"/>
                      <a:pt x="79886" y="200580"/>
                    </a:cubicBezTo>
                    <a:lnTo>
                      <a:pt x="109024" y="184261"/>
                    </a:lnTo>
                    <a:lnTo>
                      <a:pt x="138161" y="200561"/>
                    </a:lnTo>
                    <a:cubicBezTo>
                      <a:pt x="139314" y="201203"/>
                      <a:pt x="140614" y="201537"/>
                      <a:pt x="141934" y="201528"/>
                    </a:cubicBezTo>
                    <a:cubicBezTo>
                      <a:pt x="142779" y="201528"/>
                      <a:pt x="143619" y="201391"/>
                      <a:pt x="144420" y="201122"/>
                    </a:cubicBezTo>
                    <a:cubicBezTo>
                      <a:pt x="157409" y="196740"/>
                      <a:pt x="169449" y="189936"/>
                      <a:pt x="179903" y="181068"/>
                    </a:cubicBezTo>
                    <a:cubicBezTo>
                      <a:pt x="181631" y="179606"/>
                      <a:pt x="182631" y="177460"/>
                      <a:pt x="182641" y="175196"/>
                    </a:cubicBezTo>
                    <a:lnTo>
                      <a:pt x="182786" y="142644"/>
                    </a:lnTo>
                    <a:lnTo>
                      <a:pt x="211643" y="126199"/>
                    </a:lnTo>
                    <a:cubicBezTo>
                      <a:pt x="213597" y="125086"/>
                      <a:pt x="214970" y="123180"/>
                      <a:pt x="215406" y="120975"/>
                    </a:cubicBezTo>
                    <a:cubicBezTo>
                      <a:pt x="218032" y="107714"/>
                      <a:pt x="218023" y="94066"/>
                      <a:pt x="215377" y="80809"/>
                    </a:cubicBezTo>
                    <a:close/>
                    <a:moveTo>
                      <a:pt x="200866" y="114580"/>
                    </a:moveTo>
                    <a:lnTo>
                      <a:pt x="173228" y="130300"/>
                    </a:lnTo>
                    <a:cubicBezTo>
                      <a:pt x="172017" y="130989"/>
                      <a:pt x="171015" y="131991"/>
                      <a:pt x="170326" y="133202"/>
                    </a:cubicBezTo>
                    <a:cubicBezTo>
                      <a:pt x="169765" y="134170"/>
                      <a:pt x="169175" y="135195"/>
                      <a:pt x="168575" y="136163"/>
                    </a:cubicBezTo>
                    <a:cubicBezTo>
                      <a:pt x="167808" y="137383"/>
                      <a:pt x="167399" y="138794"/>
                      <a:pt x="167395" y="140235"/>
                    </a:cubicBezTo>
                    <a:lnTo>
                      <a:pt x="167250" y="171433"/>
                    </a:lnTo>
                    <a:cubicBezTo>
                      <a:pt x="159821" y="177267"/>
                      <a:pt x="151545" y="181932"/>
                      <a:pt x="142708" y="185267"/>
                    </a:cubicBezTo>
                    <a:lnTo>
                      <a:pt x="114828" y="169731"/>
                    </a:lnTo>
                    <a:cubicBezTo>
                      <a:pt x="113670" y="169090"/>
                      <a:pt x="112368" y="168757"/>
                      <a:pt x="111045" y="168763"/>
                    </a:cubicBezTo>
                    <a:lnTo>
                      <a:pt x="110862" y="168763"/>
                    </a:lnTo>
                    <a:cubicBezTo>
                      <a:pt x="109691" y="168763"/>
                      <a:pt x="108511" y="168763"/>
                      <a:pt x="107340" y="168763"/>
                    </a:cubicBezTo>
                    <a:cubicBezTo>
                      <a:pt x="105956" y="168730"/>
                      <a:pt x="104587" y="169063"/>
                      <a:pt x="103374" y="169731"/>
                    </a:cubicBezTo>
                    <a:lnTo>
                      <a:pt x="75475" y="185305"/>
                    </a:lnTo>
                    <a:cubicBezTo>
                      <a:pt x="66619" y="181996"/>
                      <a:pt x="58320" y="177354"/>
                      <a:pt x="50865" y="171540"/>
                    </a:cubicBezTo>
                    <a:lnTo>
                      <a:pt x="50758" y="140390"/>
                    </a:lnTo>
                    <a:cubicBezTo>
                      <a:pt x="50754" y="138946"/>
                      <a:pt x="50345" y="137532"/>
                      <a:pt x="49578" y="136308"/>
                    </a:cubicBezTo>
                    <a:cubicBezTo>
                      <a:pt x="48978" y="135340"/>
                      <a:pt x="48388" y="134373"/>
                      <a:pt x="47837" y="133348"/>
                    </a:cubicBezTo>
                    <a:cubicBezTo>
                      <a:pt x="47153" y="132118"/>
                      <a:pt x="46151" y="131095"/>
                      <a:pt x="44935" y="130387"/>
                    </a:cubicBezTo>
                    <a:lnTo>
                      <a:pt x="17268" y="114629"/>
                    </a:lnTo>
                    <a:cubicBezTo>
                      <a:pt x="15836" y="105572"/>
                      <a:pt x="15836" y="96347"/>
                      <a:pt x="17268" y="87291"/>
                    </a:cubicBezTo>
                    <a:lnTo>
                      <a:pt x="44857" y="71542"/>
                    </a:lnTo>
                    <a:cubicBezTo>
                      <a:pt x="46068" y="70853"/>
                      <a:pt x="47071" y="69851"/>
                      <a:pt x="47759" y="68640"/>
                    </a:cubicBezTo>
                    <a:cubicBezTo>
                      <a:pt x="48321" y="67672"/>
                      <a:pt x="48911" y="66647"/>
                      <a:pt x="49510" y="65679"/>
                    </a:cubicBezTo>
                    <a:cubicBezTo>
                      <a:pt x="50278" y="64460"/>
                      <a:pt x="50687" y="63048"/>
                      <a:pt x="50691" y="61607"/>
                    </a:cubicBezTo>
                    <a:lnTo>
                      <a:pt x="50836" y="30409"/>
                    </a:lnTo>
                    <a:cubicBezTo>
                      <a:pt x="58265" y="24575"/>
                      <a:pt x="66541" y="19910"/>
                      <a:pt x="75378" y="16575"/>
                    </a:cubicBezTo>
                    <a:lnTo>
                      <a:pt x="103219" y="32111"/>
                    </a:lnTo>
                    <a:cubicBezTo>
                      <a:pt x="104431" y="32783"/>
                      <a:pt x="105801" y="33117"/>
                      <a:pt x="107186" y="33079"/>
                    </a:cubicBezTo>
                    <a:cubicBezTo>
                      <a:pt x="108356" y="33079"/>
                      <a:pt x="109536" y="33079"/>
                      <a:pt x="110707" y="33079"/>
                    </a:cubicBezTo>
                    <a:cubicBezTo>
                      <a:pt x="112092" y="33117"/>
                      <a:pt x="113461" y="32783"/>
                      <a:pt x="114673" y="32111"/>
                    </a:cubicBezTo>
                    <a:lnTo>
                      <a:pt x="142572" y="16537"/>
                    </a:lnTo>
                    <a:cubicBezTo>
                      <a:pt x="151428" y="19846"/>
                      <a:pt x="159727" y="24488"/>
                      <a:pt x="167182" y="30302"/>
                    </a:cubicBezTo>
                    <a:lnTo>
                      <a:pt x="167289" y="61452"/>
                    </a:lnTo>
                    <a:cubicBezTo>
                      <a:pt x="167293" y="62896"/>
                      <a:pt x="167702" y="64310"/>
                      <a:pt x="168469" y="65534"/>
                    </a:cubicBezTo>
                    <a:cubicBezTo>
                      <a:pt x="169069" y="66502"/>
                      <a:pt x="169659" y="67469"/>
                      <a:pt x="170210" y="68495"/>
                    </a:cubicBezTo>
                    <a:cubicBezTo>
                      <a:pt x="170894" y="69724"/>
                      <a:pt x="171896" y="70747"/>
                      <a:pt x="173112" y="71455"/>
                    </a:cubicBezTo>
                    <a:lnTo>
                      <a:pt x="200779" y="87213"/>
                    </a:lnTo>
                    <a:cubicBezTo>
                      <a:pt x="202230" y="96277"/>
                      <a:pt x="202246" y="105512"/>
                      <a:pt x="200828" y="114580"/>
                    </a:cubicBezTo>
                    <a:close/>
                  </a:path>
                </a:pathLst>
              </a:custGeom>
              <a:solidFill>
                <a:srgbClr val="0D47A1"/>
              </a:solidFill>
              <a:ln>
                <a:noFill/>
              </a:ln>
            </p:spPr>
          </p:sp>
        </p:grpSp>
        <p:sp>
          <p:nvSpPr>
            <p:cNvPr id="33" name="TextBox 33"/>
            <p:cNvSpPr txBox="1"/>
            <p:nvPr/>
          </p:nvSpPr>
          <p:spPr>
            <a:xfrm>
              <a:off x="4584192" y="4645342"/>
              <a:ext cx="1578562" cy="264033"/>
            </a:xfrm>
            <a:prstGeom prst="rect">
              <a:avLst/>
            </a:prstGeom>
            <a:noFill/>
            <a:ln>
              <a:noFill/>
            </a:ln>
          </p:spPr>
          <p:txBody>
            <a:bodyPr wrap="none" lIns="0" tIns="0" rIns="0" bIns="0" anchor="t" anchorCtr="0">
              <a:spAutoFit/>
            </a:bodyPr>
            <a:lstStyle/>
            <a:p>
              <a:pPr algn="l"/>
              <a:r>
                <a:rPr lang="ko-KR" sz="1350" dirty="0">
                  <a:solidFill>
                    <a:srgbClr val="2B2420"/>
                  </a:solidFill>
                  <a:latin typeface="Pretendard"/>
                  <a:ea typeface="Pretendard"/>
                  <a:cs typeface="Pretendard"/>
                </a:rPr>
                <a:t>Subagent = 담당자</a:t>
              </a:r>
            </a:p>
          </p:txBody>
        </p:sp>
      </p:grpSp>
      <p:grpSp>
        <p:nvGrpSpPr>
          <p:cNvPr id="40" name="Group 40"/>
          <p:cNvGrpSpPr/>
          <p:nvPr/>
        </p:nvGrpSpPr>
        <p:grpSpPr>
          <a:xfrm>
            <a:off x="6286500" y="4438650"/>
            <a:ext cx="1905000" cy="571500"/>
            <a:chOff x="6286500" y="4438650"/>
            <a:chExt cx="1905000" cy="571500"/>
          </a:xfrm>
        </p:grpSpPr>
        <p:sp>
          <p:nvSpPr>
            <p:cNvPr id="35" name="Rectangle 35"/>
            <p:cNvSpPr/>
            <p:nvPr/>
          </p:nvSpPr>
          <p:spPr>
            <a:xfrm>
              <a:off x="6286500" y="4438650"/>
              <a:ext cx="1905000" cy="571500"/>
            </a:xfrm>
            <a:prstGeom prst="roundRect">
              <a:avLst>
                <a:gd name="adj" fmla="val 50000"/>
              </a:avLst>
            </a:prstGeom>
            <a:solidFill>
              <a:srgbClr val="FFF8EC"/>
            </a:solidFill>
            <a:ln w="14288">
              <a:solidFill>
                <a:srgbClr val="2B2420">
                  <a:alpha val="30000"/>
                </a:srgbClr>
              </a:solidFill>
            </a:ln>
          </p:spPr>
        </p:sp>
        <p:grpSp>
          <p:nvGrpSpPr>
            <p:cNvPr id="38" name="Group 38"/>
            <p:cNvGrpSpPr/>
            <p:nvPr/>
          </p:nvGrpSpPr>
          <p:grpSpPr>
            <a:xfrm>
              <a:off x="6553795" y="4604742"/>
              <a:ext cx="170259" cy="201215"/>
              <a:chOff x="6553795" y="4604742"/>
              <a:chExt cx="170259" cy="201215"/>
            </a:xfrm>
          </p:grpSpPr>
          <p:sp>
            <p:nvSpPr>
              <p:cNvPr id="36" name="Freeform 36"/>
              <p:cNvSpPr/>
              <p:nvPr/>
            </p:nvSpPr>
            <p:spPr>
              <a:xfrm>
                <a:off x="6561534" y="4612481"/>
                <a:ext cx="154780" cy="177998"/>
              </a:xfrm>
              <a:custGeom>
                <a:avLst/>
                <a:gdLst/>
                <a:ahLst/>
                <a:cxnLst/>
                <a:rect l="l" t="t" r="r" b="b"/>
                <a:pathLst>
                  <a:path w="154780" h="177998">
                    <a:moveTo>
                      <a:pt x="154780" y="0"/>
                    </a:moveTo>
                    <a:lnTo>
                      <a:pt x="154780" y="154780"/>
                    </a:lnTo>
                    <a:lnTo>
                      <a:pt x="23217" y="154780"/>
                    </a:lnTo>
                    <a:cubicBezTo>
                      <a:pt x="10395" y="154780"/>
                      <a:pt x="0" y="165175"/>
                      <a:pt x="0" y="177998"/>
                    </a:cubicBezTo>
                    <a:lnTo>
                      <a:pt x="0" y="23217"/>
                    </a:lnTo>
                    <a:cubicBezTo>
                      <a:pt x="0" y="10395"/>
                      <a:pt x="10395" y="0"/>
                      <a:pt x="23217" y="0"/>
                    </a:cubicBezTo>
                    <a:close/>
                  </a:path>
                </a:pathLst>
              </a:custGeom>
              <a:solidFill>
                <a:srgbClr val="1565C0">
                  <a:alpha val="20000"/>
                </a:srgbClr>
              </a:solidFill>
              <a:ln>
                <a:noFill/>
              </a:ln>
            </p:spPr>
          </p:sp>
          <p:sp>
            <p:nvSpPr>
              <p:cNvPr id="37" name="Freeform 37"/>
              <p:cNvSpPr/>
              <p:nvPr/>
            </p:nvSpPr>
            <p:spPr>
              <a:xfrm>
                <a:off x="6553795" y="4604742"/>
                <a:ext cx="170259" cy="201215"/>
              </a:xfrm>
              <a:custGeom>
                <a:avLst/>
                <a:gdLst/>
                <a:ahLst/>
                <a:cxnLst/>
                <a:rect l="l" t="t" r="r" b="b"/>
                <a:pathLst>
                  <a:path w="170259" h="201215">
                    <a:moveTo>
                      <a:pt x="162520" y="0"/>
                    </a:moveTo>
                    <a:lnTo>
                      <a:pt x="30956" y="0"/>
                    </a:lnTo>
                    <a:cubicBezTo>
                      <a:pt x="13860" y="0"/>
                      <a:pt x="0" y="13860"/>
                      <a:pt x="0" y="30956"/>
                    </a:cubicBezTo>
                    <a:lnTo>
                      <a:pt x="0" y="193476"/>
                    </a:lnTo>
                    <a:cubicBezTo>
                      <a:pt x="0" y="197750"/>
                      <a:pt x="3465" y="201215"/>
                      <a:pt x="7739" y="201215"/>
                    </a:cubicBezTo>
                    <a:lnTo>
                      <a:pt x="147041" y="201215"/>
                    </a:lnTo>
                    <a:cubicBezTo>
                      <a:pt x="151316" y="201215"/>
                      <a:pt x="154780" y="197750"/>
                      <a:pt x="154780" y="193476"/>
                    </a:cubicBezTo>
                    <a:cubicBezTo>
                      <a:pt x="154780" y="189201"/>
                      <a:pt x="151316" y="185737"/>
                      <a:pt x="147041" y="185737"/>
                    </a:cubicBezTo>
                    <a:lnTo>
                      <a:pt x="15478" y="185737"/>
                    </a:lnTo>
                    <a:cubicBezTo>
                      <a:pt x="15478" y="177188"/>
                      <a:pt x="22408" y="170259"/>
                      <a:pt x="30956" y="170259"/>
                    </a:cubicBezTo>
                    <a:lnTo>
                      <a:pt x="162520" y="170259"/>
                    </a:lnTo>
                    <a:cubicBezTo>
                      <a:pt x="166794" y="170259"/>
                      <a:pt x="170259" y="166794"/>
                      <a:pt x="170259" y="162520"/>
                    </a:cubicBezTo>
                    <a:lnTo>
                      <a:pt x="170259" y="7739"/>
                    </a:lnTo>
                    <a:cubicBezTo>
                      <a:pt x="170259" y="3465"/>
                      <a:pt x="166794" y="0"/>
                      <a:pt x="162520" y="0"/>
                    </a:cubicBezTo>
                    <a:close/>
                    <a:moveTo>
                      <a:pt x="154780" y="154780"/>
                    </a:moveTo>
                    <a:lnTo>
                      <a:pt x="30956" y="154780"/>
                    </a:lnTo>
                    <a:cubicBezTo>
                      <a:pt x="25521" y="154773"/>
                      <a:pt x="20181" y="156205"/>
                      <a:pt x="15478" y="158931"/>
                    </a:cubicBezTo>
                    <a:lnTo>
                      <a:pt x="15478" y="30956"/>
                    </a:lnTo>
                    <a:cubicBezTo>
                      <a:pt x="15478" y="22408"/>
                      <a:pt x="22408" y="15478"/>
                      <a:pt x="30956" y="15478"/>
                    </a:cubicBezTo>
                    <a:lnTo>
                      <a:pt x="154780" y="15478"/>
                    </a:lnTo>
                    <a:close/>
                  </a:path>
                </a:pathLst>
              </a:custGeom>
              <a:solidFill>
                <a:srgbClr val="1565C0"/>
              </a:solidFill>
              <a:ln>
                <a:noFill/>
              </a:ln>
            </p:spPr>
          </p:sp>
        </p:grpSp>
        <p:sp>
          <p:nvSpPr>
            <p:cNvPr id="39" name="TextBox 39"/>
            <p:cNvSpPr txBox="1"/>
            <p:nvPr/>
          </p:nvSpPr>
          <p:spPr>
            <a:xfrm>
              <a:off x="6870192" y="4645342"/>
              <a:ext cx="1158659" cy="264033"/>
            </a:xfrm>
            <a:prstGeom prst="rect">
              <a:avLst/>
            </a:prstGeom>
            <a:noFill/>
            <a:ln>
              <a:noFill/>
            </a:ln>
          </p:spPr>
          <p:txBody>
            <a:bodyPr wrap="none" lIns="0" tIns="0" rIns="0" bIns="0" anchor="t" anchorCtr="0">
              <a:spAutoFit/>
            </a:bodyPr>
            <a:lstStyle/>
            <a:p>
              <a:pPr algn="l"/>
              <a:r>
                <a:rPr lang="ko-KR" sz="1350" dirty="0">
                  <a:solidFill>
                    <a:srgbClr val="2B2420"/>
                  </a:solidFill>
                  <a:latin typeface="Pretendard"/>
                  <a:ea typeface="Pretendard"/>
                  <a:cs typeface="Pretendard"/>
                </a:rPr>
                <a:t>저장소에 축적</a:t>
              </a:r>
            </a:p>
          </p:txBody>
        </p:sp>
      </p:grpSp>
      <p:grpSp>
        <p:nvGrpSpPr>
          <p:cNvPr id="46" name="Group 46"/>
          <p:cNvGrpSpPr/>
          <p:nvPr/>
        </p:nvGrpSpPr>
        <p:grpSpPr>
          <a:xfrm>
            <a:off x="8382000" y="4438650"/>
            <a:ext cx="2160346" cy="571500"/>
            <a:chOff x="8382000" y="4438650"/>
            <a:chExt cx="2160346" cy="571500"/>
          </a:xfrm>
        </p:grpSpPr>
        <p:sp>
          <p:nvSpPr>
            <p:cNvPr id="41" name="Rectangle 41"/>
            <p:cNvSpPr/>
            <p:nvPr/>
          </p:nvSpPr>
          <p:spPr>
            <a:xfrm>
              <a:off x="8382000" y="4438650"/>
              <a:ext cx="2095500" cy="571500"/>
            </a:xfrm>
            <a:prstGeom prst="roundRect">
              <a:avLst>
                <a:gd name="adj" fmla="val 50000"/>
              </a:avLst>
            </a:prstGeom>
            <a:solidFill>
              <a:srgbClr val="FFF8EC"/>
            </a:solidFill>
            <a:ln w="14288">
              <a:solidFill>
                <a:srgbClr val="2B2420">
                  <a:alpha val="30000"/>
                </a:srgbClr>
              </a:solidFill>
            </a:ln>
          </p:spPr>
        </p:sp>
        <p:grpSp>
          <p:nvGrpSpPr>
            <p:cNvPr id="44" name="Group 44"/>
            <p:cNvGrpSpPr/>
            <p:nvPr/>
          </p:nvGrpSpPr>
          <p:grpSpPr>
            <a:xfrm>
              <a:off x="8618135" y="4619460"/>
              <a:ext cx="232381" cy="172702"/>
              <a:chOff x="8618135" y="4619460"/>
              <a:chExt cx="232381" cy="172702"/>
            </a:xfrm>
          </p:grpSpPr>
          <p:sp>
            <p:nvSpPr>
              <p:cNvPr id="42" name="Freeform 42"/>
              <p:cNvSpPr/>
              <p:nvPr/>
            </p:nvSpPr>
            <p:spPr>
              <a:xfrm>
                <a:off x="8626078" y="4720827"/>
                <a:ext cx="61912" cy="61912"/>
              </a:xfrm>
              <a:custGeom>
                <a:avLst/>
                <a:gdLst/>
                <a:ahLst/>
                <a:cxnLst/>
                <a:rect l="l" t="t" r="r" b="b"/>
                <a:pathLst>
                  <a:path w="61912" h="61912">
                    <a:moveTo>
                      <a:pt x="61912" y="30956"/>
                    </a:moveTo>
                    <a:cubicBezTo>
                      <a:pt x="61912" y="48053"/>
                      <a:pt x="48053" y="61912"/>
                      <a:pt x="30956" y="61912"/>
                    </a:cubicBezTo>
                    <a:cubicBezTo>
                      <a:pt x="13860" y="61912"/>
                      <a:pt x="0" y="48053"/>
                      <a:pt x="0" y="30956"/>
                    </a:cubicBezTo>
                    <a:cubicBezTo>
                      <a:pt x="0" y="13860"/>
                      <a:pt x="13860" y="0"/>
                      <a:pt x="30956" y="0"/>
                    </a:cubicBezTo>
                    <a:cubicBezTo>
                      <a:pt x="48053" y="0"/>
                      <a:pt x="61912" y="13860"/>
                      <a:pt x="61912" y="30956"/>
                    </a:cubicBezTo>
                    <a:close/>
                  </a:path>
                </a:pathLst>
              </a:custGeom>
              <a:solidFill>
                <a:srgbClr val="2E7D32">
                  <a:alpha val="20000"/>
                </a:srgbClr>
              </a:solidFill>
              <a:ln>
                <a:noFill/>
              </a:ln>
            </p:spPr>
          </p:sp>
          <p:sp>
            <p:nvSpPr>
              <p:cNvPr id="43" name="Freeform 43"/>
              <p:cNvSpPr/>
              <p:nvPr/>
            </p:nvSpPr>
            <p:spPr>
              <a:xfrm>
                <a:off x="8618135" y="4619460"/>
                <a:ext cx="232381" cy="172702"/>
              </a:xfrm>
              <a:custGeom>
                <a:avLst/>
                <a:gdLst/>
                <a:ahLst/>
                <a:cxnLst/>
                <a:rect l="l" t="t" r="r" b="b"/>
                <a:pathLst>
                  <a:path w="232381" h="172702">
                    <a:moveTo>
                      <a:pt x="230111" y="33980"/>
                    </a:moveTo>
                    <a:lnTo>
                      <a:pt x="199155" y="3024"/>
                    </a:lnTo>
                    <a:cubicBezTo>
                      <a:pt x="196131" y="0"/>
                      <a:pt x="191228" y="0"/>
                      <a:pt x="188204" y="3024"/>
                    </a:cubicBezTo>
                    <a:cubicBezTo>
                      <a:pt x="185180" y="6048"/>
                      <a:pt x="185180" y="10951"/>
                      <a:pt x="188204" y="13975"/>
                    </a:cubicBezTo>
                    <a:lnTo>
                      <a:pt x="205955" y="31716"/>
                    </a:lnTo>
                    <a:lnTo>
                      <a:pt x="178201" y="31716"/>
                    </a:lnTo>
                    <a:cubicBezTo>
                      <a:pt x="168720" y="32060"/>
                      <a:pt x="159400" y="34272"/>
                      <a:pt x="150776" y="38227"/>
                    </a:cubicBezTo>
                    <a:cubicBezTo>
                      <a:pt x="137601" y="44312"/>
                      <a:pt x="120952" y="57294"/>
                      <a:pt x="116396" y="84661"/>
                    </a:cubicBezTo>
                    <a:cubicBezTo>
                      <a:pt x="111249" y="115549"/>
                      <a:pt x="88245" y="122602"/>
                      <a:pt x="76733" y="124188"/>
                    </a:cubicBezTo>
                    <a:cubicBezTo>
                      <a:pt x="72528" y="104779"/>
                      <a:pt x="54314" y="91704"/>
                      <a:pt x="34580" y="93929"/>
                    </a:cubicBezTo>
                    <a:cubicBezTo>
                      <a:pt x="14846" y="96154"/>
                      <a:pt x="0" y="112957"/>
                      <a:pt x="223" y="132815"/>
                    </a:cubicBezTo>
                    <a:cubicBezTo>
                      <a:pt x="445" y="152672"/>
                      <a:pt x="15664" y="169138"/>
                      <a:pt x="35443" y="170920"/>
                    </a:cubicBezTo>
                    <a:cubicBezTo>
                      <a:pt x="55222" y="172702"/>
                      <a:pt x="73139" y="159222"/>
                      <a:pt x="76907" y="139724"/>
                    </a:cubicBezTo>
                    <a:cubicBezTo>
                      <a:pt x="83865" y="138931"/>
                      <a:pt x="90662" y="137088"/>
                      <a:pt x="97067" y="134258"/>
                    </a:cubicBezTo>
                    <a:cubicBezTo>
                      <a:pt x="110243" y="128454"/>
                      <a:pt x="126930" y="115491"/>
                      <a:pt x="131661" y="87157"/>
                    </a:cubicBezTo>
                    <a:cubicBezTo>
                      <a:pt x="138200" y="47939"/>
                      <a:pt x="176596" y="47194"/>
                      <a:pt x="178201" y="47194"/>
                    </a:cubicBezTo>
                    <a:lnTo>
                      <a:pt x="205955" y="47194"/>
                    </a:lnTo>
                    <a:lnTo>
                      <a:pt x="188204" y="64936"/>
                    </a:lnTo>
                    <a:cubicBezTo>
                      <a:pt x="185180" y="67960"/>
                      <a:pt x="185180" y="72863"/>
                      <a:pt x="188204" y="75887"/>
                    </a:cubicBezTo>
                    <a:cubicBezTo>
                      <a:pt x="191228" y="78911"/>
                      <a:pt x="196131" y="78911"/>
                      <a:pt x="199155" y="75887"/>
                    </a:cubicBezTo>
                    <a:lnTo>
                      <a:pt x="230111" y="44931"/>
                    </a:lnTo>
                    <a:cubicBezTo>
                      <a:pt x="231564" y="43479"/>
                      <a:pt x="232381" y="41509"/>
                      <a:pt x="232381" y="39455"/>
                    </a:cubicBezTo>
                    <a:cubicBezTo>
                      <a:pt x="232381" y="37401"/>
                      <a:pt x="231564" y="35432"/>
                      <a:pt x="230111" y="33980"/>
                    </a:cubicBezTo>
                    <a:close/>
                    <a:moveTo>
                      <a:pt x="38899" y="155541"/>
                    </a:moveTo>
                    <a:cubicBezTo>
                      <a:pt x="26077" y="155541"/>
                      <a:pt x="15682" y="145146"/>
                      <a:pt x="15682" y="132324"/>
                    </a:cubicBezTo>
                    <a:cubicBezTo>
                      <a:pt x="15682" y="119501"/>
                      <a:pt x="26077" y="109107"/>
                      <a:pt x="38899" y="109107"/>
                    </a:cubicBezTo>
                    <a:cubicBezTo>
                      <a:pt x="51721" y="109107"/>
                      <a:pt x="62116" y="119501"/>
                      <a:pt x="62116" y="132324"/>
                    </a:cubicBezTo>
                    <a:cubicBezTo>
                      <a:pt x="62116" y="145146"/>
                      <a:pt x="51721" y="155541"/>
                      <a:pt x="38899" y="155541"/>
                    </a:cubicBezTo>
                    <a:close/>
                  </a:path>
                </a:pathLst>
              </a:custGeom>
              <a:solidFill>
                <a:srgbClr val="2E7D32"/>
              </a:solidFill>
              <a:ln>
                <a:noFill/>
              </a:ln>
            </p:spPr>
          </p:sp>
        </p:grpSp>
        <p:sp>
          <p:nvSpPr>
            <p:cNvPr id="45" name="TextBox 45"/>
            <p:cNvSpPr txBox="1"/>
            <p:nvPr/>
          </p:nvSpPr>
          <p:spPr>
            <a:xfrm>
              <a:off x="8965692" y="4645342"/>
              <a:ext cx="1576654" cy="264033"/>
            </a:xfrm>
            <a:prstGeom prst="rect">
              <a:avLst/>
            </a:prstGeom>
            <a:noFill/>
            <a:ln>
              <a:noFill/>
            </a:ln>
          </p:spPr>
          <p:txBody>
            <a:bodyPr wrap="none" lIns="0" tIns="0" rIns="0" bIns="0" anchor="t" anchorCtr="0">
              <a:spAutoFit/>
            </a:bodyPr>
            <a:lstStyle/>
            <a:p>
              <a:pPr algn="l"/>
              <a:r>
                <a:rPr lang="ko-KR" sz="1350" dirty="0">
                  <a:solidFill>
                    <a:srgbClr val="2B2420"/>
                  </a:solidFill>
                  <a:latin typeface="Pretendard"/>
                  <a:ea typeface="Pretendard"/>
                  <a:cs typeface="Pretendard"/>
                </a:rPr>
                <a:t>이름 호출로 재사용</a:t>
              </a:r>
            </a:p>
          </p:txBody>
        </p:sp>
      </p:grpSp>
      <p:grpSp>
        <p:nvGrpSpPr>
          <p:cNvPr id="52" name="Group 52"/>
          <p:cNvGrpSpPr/>
          <p:nvPr/>
        </p:nvGrpSpPr>
        <p:grpSpPr>
          <a:xfrm>
            <a:off x="3143250" y="5505450"/>
            <a:ext cx="6604744" cy="666750"/>
            <a:chOff x="3143250" y="5505450"/>
            <a:chExt cx="6604744" cy="666750"/>
          </a:xfrm>
        </p:grpSpPr>
        <p:sp>
          <p:nvSpPr>
            <p:cNvPr id="47" name="Rectangle 47"/>
            <p:cNvSpPr/>
            <p:nvPr/>
          </p:nvSpPr>
          <p:spPr>
            <a:xfrm>
              <a:off x="3143250" y="5505450"/>
              <a:ext cx="5905500" cy="666750"/>
            </a:xfrm>
            <a:prstGeom prst="roundRect">
              <a:avLst>
                <a:gd name="adj" fmla="val 50000"/>
              </a:avLst>
            </a:prstGeom>
            <a:solidFill>
              <a:srgbClr val="FF6B35"/>
            </a:solidFill>
            <a:ln>
              <a:noFill/>
            </a:ln>
          </p:spPr>
        </p:sp>
        <p:grpSp>
          <p:nvGrpSpPr>
            <p:cNvPr id="50" name="Group 50"/>
            <p:cNvGrpSpPr/>
            <p:nvPr/>
          </p:nvGrpSpPr>
          <p:grpSpPr>
            <a:xfrm>
              <a:off x="3477010" y="5716635"/>
              <a:ext cx="255167" cy="253757"/>
              <a:chOff x="3477010" y="5716635"/>
              <a:chExt cx="255167" cy="253757"/>
            </a:xfrm>
          </p:grpSpPr>
          <p:sp>
            <p:nvSpPr>
              <p:cNvPr id="48" name="Freeform 48"/>
              <p:cNvSpPr/>
              <p:nvPr/>
            </p:nvSpPr>
            <p:spPr>
              <a:xfrm>
                <a:off x="3487855" y="5767982"/>
                <a:ext cx="192961" cy="192961"/>
              </a:xfrm>
              <a:custGeom>
                <a:avLst/>
                <a:gdLst/>
                <a:ahLst/>
                <a:cxnLst/>
                <a:rect l="l" t="t" r="r" b="b"/>
                <a:pathLst>
                  <a:path w="192961" h="192961">
                    <a:moveTo>
                      <a:pt x="51277" y="111323"/>
                    </a:moveTo>
                    <a:lnTo>
                      <a:pt x="81638" y="141684"/>
                    </a:lnTo>
                    <a:cubicBezTo>
                      <a:pt x="81638" y="141684"/>
                      <a:pt x="71518" y="182165"/>
                      <a:pt x="10796" y="182165"/>
                    </a:cubicBezTo>
                    <a:cubicBezTo>
                      <a:pt x="10796" y="121443"/>
                      <a:pt x="51277" y="111323"/>
                      <a:pt x="51277" y="111323"/>
                    </a:cubicBezTo>
                    <a:close/>
                    <a:moveTo>
                      <a:pt x="132239" y="0"/>
                    </a:moveTo>
                    <a:lnTo>
                      <a:pt x="54250" y="0"/>
                    </a:lnTo>
                    <a:cubicBezTo>
                      <a:pt x="51569" y="1"/>
                      <a:pt x="48999" y="1066"/>
                      <a:pt x="47103" y="2960"/>
                    </a:cubicBezTo>
                    <a:lnTo>
                      <a:pt x="3649" y="46414"/>
                    </a:lnTo>
                    <a:cubicBezTo>
                      <a:pt x="943" y="49126"/>
                      <a:pt x="0" y="53133"/>
                      <a:pt x="1213" y="56767"/>
                    </a:cubicBezTo>
                    <a:cubicBezTo>
                      <a:pt x="2426" y="60401"/>
                      <a:pt x="5587" y="63038"/>
                      <a:pt x="9379" y="63581"/>
                    </a:cubicBezTo>
                    <a:lnTo>
                      <a:pt x="61397" y="70842"/>
                    </a:lnTo>
                    <a:close/>
                    <a:moveTo>
                      <a:pt x="122119" y="131564"/>
                    </a:moveTo>
                    <a:lnTo>
                      <a:pt x="129380" y="183582"/>
                    </a:lnTo>
                    <a:cubicBezTo>
                      <a:pt x="129923" y="187374"/>
                      <a:pt x="132560" y="190535"/>
                      <a:pt x="136194" y="191748"/>
                    </a:cubicBezTo>
                    <a:cubicBezTo>
                      <a:pt x="139828" y="192961"/>
                      <a:pt x="143835" y="192018"/>
                      <a:pt x="146547" y="189312"/>
                    </a:cubicBezTo>
                    <a:lnTo>
                      <a:pt x="190001" y="145858"/>
                    </a:lnTo>
                    <a:cubicBezTo>
                      <a:pt x="191895" y="143962"/>
                      <a:pt x="192960" y="141391"/>
                      <a:pt x="192961" y="138711"/>
                    </a:cubicBezTo>
                    <a:lnTo>
                      <a:pt x="192961" y="60722"/>
                    </a:lnTo>
                    <a:close/>
                  </a:path>
                </a:pathLst>
              </a:custGeom>
              <a:solidFill>
                <a:srgbClr val="FFF8EC">
                  <a:alpha val="20000"/>
                </a:srgbClr>
              </a:solidFill>
              <a:ln>
                <a:noFill/>
              </a:ln>
            </p:spPr>
          </p:sp>
          <p:sp>
            <p:nvSpPr>
              <p:cNvPr id="49" name="Freeform 49"/>
              <p:cNvSpPr/>
              <p:nvPr/>
            </p:nvSpPr>
            <p:spPr>
              <a:xfrm>
                <a:off x="3477010" y="5716635"/>
                <a:ext cx="255167" cy="253757"/>
              </a:xfrm>
              <a:custGeom>
                <a:avLst/>
                <a:gdLst/>
                <a:ahLst/>
                <a:cxnLst/>
                <a:rect l="l" t="t" r="r" b="b"/>
                <a:pathLst>
                  <a:path w="255167" h="253757">
                    <a:moveTo>
                      <a:pt x="102313" y="195486"/>
                    </a:moveTo>
                    <a:cubicBezTo>
                      <a:pt x="101819" y="197447"/>
                      <a:pt x="89485" y="243633"/>
                      <a:pt x="21641" y="243633"/>
                    </a:cubicBezTo>
                    <a:cubicBezTo>
                      <a:pt x="16052" y="243633"/>
                      <a:pt x="11521" y="239102"/>
                      <a:pt x="11521" y="233513"/>
                    </a:cubicBezTo>
                    <a:cubicBezTo>
                      <a:pt x="11521" y="165669"/>
                      <a:pt x="57708" y="153335"/>
                      <a:pt x="59668" y="152841"/>
                    </a:cubicBezTo>
                    <a:cubicBezTo>
                      <a:pt x="65093" y="151486"/>
                      <a:pt x="70590" y="154785"/>
                      <a:pt x="71946" y="160210"/>
                    </a:cubicBezTo>
                    <a:cubicBezTo>
                      <a:pt x="73301" y="165635"/>
                      <a:pt x="70002" y="171132"/>
                      <a:pt x="64577" y="172487"/>
                    </a:cubicBezTo>
                    <a:cubicBezTo>
                      <a:pt x="63438" y="172804"/>
                      <a:pt x="36215" y="180761"/>
                      <a:pt x="32242" y="222912"/>
                    </a:cubicBezTo>
                    <a:cubicBezTo>
                      <a:pt x="74393" y="218939"/>
                      <a:pt x="82363" y="191767"/>
                      <a:pt x="82692" y="190502"/>
                    </a:cubicBezTo>
                    <a:cubicBezTo>
                      <a:pt x="84089" y="185083"/>
                      <a:pt x="89614" y="181824"/>
                      <a:pt x="95032" y="183221"/>
                    </a:cubicBezTo>
                    <a:cubicBezTo>
                      <a:pt x="100450" y="184619"/>
                      <a:pt x="103710" y="190144"/>
                      <a:pt x="102313" y="195562"/>
                    </a:cubicBezTo>
                    <a:close/>
                    <a:moveTo>
                      <a:pt x="219961" y="110222"/>
                    </a:moveTo>
                    <a:lnTo>
                      <a:pt x="213927" y="116257"/>
                    </a:lnTo>
                    <a:lnTo>
                      <a:pt x="213927" y="190046"/>
                    </a:lnTo>
                    <a:cubicBezTo>
                      <a:pt x="213957" y="195436"/>
                      <a:pt x="211824" y="200613"/>
                      <a:pt x="208006" y="204417"/>
                    </a:cubicBezTo>
                    <a:lnTo>
                      <a:pt x="164590" y="247808"/>
                    </a:lnTo>
                    <a:cubicBezTo>
                      <a:pt x="160809" y="251616"/>
                      <a:pt x="155663" y="253757"/>
                      <a:pt x="150295" y="253753"/>
                    </a:cubicBezTo>
                    <a:cubicBezTo>
                      <a:pt x="148102" y="253753"/>
                      <a:pt x="145924" y="253398"/>
                      <a:pt x="143844" y="252703"/>
                    </a:cubicBezTo>
                    <a:cubicBezTo>
                      <a:pt x="136559" y="250294"/>
                      <a:pt x="131272" y="243958"/>
                      <a:pt x="130207" y="236359"/>
                    </a:cubicBezTo>
                    <a:lnTo>
                      <a:pt x="123413" y="187668"/>
                    </a:lnTo>
                    <a:lnTo>
                      <a:pt x="67486" y="131741"/>
                    </a:lnTo>
                    <a:lnTo>
                      <a:pt x="18820" y="124947"/>
                    </a:lnTo>
                    <a:cubicBezTo>
                      <a:pt x="11212" y="123880"/>
                      <a:pt x="4864" y="118598"/>
                      <a:pt x="2432" y="111310"/>
                    </a:cubicBezTo>
                    <a:cubicBezTo>
                      <a:pt x="0" y="104022"/>
                      <a:pt x="1904" y="95986"/>
                      <a:pt x="7347" y="90564"/>
                    </a:cubicBezTo>
                    <a:lnTo>
                      <a:pt x="50737" y="47148"/>
                    </a:lnTo>
                    <a:cubicBezTo>
                      <a:pt x="54542" y="43330"/>
                      <a:pt x="59718" y="41197"/>
                      <a:pt x="65108" y="41227"/>
                    </a:cubicBezTo>
                    <a:lnTo>
                      <a:pt x="138897" y="41227"/>
                    </a:lnTo>
                    <a:lnTo>
                      <a:pt x="144932" y="35193"/>
                    </a:lnTo>
                    <a:cubicBezTo>
                      <a:pt x="178683" y="1455"/>
                      <a:pt x="219354" y="0"/>
                      <a:pt x="235268" y="949"/>
                    </a:cubicBezTo>
                    <a:cubicBezTo>
                      <a:pt x="245480" y="1569"/>
                      <a:pt x="253623" y="9712"/>
                      <a:pt x="254243" y="19924"/>
                    </a:cubicBezTo>
                    <a:cubicBezTo>
                      <a:pt x="255167" y="35800"/>
                      <a:pt x="253712" y="76471"/>
                      <a:pt x="219973" y="110222"/>
                    </a:cubicBezTo>
                    <a:close/>
                    <a:moveTo>
                      <a:pt x="21641" y="104909"/>
                    </a:moveTo>
                    <a:lnTo>
                      <a:pt x="68637" y="111462"/>
                    </a:lnTo>
                    <a:lnTo>
                      <a:pt x="118657" y="61468"/>
                    </a:lnTo>
                    <a:lnTo>
                      <a:pt x="65108" y="61468"/>
                    </a:lnTo>
                    <a:close/>
                    <a:moveTo>
                      <a:pt x="86563" y="122190"/>
                    </a:moveTo>
                    <a:lnTo>
                      <a:pt x="132964" y="168591"/>
                    </a:lnTo>
                    <a:lnTo>
                      <a:pt x="205641" y="95915"/>
                    </a:lnTo>
                    <a:cubicBezTo>
                      <a:pt x="225456" y="76233"/>
                      <a:pt x="235797" y="48947"/>
                      <a:pt x="234003" y="21075"/>
                    </a:cubicBezTo>
                    <a:cubicBezTo>
                      <a:pt x="206148" y="19346"/>
                      <a:pt x="178899" y="29705"/>
                      <a:pt x="159227" y="49501"/>
                    </a:cubicBezTo>
                    <a:close/>
                    <a:moveTo>
                      <a:pt x="193686" y="136497"/>
                    </a:moveTo>
                    <a:lnTo>
                      <a:pt x="143679" y="186504"/>
                    </a:lnTo>
                    <a:lnTo>
                      <a:pt x="150257" y="233513"/>
                    </a:lnTo>
                    <a:lnTo>
                      <a:pt x="193686" y="190046"/>
                    </a:lnTo>
                    <a:close/>
                  </a:path>
                </a:pathLst>
              </a:custGeom>
              <a:solidFill>
                <a:srgbClr val="FFF8EC"/>
              </a:solidFill>
              <a:ln>
                <a:noFill/>
              </a:ln>
            </p:spPr>
          </p:sp>
        </p:grpSp>
        <p:sp>
          <p:nvSpPr>
            <p:cNvPr id="51" name="TextBox 51"/>
            <p:cNvSpPr txBox="1"/>
            <p:nvPr/>
          </p:nvSpPr>
          <p:spPr>
            <a:xfrm>
              <a:off x="3934206" y="5711190"/>
              <a:ext cx="5813788" cy="352044"/>
            </a:xfrm>
            <a:prstGeom prst="rect">
              <a:avLst/>
            </a:prstGeom>
            <a:noFill/>
            <a:ln>
              <a:noFill/>
            </a:ln>
          </p:spPr>
          <p:txBody>
            <a:bodyPr wrap="none" lIns="0" tIns="0" rIns="0" bIns="0" anchor="t" anchorCtr="0">
              <a:spAutoFit/>
            </a:bodyPr>
            <a:lstStyle/>
            <a:p>
              <a:pPr algn="l"/>
              <a:r>
                <a:rPr lang="ko-KR" sz="1800" b="1" dirty="0">
                  <a:solidFill>
                    <a:srgbClr val="FFF8EC"/>
                  </a:solidFill>
                  <a:latin typeface="Pretendard SemiBold"/>
                  <a:ea typeface="Pretendard SemiBold"/>
                  <a:cs typeface="Pretendard SemiBold"/>
                </a:rPr>
                <a:t>지금 바로 slide-master Fork 후 Level 1부터 시작</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A69783"/>
                </a:solidFill>
                <a:latin typeface="Pretendard"/>
                <a:ea typeface="Pretendard"/>
                <a:cs typeface="Pretendard"/>
              </a:rPr>
              <a:t>14 / 14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2026-09-11T09:32:22Z</dcterms:created>
  <dcterms:modified xsi:type="dcterms:W3CDTF">2026-09-11T09:32:22Z</dcterms:modified>
  <cp:category/>
  <cp:contentStatus/>
</cp:coreProperties>
</file>