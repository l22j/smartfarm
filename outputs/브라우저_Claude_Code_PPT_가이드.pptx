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  <Relationship Id="rId21"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오늘은 설치 과정 없이 브라우저에서 Claude Code를 열고, 원본 문서를 PPT와 한글 문서로 자동 변환하는 방법을 배웁니다. Pro 이상 플랜과 브라우저만 있으면 바로 시작할 수 있습니다. 실습 위주로 진행하니 함께 따라와 주세요.</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오늘 실습으로 원본 문서 하나에서 PPT와 한글 문서 두 가지 결과물을 만들어 봅니다. PPT는 content-planner부터 ppt-reviewer까지 이어지는 파이프라인으로, 한글 문서는 docx 스킬과 한컴오피스 변환으로 처리합니다. 두 흐름 모두 설치 없이 브라우저에서 그대로 진행됩니다.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오늘은 Level 1, 2, 3 세 단계로 난이도를 높여가며 실습합니다. Level 1은 Skill 하나로 DOCX를 만들어보는 십 분짜리 워밍업이고, Level 2는 GitHub Skill로 PPT 한 장을 뽑는 이십 분짜리 실습입니다. 매달 반복하는 업무가 아니라면 Level 2까지만 하셔도 충분하고, Level 3은 파이프라인을 구축해 재사용하고 싶은 분들을 위한 사십 분짜리 과정입니다.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본격적인 실습에 앞서 오늘 계속 나올 두 단어, Skill과 Subagent를 정리하겠습니다. Skill은 AI가 특정 작업을 어떻게 하는지 알려주는 매뉴얼이고, Subagent는 그 작업의 한 부분을 전담하는 별도 담당자라고 생각하시면 됩니다. 회사에 비유하면 Claude는 신입 직원, Skill은 그 직원이 보는 업무 매뉴얼, Subagent는 옆 팀 담당자에 해당합니다.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실습을 시작하려면 이메일, GitHub 계정, Claude Pro 이상 플랜 세 가지가 필요합니다. Free 플랜에서는 브라우저 Claude Code가 열리지 않으니 반드시 Pro 이상인지 확인해 주세요. 계정 준비가 끝나면 claude.ai/code에서 GitHub 연동까지 마쳐야 저장소를 다룰 수 있습니다. 이 준비 과정은 처음 한 번만 하면 됩니다.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이제 오늘 실습에 쓸 저장소를 준비합니다. slide-master 저장소 페이지에서 Fork 버튼을 눌러 내 계정으로 복사하고, Claude Code에서 그 저장소를 선택해 연결하면 됩니다. 회사 자료가 들어가는 저장소는 반드시 Private으로 설정해야 한다는 점을 꼭 짚고 넘어가겠습니다.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Level 1에서는 Document Skills 중 docx 스킬을 설치하고, 원본 파일을 첨부한 뒤 한 문장 프롬프트만으로 한국어 업무보고 DOCX를 만들어 봅니다. 설치 명령어 두 줄만 입력하면 준비가 끝나고, 결과물은 다운로드해서 Word나 한컴오피스로 확인하면 됩니다. 이 정도만으로도 회의록이나 주간보고 수준은 충분히 커버됩니다.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Level 2에서는 slide-master 저장소의 ppt-master 스킬로 PPT를 만듭니다. 짧은 프롬프트만으로도 초안이 나오지만, 장수와 톤, 색상, 폰트 같은 조건을 구체적으로 붙일수록 결과 품질이 눈에 띄게 좋아집니다. 오늘은 두 버전을 비교하면서 조건을 붙이는 연습을 해보겠습니다.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PPT가 완성되면 Claude가 자동으로 브랜치를 만들고 커밋한 뒤 PR을 올려줍니다. 사용자는 알려준 PR 링크를 열어 변경 내용을 확인하고 Merge pull request 버튼만 누르면 최종 반영됩니다. 부분이 마음에 안 들면 채팅으로 바로 수정을 요청할 수 있습니다.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Level 3에서는 PPT 제작 과정을 content-planner, slide-writer, ppt-builder, ppt-reviewer 네 개의 서브에이전트로 나눕니다. 각 담당자가 자기 역할에만 집중하기 때문에 중간 산출물을 JSON으로 저장해 특정 단계만 다시 돌릴 수 있고, 놓치는 부분도 줄어듭니다. 단발성 작업이라면 굳이 나눌 필요는 없고, 매달 반복하거나 팀 표준화가 목표일 때 유용합니다.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파이프라인을 처음 만들 때는 네 단계를 하나하나 지정하는 긴 프롬프트가 필요하지만, 한 번 구축해두면 다음 달부터는 원본 경로만 바꾼 세 줄짜리 프롬프트로 똑같이 재사용할 수 있습니다. 에이전트는 이미 저장소 안에 있으므로 새로 만들 필요 없이 이름만 불러 호출하면 됩니다. 검수 단계에서 문제가 발견되면 해당 단계만 다시 실행해 수정합니다.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한글 문서는 HWP를 직접 생성하는 스킬이 없기 때문에, docx 스킬로 회사 양식을 유지한 DOCX를 먼저 만듭니다. 그 다음 파일을 다운로드해 한컴오피스에서 열고, 다른 이름으로 저장에서 한글 문서를 선택하면 변환이 끝납니다. DOCX와 HWP 사이 서식이 완벽히 유지되지 않을 수 있으니 반드시 눈으로 한 번 확인해 주세요.</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AI가 초안을 아무리 빠르게 만들어줘도 마지막 확인은 항상 사람의 몫입니다. 숫자와 날짜, 고유명사가 원본과 맞는지, 핵심 메시지가 빠지지 않았는지, 폰트가 깨지지 않았는지는 매번 직접 열어서 확인해야 합니다. 대외에 나가는 문서라면 법무와 홍보 리뷰도 거쳐야 하고, 회사 기밀 자료는 반드시 Private 저장소에만 두어야 합니다.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dirty="0"/>
              <a:t>오늘 핵심은 한 줄로 정리됩니다. Skill은 일하는 방법이고 Subagent는 역할을 맡은 담당자이며, 한 번 만들어두면 다음부터는 이름만 불러 그대로 재사용할 수 있습니다. 오늘 배운 내용을 바탕으로 지금 바로 slide-master를 Fork해서 Level 1부터 직접 실습해 보시길 바랍니다.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2190750"/>
            <a:ext cx="13620750" cy="9048750"/>
            <a:chOff x="0" y="-2190750"/>
            <a:chExt cx="13620750" cy="9048750"/>
          </a:xfrm>
        </p:grpSpPr>
        <p:sp>
          <p:nvSpPr>
            <p:cNvPr id="2" name="Rectangle 2"/>
            <p:cNvSpPr/>
            <p:nvPr/>
          </p:nvSpPr>
          <p:spPr>
            <a:xfrm>
              <a:off x="0" y="0"/>
              <a:ext cx="12192000" cy="6858000"/>
            </a:xfrm>
            <a:prstGeom prst="rect">
              <a:avLst/>
            </a:prstGeom>
            <a:solidFill>
              <a:srgbClr val="FFFFFF"/>
            </a:solidFill>
            <a:ln>
              <a:noFill/>
            </a:ln>
          </p:spPr>
        </p:sp>
        <p:sp>
          <p:nvSpPr>
            <p:cNvPr id="3" name="Ellipse 3"/>
            <p:cNvSpPr/>
            <p:nvPr/>
          </p:nvSpPr>
          <p:spPr>
            <a:xfrm>
              <a:off x="6381750" y="-2190750"/>
              <a:ext cx="7239000" cy="7239000"/>
            </a:xfrm>
            <a:prstGeom prst="ellipse">
              <a:avLst/>
            </a:prstGeom>
            <a:gradFill>
              <a:gsLst>
                <a:gs pos="0">
                  <a:srgbClr val="1565C0">
                    <a:alpha val="1960"/>
                  </a:srgbClr>
                </a:gs>
                <a:gs pos="100000">
                  <a:srgbClr val="1565C0">
                    <a:alpha val="0"/>
                  </a:srgbClr>
                </a:gs>
              </a:gsLst>
              <a:path path="circle">
                <a:fillToRect l="50000" t="50000" r="50000" b="50000"/>
              </a:path>
            </a:gradFill>
            <a:ln>
              <a:noFill/>
            </a:ln>
          </p:spPr>
        </p:sp>
        <p:sp>
          <p:nvSpPr>
            <p:cNvPr id="4" name="Ellipse 4"/>
            <p:cNvSpPr/>
            <p:nvPr/>
          </p:nvSpPr>
          <p:spPr>
            <a:xfrm>
              <a:off x="9334500" y="-571500"/>
              <a:ext cx="2857500" cy="2857500"/>
            </a:xfrm>
            <a:prstGeom prst="ellipse">
              <a:avLst/>
            </a:prstGeom>
            <a:solidFill>
              <a:srgbClr val="FF6B35">
                <a:alpha val="10000"/>
              </a:srgbClr>
            </a:solidFill>
            <a:ln>
              <a:noFill/>
            </a:ln>
          </p:spPr>
        </p:sp>
      </p:grpSp>
      <p:grpSp>
        <p:nvGrpSpPr>
          <p:cNvPr id="12" name="Group 12"/>
          <p:cNvGrpSpPr/>
          <p:nvPr/>
        </p:nvGrpSpPr>
        <p:grpSpPr>
          <a:xfrm>
            <a:off x="1066800" y="1143000"/>
            <a:ext cx="2479252" cy="533400"/>
            <a:chOff x="1066800" y="1143000"/>
            <a:chExt cx="2479252" cy="533400"/>
          </a:xfrm>
        </p:grpSpPr>
        <p:sp>
          <p:nvSpPr>
            <p:cNvPr id="6" name="Rectangle 6"/>
            <p:cNvSpPr/>
            <p:nvPr/>
          </p:nvSpPr>
          <p:spPr>
            <a:xfrm>
              <a:off x="1066800" y="1143000"/>
              <a:ext cx="2362200" cy="533400"/>
            </a:xfrm>
            <a:prstGeom prst="roundRect">
              <a:avLst>
                <a:gd name="adj" fmla="val 50000"/>
              </a:avLst>
            </a:prstGeom>
            <a:solidFill>
              <a:srgbClr val="F4F7FB"/>
            </a:solidFill>
            <a:ln>
              <a:noFill/>
            </a:ln>
          </p:spPr>
        </p:sp>
        <p:grpSp>
          <p:nvGrpSpPr>
            <p:cNvPr id="10" name="Group 10"/>
            <p:cNvGrpSpPr/>
            <p:nvPr/>
          </p:nvGrpSpPr>
          <p:grpSpPr>
            <a:xfrm>
              <a:off x="1301750" y="1320800"/>
              <a:ext cx="177801" cy="177801"/>
              <a:chOff x="1301750" y="1320800"/>
              <a:chExt cx="177801" cy="177801"/>
            </a:xfrm>
          </p:grpSpPr>
          <p:sp>
            <p:nvSpPr>
              <p:cNvPr id="7" name="Freeform 7"/>
              <p:cNvSpPr/>
              <p:nvPr/>
            </p:nvSpPr>
            <p:spPr>
              <a:xfrm>
                <a:off x="1301750" y="1365250"/>
                <a:ext cx="177801" cy="9525"/>
              </a:xfrm>
              <a:custGeom>
                <a:avLst/>
                <a:gdLst/>
                <a:ahLst/>
                <a:cxnLst/>
                <a:rect l="l" t="t" r="r" b="b"/>
                <a:pathLst>
                  <a:path w="177801" h="9525">
                    <a:moveTo>
                      <a:pt x="0" y="0"/>
                    </a:moveTo>
                    <a:lnTo>
                      <a:pt x="177801" y="0"/>
                    </a:lnTo>
                  </a:path>
                </a:pathLst>
              </a:custGeom>
              <a:noFill/>
              <a:ln w="22225">
                <a:solidFill>
                  <a:srgbClr val="1565C0"/>
                </a:solidFill>
              </a:ln>
            </p:spPr>
          </p:sp>
          <p:sp>
            <p:nvSpPr>
              <p:cNvPr id="8" name="Freeform 8"/>
              <p:cNvSpPr/>
              <p:nvPr/>
            </p:nvSpPr>
            <p:spPr>
              <a:xfrm>
                <a:off x="1301750" y="1320800"/>
                <a:ext cx="177801" cy="177801"/>
              </a:xfrm>
              <a:custGeom>
                <a:avLst/>
                <a:gdLst/>
                <a:ahLst/>
                <a:cxnLst/>
                <a:rect l="l" t="t" r="r" b="b"/>
                <a:pathLst>
                  <a:path w="177801" h="177801">
                    <a:moveTo>
                      <a:pt x="0" y="22225"/>
                    </a:moveTo>
                    <a:cubicBezTo>
                      <a:pt x="0" y="9950"/>
                      <a:pt x="9950" y="0"/>
                      <a:pt x="22225" y="0"/>
                    </a:cubicBezTo>
                    <a:lnTo>
                      <a:pt x="155575" y="0"/>
                    </a:lnTo>
                    <a:cubicBezTo>
                      <a:pt x="167850" y="0"/>
                      <a:pt x="177801" y="9950"/>
                      <a:pt x="177801" y="22225"/>
                    </a:cubicBezTo>
                    <a:lnTo>
                      <a:pt x="177801" y="155575"/>
                    </a:lnTo>
                    <a:cubicBezTo>
                      <a:pt x="177801" y="167850"/>
                      <a:pt x="167850" y="177801"/>
                      <a:pt x="155575" y="177801"/>
                    </a:cubicBezTo>
                    <a:lnTo>
                      <a:pt x="22225" y="177801"/>
                    </a:lnTo>
                    <a:cubicBezTo>
                      <a:pt x="9950" y="177801"/>
                      <a:pt x="0" y="167850"/>
                      <a:pt x="0" y="155575"/>
                    </a:cubicBezTo>
                    <a:lnTo>
                      <a:pt x="0" y="22225"/>
                    </a:lnTo>
                  </a:path>
                </a:pathLst>
              </a:custGeom>
              <a:noFill/>
              <a:ln w="22225">
                <a:solidFill>
                  <a:srgbClr val="1565C0"/>
                </a:solidFill>
              </a:ln>
            </p:spPr>
          </p:sp>
          <p:sp>
            <p:nvSpPr>
              <p:cNvPr id="9" name="Freeform 9"/>
              <p:cNvSpPr/>
              <p:nvPr/>
            </p:nvSpPr>
            <p:spPr>
              <a:xfrm>
                <a:off x="1346200" y="1320800"/>
                <a:ext cx="9525" cy="44450"/>
              </a:xfrm>
              <a:custGeom>
                <a:avLst/>
                <a:gdLst/>
                <a:ahLst/>
                <a:cxnLst/>
                <a:rect l="l" t="t" r="r" b="b"/>
                <a:pathLst>
                  <a:path w="9525" h="44450">
                    <a:moveTo>
                      <a:pt x="0" y="0"/>
                    </a:moveTo>
                    <a:lnTo>
                      <a:pt x="0" y="44450"/>
                    </a:lnTo>
                  </a:path>
                </a:pathLst>
              </a:custGeom>
              <a:noFill/>
              <a:ln w="22225">
                <a:solidFill>
                  <a:srgbClr val="1565C0"/>
                </a:solidFill>
              </a:ln>
            </p:spPr>
          </p:sp>
        </p:grpSp>
        <p:sp>
          <p:nvSpPr>
            <p:cNvPr id="11" name="TextBox 11"/>
            <p:cNvSpPr txBox="1"/>
            <p:nvPr/>
          </p:nvSpPr>
          <p:spPr>
            <a:xfrm>
              <a:off x="1631442" y="1321118"/>
              <a:ext cx="1914610" cy="264033"/>
            </a:xfrm>
            <a:prstGeom prst="rect">
              <a:avLst/>
            </a:prstGeom>
            <a:noFill/>
            <a:ln>
              <a:noFill/>
            </a:ln>
          </p:spPr>
          <p:txBody>
            <a:bodyPr wrap="none" lIns="0" tIns="0" rIns="0" bIns="0" anchor="t" anchorCtr="0">
              <a:spAutoFit/>
            </a:bodyPr>
            <a:lstStyle/>
            <a:p>
              <a:pPr algn="l"/>
              <a:r>
                <a:rPr lang="ko-KR" sz="1350" b="1" dirty="0">
                  <a:solidFill>
                    <a:srgbClr val="1565C0"/>
                  </a:solidFill>
                  <a:latin typeface="Pretendard"/>
                  <a:ea typeface="Pretendard"/>
                  <a:cs typeface="Pretendard"/>
                </a:rPr>
                <a:t>브라우저 Claude Code</a:t>
              </a:r>
            </a:p>
          </p:txBody>
        </p:sp>
      </p:grpSp>
      <p:grpSp>
        <p:nvGrpSpPr>
          <p:cNvPr id="15" name="Group 15"/>
          <p:cNvGrpSpPr/>
          <p:nvPr/>
        </p:nvGrpSpPr>
        <p:grpSpPr>
          <a:xfrm>
            <a:off x="1028700" y="2560320"/>
            <a:ext cx="8413611" cy="1905000"/>
            <a:chOff x="1028700" y="2560320"/>
            <a:chExt cx="8413611" cy="1905000"/>
          </a:xfrm>
        </p:grpSpPr>
        <p:sp>
          <p:nvSpPr>
            <p:cNvPr id="13" name="TextBox 13"/>
            <p:cNvSpPr txBox="1"/>
            <p:nvPr/>
          </p:nvSpPr>
          <p:spPr>
            <a:xfrm>
              <a:off x="1028700" y="2560320"/>
              <a:ext cx="8413611" cy="1047750"/>
            </a:xfrm>
            <a:prstGeom prst="rect">
              <a:avLst/>
            </a:prstGeom>
            <a:noFill/>
            <a:ln>
              <a:noFill/>
            </a:ln>
          </p:spPr>
          <p:txBody>
            <a:bodyPr wrap="none" lIns="0" tIns="0" rIns="0" bIns="0" anchor="t" anchorCtr="0">
              <a:spAutoFit/>
            </a:bodyPr>
            <a:lstStyle/>
            <a:p>
              <a:pPr algn="l"/>
              <a:r>
                <a:rPr lang="ko-KR" sz="5400" b="1" dirty="0">
                  <a:solidFill>
                    <a:srgbClr val="1D2733"/>
                  </a:solidFill>
                  <a:latin typeface="Pretendard ExtraBold"/>
                  <a:ea typeface="Pretendard ExtraBold"/>
                  <a:cs typeface="Pretendard ExtraBold"/>
                </a:rPr>
                <a:t>브라우저 Claude Code로</a:t>
              </a:r>
            </a:p>
          </p:txBody>
        </p:sp>
        <p:sp>
          <p:nvSpPr>
            <p:cNvPr id="14" name="TextBox 14"/>
            <p:cNvSpPr txBox="1"/>
            <p:nvPr/>
          </p:nvSpPr>
          <p:spPr>
            <a:xfrm>
              <a:off x="1028700" y="3417570"/>
              <a:ext cx="5839145" cy="1047750"/>
            </a:xfrm>
            <a:prstGeom prst="rect">
              <a:avLst/>
            </a:prstGeom>
            <a:noFill/>
            <a:ln>
              <a:noFill/>
            </a:ln>
          </p:spPr>
          <p:txBody>
            <a:bodyPr wrap="none" lIns="0" tIns="0" rIns="0" bIns="0" anchor="t" anchorCtr="0">
              <a:spAutoFit/>
            </a:bodyPr>
            <a:lstStyle/>
            <a:p>
              <a:pPr algn="l"/>
              <a:r>
                <a:rPr lang="ko-KR" sz="5400" b="1" dirty="0">
                  <a:solidFill>
                    <a:srgbClr val="1D2733"/>
                  </a:solidFill>
                  <a:latin typeface="Pretendard ExtraBold"/>
                  <a:ea typeface="Pretendard ExtraBold"/>
                  <a:cs typeface="Pretendard ExtraBold"/>
                </a:rPr>
                <a:t>문서 자동화 시작</a:t>
              </a:r>
            </a:p>
          </p:txBody>
        </p:sp>
      </p:grpSp>
      <p:grpSp>
        <p:nvGrpSpPr>
          <p:cNvPr id="18" name="Group 18"/>
          <p:cNvGrpSpPr/>
          <p:nvPr/>
        </p:nvGrpSpPr>
        <p:grpSpPr>
          <a:xfrm>
            <a:off x="1066800" y="4381500"/>
            <a:ext cx="4362587" cy="496062"/>
            <a:chOff x="1066800" y="4381500"/>
            <a:chExt cx="4362587" cy="496062"/>
          </a:xfrm>
        </p:grpSpPr>
        <p:sp>
          <p:nvSpPr>
            <p:cNvPr id="16" name="Rectangle 16"/>
            <p:cNvSpPr/>
            <p:nvPr/>
          </p:nvSpPr>
          <p:spPr>
            <a:xfrm>
              <a:off x="1066800" y="4381500"/>
              <a:ext cx="57150" cy="381000"/>
            </a:xfrm>
            <a:prstGeom prst="roundRect">
              <a:avLst>
                <a:gd name="adj" fmla="val 50000"/>
              </a:avLst>
            </a:prstGeom>
            <a:solidFill>
              <a:srgbClr val="FF6B35"/>
            </a:solidFill>
            <a:ln>
              <a:noFill/>
            </a:ln>
          </p:spPr>
        </p:sp>
        <p:sp>
          <p:nvSpPr>
            <p:cNvPr id="17" name="TextBox 17"/>
            <p:cNvSpPr txBox="1"/>
            <p:nvPr/>
          </p:nvSpPr>
          <p:spPr>
            <a:xfrm>
              <a:off x="1283208" y="4408170"/>
              <a:ext cx="4146179" cy="469392"/>
            </a:xfrm>
            <a:prstGeom prst="rect">
              <a:avLst/>
            </a:prstGeom>
            <a:noFill/>
            <a:ln>
              <a:noFill/>
            </a:ln>
          </p:spPr>
          <p:txBody>
            <a:bodyPr wrap="none" lIns="0" tIns="0" rIns="0" bIns="0" anchor="t" anchorCtr="0">
              <a:spAutoFit/>
            </a:bodyPr>
            <a:lstStyle/>
            <a:p>
              <a:pPr algn="l"/>
              <a:r>
                <a:rPr lang="ko-KR" sz="2400" b="1" dirty="0">
                  <a:solidFill>
                    <a:srgbClr val="5B6B7C"/>
                  </a:solidFill>
                  <a:latin typeface="Pretendard SemiBold"/>
                  <a:ea typeface="Pretendard SemiBold"/>
                  <a:cs typeface="Pretendard SemiBold"/>
                </a:rPr>
                <a:t>설치 없이, 브라우저만으로</a:t>
              </a:r>
            </a:p>
          </p:txBody>
        </p:sp>
      </p:grpSp>
      <p:grpSp>
        <p:nvGrpSpPr>
          <p:cNvPr id="30" name="Group 30"/>
          <p:cNvGrpSpPr/>
          <p:nvPr/>
        </p:nvGrpSpPr>
        <p:grpSpPr>
          <a:xfrm>
            <a:off x="1114425" y="5353050"/>
            <a:ext cx="1664284" cy="270701"/>
            <a:chOff x="1114425" y="5353050"/>
            <a:chExt cx="1664284" cy="270701"/>
          </a:xfrm>
        </p:grpSpPr>
        <p:grpSp>
          <p:nvGrpSpPr>
            <p:cNvPr id="28" name="Group 28"/>
            <p:cNvGrpSpPr/>
            <p:nvPr/>
          </p:nvGrpSpPr>
          <p:grpSpPr>
            <a:xfrm>
              <a:off x="1114425" y="5353050"/>
              <a:ext cx="133350" cy="180975"/>
              <a:chOff x="1114425" y="5353050"/>
              <a:chExt cx="133350" cy="180975"/>
            </a:xfrm>
          </p:grpSpPr>
          <p:sp>
            <p:nvSpPr>
              <p:cNvPr id="19" name="Freeform 19"/>
              <p:cNvSpPr/>
              <p:nvPr/>
            </p:nvSpPr>
            <p:spPr>
              <a:xfrm>
                <a:off x="1123950" y="5372100"/>
                <a:ext cx="114300" cy="76200"/>
              </a:xfrm>
              <a:custGeom>
                <a:avLst/>
                <a:gdLst/>
                <a:ahLst/>
                <a:cxnLst/>
                <a:rect l="l" t="t" r="r" b="b"/>
                <a:pathLst>
                  <a:path w="114300" h="76200">
                    <a:moveTo>
                      <a:pt x="0" y="19050"/>
                    </a:moveTo>
                    <a:cubicBezTo>
                      <a:pt x="0" y="8529"/>
                      <a:pt x="8529" y="0"/>
                      <a:pt x="19050" y="0"/>
                    </a:cubicBezTo>
                    <a:lnTo>
                      <a:pt x="95250" y="0"/>
                    </a:lnTo>
                    <a:cubicBezTo>
                      <a:pt x="105771" y="0"/>
                      <a:pt x="114300" y="8529"/>
                      <a:pt x="114300" y="19050"/>
                    </a:cubicBezTo>
                    <a:lnTo>
                      <a:pt x="114300" y="57150"/>
                    </a:lnTo>
                    <a:cubicBezTo>
                      <a:pt x="114300" y="67671"/>
                      <a:pt x="105771" y="76200"/>
                      <a:pt x="95250" y="76200"/>
                    </a:cubicBezTo>
                    <a:lnTo>
                      <a:pt x="19050" y="76200"/>
                    </a:lnTo>
                    <a:cubicBezTo>
                      <a:pt x="8529" y="76200"/>
                      <a:pt x="0" y="67671"/>
                      <a:pt x="0" y="57150"/>
                    </a:cubicBezTo>
                    <a:lnTo>
                      <a:pt x="0" y="19050"/>
                    </a:lnTo>
                  </a:path>
                </a:pathLst>
              </a:custGeom>
              <a:noFill/>
              <a:ln w="19050">
                <a:solidFill>
                  <a:srgbClr val="94A3B3"/>
                </a:solidFill>
              </a:ln>
            </p:spPr>
          </p:sp>
          <p:sp>
            <p:nvSpPr>
              <p:cNvPr id="20" name="Freeform 20"/>
              <p:cNvSpPr/>
              <p:nvPr/>
            </p:nvSpPr>
            <p:spPr>
              <a:xfrm>
                <a:off x="1181100" y="5353050"/>
                <a:ext cx="9525" cy="19050"/>
              </a:xfrm>
              <a:custGeom>
                <a:avLst/>
                <a:gdLst/>
                <a:ahLst/>
                <a:cxnLst/>
                <a:rect l="l" t="t" r="r" b="b"/>
                <a:pathLst>
                  <a:path w="9525" h="19050">
                    <a:moveTo>
                      <a:pt x="0" y="0"/>
                    </a:moveTo>
                    <a:lnTo>
                      <a:pt x="0" y="19050"/>
                    </a:lnTo>
                  </a:path>
                </a:pathLst>
              </a:custGeom>
              <a:noFill/>
              <a:ln w="19050">
                <a:solidFill>
                  <a:srgbClr val="94A3B3"/>
                </a:solidFill>
              </a:ln>
            </p:spPr>
          </p:sp>
          <p:sp>
            <p:nvSpPr>
              <p:cNvPr id="21" name="Freeform 21"/>
              <p:cNvSpPr/>
              <p:nvPr/>
            </p:nvSpPr>
            <p:spPr>
              <a:xfrm>
                <a:off x="1152525" y="5448300"/>
                <a:ext cx="9525" cy="85725"/>
              </a:xfrm>
              <a:custGeom>
                <a:avLst/>
                <a:gdLst/>
                <a:ahLst/>
                <a:cxnLst/>
                <a:rect l="l" t="t" r="r" b="b"/>
                <a:pathLst>
                  <a:path w="9525" h="85725">
                    <a:moveTo>
                      <a:pt x="0" y="0"/>
                    </a:moveTo>
                    <a:lnTo>
                      <a:pt x="0" y="85725"/>
                    </a:lnTo>
                  </a:path>
                </a:pathLst>
              </a:custGeom>
              <a:noFill/>
              <a:ln w="19050">
                <a:solidFill>
                  <a:srgbClr val="94A3B3"/>
                </a:solidFill>
              </a:ln>
            </p:spPr>
          </p:sp>
          <p:sp>
            <p:nvSpPr>
              <p:cNvPr id="22" name="Freeform 22"/>
              <p:cNvSpPr/>
              <p:nvPr/>
            </p:nvSpPr>
            <p:spPr>
              <a:xfrm>
                <a:off x="1209675" y="5448300"/>
                <a:ext cx="9525" cy="85725"/>
              </a:xfrm>
              <a:custGeom>
                <a:avLst/>
                <a:gdLst/>
                <a:ahLst/>
                <a:cxnLst/>
                <a:rect l="l" t="t" r="r" b="b"/>
                <a:pathLst>
                  <a:path w="9525" h="85725">
                    <a:moveTo>
                      <a:pt x="0" y="0"/>
                    </a:moveTo>
                    <a:lnTo>
                      <a:pt x="0" y="85725"/>
                    </a:lnTo>
                  </a:path>
                </a:pathLst>
              </a:custGeom>
              <a:noFill/>
              <a:ln w="19050">
                <a:solidFill>
                  <a:srgbClr val="94A3B3"/>
                </a:solidFill>
              </a:ln>
            </p:spPr>
          </p:sp>
          <p:sp>
            <p:nvSpPr>
              <p:cNvPr id="23" name="Freeform 23"/>
              <p:cNvSpPr/>
              <p:nvPr/>
            </p:nvSpPr>
            <p:spPr>
              <a:xfrm>
                <a:off x="1114425" y="5467350"/>
                <a:ext cx="38100" cy="19050"/>
              </a:xfrm>
              <a:custGeom>
                <a:avLst/>
                <a:gdLst/>
                <a:ahLst/>
                <a:cxnLst/>
                <a:rect l="l" t="t" r="r" b="b"/>
                <a:pathLst>
                  <a:path w="38100" h="19050">
                    <a:moveTo>
                      <a:pt x="0" y="19050"/>
                    </a:moveTo>
                    <a:lnTo>
                      <a:pt x="38100" y="0"/>
                    </a:lnTo>
                  </a:path>
                </a:pathLst>
              </a:custGeom>
              <a:noFill/>
              <a:ln w="19050">
                <a:solidFill>
                  <a:srgbClr val="94A3B3"/>
                </a:solidFill>
              </a:ln>
            </p:spPr>
          </p:sp>
          <p:sp>
            <p:nvSpPr>
              <p:cNvPr id="24" name="Freeform 24"/>
              <p:cNvSpPr/>
              <p:nvPr/>
            </p:nvSpPr>
            <p:spPr>
              <a:xfrm>
                <a:off x="1209675" y="5467350"/>
                <a:ext cx="38100" cy="19050"/>
              </a:xfrm>
              <a:custGeom>
                <a:avLst/>
                <a:gdLst/>
                <a:ahLst/>
                <a:cxnLst/>
                <a:rect l="l" t="t" r="r" b="b"/>
                <a:pathLst>
                  <a:path w="38100" h="19050">
                    <a:moveTo>
                      <a:pt x="0" y="0"/>
                    </a:moveTo>
                    <a:lnTo>
                      <a:pt x="38100" y="19050"/>
                    </a:lnTo>
                  </a:path>
                </a:pathLst>
              </a:custGeom>
              <a:noFill/>
              <a:ln w="19050">
                <a:solidFill>
                  <a:srgbClr val="94A3B3"/>
                </a:solidFill>
              </a:ln>
            </p:spPr>
          </p:sp>
          <p:sp>
            <p:nvSpPr>
              <p:cNvPr id="25" name="Freeform 25"/>
              <p:cNvSpPr/>
              <p:nvPr/>
            </p:nvSpPr>
            <p:spPr>
              <a:xfrm>
                <a:off x="1152525" y="5505450"/>
                <a:ext cx="57150" cy="9525"/>
              </a:xfrm>
              <a:custGeom>
                <a:avLst/>
                <a:gdLst/>
                <a:ahLst/>
                <a:cxnLst/>
                <a:rect l="l" t="t" r="r" b="b"/>
                <a:pathLst>
                  <a:path w="57150" h="9525">
                    <a:moveTo>
                      <a:pt x="0" y="0"/>
                    </a:moveTo>
                    <a:lnTo>
                      <a:pt x="57150" y="0"/>
                    </a:lnTo>
                  </a:path>
                </a:pathLst>
              </a:custGeom>
              <a:noFill/>
              <a:ln w="19050">
                <a:solidFill>
                  <a:srgbClr val="94A3B3"/>
                </a:solidFill>
              </a:ln>
            </p:spPr>
          </p:sp>
          <p:sp>
            <p:nvSpPr>
              <p:cNvPr id="26" name="Freeform 26"/>
              <p:cNvSpPr/>
              <p:nvPr/>
            </p:nvSpPr>
            <p:spPr>
              <a:xfrm>
                <a:off x="1162050" y="5410200"/>
                <a:ext cx="9525" cy="9525"/>
              </a:xfrm>
              <a:custGeom>
                <a:avLst/>
                <a:gdLst/>
                <a:ahLst/>
                <a:cxnLst/>
                <a:rect l="l" t="t" r="r" b="b"/>
                <a:pathLst>
                  <a:path w="9525" h="9525">
                    <a:moveTo>
                      <a:pt x="0" y="0"/>
                    </a:moveTo>
                    <a:lnTo>
                      <a:pt x="0" y="95"/>
                    </a:lnTo>
                  </a:path>
                </a:pathLst>
              </a:custGeom>
              <a:noFill/>
              <a:ln w="19050">
                <a:solidFill>
                  <a:srgbClr val="94A3B3"/>
                </a:solidFill>
              </a:ln>
            </p:spPr>
          </p:sp>
          <p:sp>
            <p:nvSpPr>
              <p:cNvPr id="27" name="Freeform 27"/>
              <p:cNvSpPr/>
              <p:nvPr/>
            </p:nvSpPr>
            <p:spPr>
              <a:xfrm>
                <a:off x="1200150" y="5410200"/>
                <a:ext cx="9525" cy="9525"/>
              </a:xfrm>
              <a:custGeom>
                <a:avLst/>
                <a:gdLst/>
                <a:ahLst/>
                <a:cxnLst/>
                <a:rect l="l" t="t" r="r" b="b"/>
                <a:pathLst>
                  <a:path w="9525" h="9525">
                    <a:moveTo>
                      <a:pt x="0" y="0"/>
                    </a:moveTo>
                    <a:lnTo>
                      <a:pt x="0" y="95"/>
                    </a:lnTo>
                  </a:path>
                </a:pathLst>
              </a:custGeom>
              <a:noFill/>
              <a:ln w="19050">
                <a:solidFill>
                  <a:srgbClr val="94A3B3"/>
                </a:solidFill>
              </a:ln>
            </p:spPr>
          </p:sp>
        </p:grpSp>
        <p:sp>
          <p:nvSpPr>
            <p:cNvPr id="29" name="TextBox 29"/>
            <p:cNvSpPr txBox="1"/>
            <p:nvPr/>
          </p:nvSpPr>
          <p:spPr>
            <a:xfrm>
              <a:off x="1383792" y="5359718"/>
              <a:ext cx="1394917" cy="264033"/>
            </a:xfrm>
            <a:prstGeom prst="rect">
              <a:avLst/>
            </a:prstGeom>
            <a:noFill/>
            <a:ln>
              <a:noFill/>
            </a:ln>
          </p:spPr>
          <p:txBody>
            <a:bodyPr wrap="none" lIns="0" tIns="0" rIns="0" bIns="0" anchor="t" anchorCtr="0">
              <a:spAutoFit/>
            </a:bodyPr>
            <a:lstStyle/>
            <a:p>
              <a:pPr algn="l"/>
              <a:r>
                <a:rPr lang="ko-KR" sz="1350" dirty="0">
                  <a:solidFill>
                    <a:srgbClr val="94A3B3"/>
                  </a:solidFill>
                  <a:latin typeface="Pretendard"/>
                  <a:ea typeface="Pretendard"/>
                  <a:cs typeface="Pretendard"/>
                </a:rPr>
                <a:t>사내 온보딩 세션</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7218731" cy="1318259"/>
            <a:chOff x="593598" y="669608"/>
            <a:chExt cx="7218731" cy="1318259"/>
          </a:xfrm>
        </p:grpSpPr>
        <p:sp>
          <p:nvSpPr>
            <p:cNvPr id="2" name="TextBox 2"/>
            <p:cNvSpPr txBox="1"/>
            <p:nvPr/>
          </p:nvSpPr>
          <p:spPr>
            <a:xfrm>
              <a:off x="593598" y="669608"/>
              <a:ext cx="5795124" cy="616077"/>
            </a:xfrm>
            <a:prstGeom prst="rect">
              <a:avLst/>
            </a:prstGeom>
            <a:noFill/>
            <a:ln>
              <a:noFill/>
            </a:ln>
          </p:spPr>
          <p:txBody>
            <a:bodyPr wrap="none" lIns="0" tIns="0" rIns="0" bIns="0" anchor="t" anchorCtr="0">
              <a:spAutoFit/>
            </a:bodyPr>
            <a:lstStyle/>
            <a:p>
              <a:pPr algn="l"/>
              <a:r>
                <a:rPr lang="ko-KR" sz="3150" b="1" dirty="0">
                  <a:solidFill>
                    <a:srgbClr val="1D2733"/>
                  </a:solidFill>
                  <a:latin typeface="Pretendard ExtraBold"/>
                  <a:ea typeface="Pretendard ExtraBold"/>
                  <a:cs typeface="Pretendard ExtraBold"/>
                </a:rPr>
                <a:t>오늘 만드는 것: PPT와 HWP</a:t>
              </a:r>
            </a:p>
          </p:txBody>
        </p:sp>
        <p:sp>
          <p:nvSpPr>
            <p:cNvPr id="3" name="TextBox 3"/>
            <p:cNvSpPr txBox="1"/>
            <p:nvPr/>
          </p:nvSpPr>
          <p:spPr>
            <a:xfrm>
              <a:off x="598170" y="1185862"/>
              <a:ext cx="7214159"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원본 문서 하나만 있으면 PPT와 한글 문서(HWP)</a:t>
              </a:r>
            </a:p>
          </p:txBody>
        </p:sp>
        <p:sp>
          <p:nvSpPr>
            <p:cNvPr id="4" name="TextBox 4"/>
            <p:cNvSpPr txBox="1"/>
            <p:nvPr/>
          </p:nvSpPr>
          <p:spPr>
            <a:xfrm>
              <a:off x="598170" y="1547812"/>
              <a:ext cx="6320047"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두 산출물을 브라우저에서 바로 만들 수 있다</a:t>
              </a:r>
            </a:p>
          </p:txBody>
        </p:sp>
      </p:grpSp>
      <p:grpSp>
        <p:nvGrpSpPr>
          <p:cNvPr id="9" name="Group 9"/>
          <p:cNvGrpSpPr/>
          <p:nvPr/>
        </p:nvGrpSpPr>
        <p:grpSpPr>
          <a:xfrm>
            <a:off x="3714750" y="1943100"/>
            <a:ext cx="5192197" cy="400050"/>
            <a:chOff x="3714750" y="1943100"/>
            <a:chExt cx="5192197" cy="400050"/>
          </a:xfrm>
        </p:grpSpPr>
        <p:sp>
          <p:nvSpPr>
            <p:cNvPr id="6" name="Rectangle 6"/>
            <p:cNvSpPr/>
            <p:nvPr/>
          </p:nvSpPr>
          <p:spPr>
            <a:xfrm>
              <a:off x="3714750" y="1943100"/>
              <a:ext cx="4762500" cy="400050"/>
            </a:xfrm>
            <a:prstGeom prst="roundRect">
              <a:avLst>
                <a:gd name="adj" fmla="val 50000"/>
              </a:avLst>
            </a:prstGeom>
            <a:solidFill>
              <a:srgbClr val="F4F7FB"/>
            </a:solidFill>
            <a:ln>
              <a:noFill/>
            </a:ln>
          </p:spPr>
        </p:sp>
        <p:sp>
          <p:nvSpPr>
            <p:cNvPr id="7" name="Freeform 7"/>
            <p:cNvSpPr/>
            <p:nvPr/>
          </p:nvSpPr>
          <p:spPr>
            <a:xfrm>
              <a:off x="3929062" y="2070100"/>
              <a:ext cx="134937" cy="144462"/>
            </a:xfrm>
            <a:custGeom>
              <a:avLst/>
              <a:gdLst/>
              <a:ahLst/>
              <a:cxnLst/>
              <a:rect l="l" t="t" r="r" b="b"/>
              <a:pathLst>
                <a:path w="134937" h="144462">
                  <a:moveTo>
                    <a:pt x="47625" y="128587"/>
                  </a:moveTo>
                  <a:cubicBezTo>
                    <a:pt x="13494" y="139700"/>
                    <a:pt x="13494" y="108744"/>
                    <a:pt x="0" y="104775"/>
                  </a:cubicBezTo>
                  <a:moveTo>
                    <a:pt x="95250" y="144462"/>
                  </a:moveTo>
                  <a:lnTo>
                    <a:pt x="95250" y="116681"/>
                  </a:lnTo>
                  <a:cubicBezTo>
                    <a:pt x="95250" y="108744"/>
                    <a:pt x="96044" y="105569"/>
                    <a:pt x="91281" y="100806"/>
                  </a:cubicBezTo>
                  <a:cubicBezTo>
                    <a:pt x="113506" y="98425"/>
                    <a:pt x="134937" y="89694"/>
                    <a:pt x="134937" y="53181"/>
                  </a:cubicBezTo>
                  <a:cubicBezTo>
                    <a:pt x="134928" y="43696"/>
                    <a:pt x="131227" y="34586"/>
                    <a:pt x="124619" y="27781"/>
                  </a:cubicBezTo>
                  <a:cubicBezTo>
                    <a:pt x="127718" y="19542"/>
                    <a:pt x="127433" y="10411"/>
                    <a:pt x="123825" y="2381"/>
                  </a:cubicBezTo>
                  <a:cubicBezTo>
                    <a:pt x="123825" y="2381"/>
                    <a:pt x="115094" y="0"/>
                    <a:pt x="96044" y="12700"/>
                  </a:cubicBezTo>
                  <a:cubicBezTo>
                    <a:pt x="79909" y="8498"/>
                    <a:pt x="62966" y="8498"/>
                    <a:pt x="46831" y="12700"/>
                  </a:cubicBezTo>
                  <a:cubicBezTo>
                    <a:pt x="27781" y="0"/>
                    <a:pt x="19050" y="2381"/>
                    <a:pt x="19050" y="2381"/>
                  </a:cubicBezTo>
                  <a:cubicBezTo>
                    <a:pt x="15442" y="10411"/>
                    <a:pt x="15157" y="19542"/>
                    <a:pt x="18256" y="27781"/>
                  </a:cubicBezTo>
                  <a:cubicBezTo>
                    <a:pt x="11648" y="34586"/>
                    <a:pt x="7947" y="43696"/>
                    <a:pt x="7937" y="53181"/>
                  </a:cubicBezTo>
                  <a:cubicBezTo>
                    <a:pt x="7937" y="89694"/>
                    <a:pt x="29369" y="98425"/>
                    <a:pt x="51594" y="100806"/>
                  </a:cubicBezTo>
                  <a:cubicBezTo>
                    <a:pt x="46831" y="105569"/>
                    <a:pt x="46831" y="110331"/>
                    <a:pt x="47625" y="116681"/>
                  </a:cubicBezTo>
                  <a:lnTo>
                    <a:pt x="47625" y="144462"/>
                  </a:lnTo>
                </a:path>
              </a:pathLst>
            </a:custGeom>
            <a:noFill/>
            <a:ln w="15875">
              <a:solidFill>
                <a:srgbClr val="1565C0"/>
              </a:solidFill>
            </a:ln>
          </p:spPr>
        </p:sp>
        <p:sp>
          <p:nvSpPr>
            <p:cNvPr id="8" name="TextBox 8"/>
            <p:cNvSpPr txBox="1"/>
            <p:nvPr/>
          </p:nvSpPr>
          <p:spPr>
            <a:xfrm>
              <a:off x="4184142" y="2045018"/>
              <a:ext cx="4722805"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브라우저 Claude Code 실행 + GitHub 저장소 연결 후 시작</a:t>
              </a:r>
            </a:p>
          </p:txBody>
        </p:sp>
      </p:grpSp>
      <p:grpSp>
        <p:nvGrpSpPr>
          <p:cNvPr id="46" name="Group 46"/>
          <p:cNvGrpSpPr/>
          <p:nvPr/>
        </p:nvGrpSpPr>
        <p:grpSpPr>
          <a:xfrm>
            <a:off x="609600" y="2571750"/>
            <a:ext cx="5334000" cy="3333750"/>
            <a:chOff x="609600" y="2571750"/>
            <a:chExt cx="5334000" cy="3333750"/>
          </a:xfrm>
        </p:grpSpPr>
        <p:sp>
          <p:nvSpPr>
            <p:cNvPr id="10" name="Rectangle 10"/>
            <p:cNvSpPr/>
            <p:nvPr/>
          </p:nvSpPr>
          <p:spPr>
            <a:xfrm>
              <a:off x="609600" y="2571750"/>
              <a:ext cx="5334000" cy="3333750"/>
            </a:xfrm>
            <a:prstGeom prst="roundRect">
              <a:avLst>
                <a:gd name="adj" fmla="val 4571"/>
              </a:avLst>
            </a:prstGeom>
            <a:solidFill>
              <a:srgbClr val="F4F7FB"/>
            </a:solidFill>
            <a:ln>
              <a:noFill/>
            </a:ln>
          </p:spPr>
        </p:sp>
        <p:grpSp>
          <p:nvGrpSpPr>
            <p:cNvPr id="16" name="Group 16"/>
            <p:cNvGrpSpPr/>
            <p:nvPr/>
          </p:nvGrpSpPr>
          <p:grpSpPr>
            <a:xfrm>
              <a:off x="952500" y="2889250"/>
              <a:ext cx="228599" cy="212724"/>
              <a:chOff x="952500" y="2889250"/>
              <a:chExt cx="228599" cy="212724"/>
            </a:xfrm>
          </p:grpSpPr>
          <p:sp>
            <p:nvSpPr>
              <p:cNvPr id="11" name="Freeform 11"/>
              <p:cNvSpPr/>
              <p:nvPr/>
            </p:nvSpPr>
            <p:spPr>
              <a:xfrm>
                <a:off x="952500" y="2889250"/>
                <a:ext cx="228599" cy="9525"/>
              </a:xfrm>
              <a:custGeom>
                <a:avLst/>
                <a:gdLst/>
                <a:ahLst/>
                <a:cxnLst/>
                <a:rect l="l" t="t" r="r" b="b"/>
                <a:pathLst>
                  <a:path w="228599" h="9525">
                    <a:moveTo>
                      <a:pt x="0" y="0"/>
                    </a:moveTo>
                    <a:lnTo>
                      <a:pt x="228599" y="0"/>
                    </a:lnTo>
                  </a:path>
                </a:pathLst>
              </a:custGeom>
              <a:noFill/>
              <a:ln w="25400">
                <a:solidFill>
                  <a:srgbClr val="1565C0"/>
                </a:solidFill>
              </a:ln>
            </p:spPr>
          </p:sp>
          <p:sp>
            <p:nvSpPr>
              <p:cNvPr id="12" name="Freeform 12"/>
              <p:cNvSpPr/>
              <p:nvPr/>
            </p:nvSpPr>
            <p:spPr>
              <a:xfrm>
                <a:off x="965200" y="2889250"/>
                <a:ext cx="203199" cy="152400"/>
              </a:xfrm>
              <a:custGeom>
                <a:avLst/>
                <a:gdLst/>
                <a:ahLst/>
                <a:cxnLst/>
                <a:rect l="l" t="t" r="r" b="b"/>
                <a:pathLst>
                  <a:path w="203199" h="152400">
                    <a:moveTo>
                      <a:pt x="0" y="0"/>
                    </a:moveTo>
                    <a:lnTo>
                      <a:pt x="0" y="127000"/>
                    </a:lnTo>
                    <a:cubicBezTo>
                      <a:pt x="0" y="141028"/>
                      <a:pt x="11372" y="152400"/>
                      <a:pt x="25400" y="152400"/>
                    </a:cubicBezTo>
                    <a:lnTo>
                      <a:pt x="177800" y="152400"/>
                    </a:lnTo>
                    <a:cubicBezTo>
                      <a:pt x="191828" y="152400"/>
                      <a:pt x="203199" y="141028"/>
                      <a:pt x="203199" y="127000"/>
                    </a:cubicBezTo>
                    <a:lnTo>
                      <a:pt x="203199" y="0"/>
                    </a:lnTo>
                  </a:path>
                </a:pathLst>
              </a:custGeom>
              <a:noFill/>
              <a:ln w="25400">
                <a:solidFill>
                  <a:srgbClr val="1565C0"/>
                </a:solidFill>
              </a:ln>
            </p:spPr>
          </p:sp>
          <p:sp>
            <p:nvSpPr>
              <p:cNvPr id="13" name="Freeform 13"/>
              <p:cNvSpPr/>
              <p:nvPr/>
            </p:nvSpPr>
            <p:spPr>
              <a:xfrm>
                <a:off x="1066800" y="3041649"/>
                <a:ext cx="9525" cy="50800"/>
              </a:xfrm>
              <a:custGeom>
                <a:avLst/>
                <a:gdLst/>
                <a:ahLst/>
                <a:cxnLst/>
                <a:rect l="l" t="t" r="r" b="b"/>
                <a:pathLst>
                  <a:path w="9525" h="50800">
                    <a:moveTo>
                      <a:pt x="0" y="0"/>
                    </a:moveTo>
                    <a:lnTo>
                      <a:pt x="0" y="50800"/>
                    </a:lnTo>
                  </a:path>
                </a:pathLst>
              </a:custGeom>
              <a:noFill/>
              <a:ln w="25400">
                <a:solidFill>
                  <a:srgbClr val="1565C0"/>
                </a:solidFill>
              </a:ln>
            </p:spPr>
          </p:sp>
          <p:sp>
            <p:nvSpPr>
              <p:cNvPr id="14" name="Freeform 14"/>
              <p:cNvSpPr/>
              <p:nvPr/>
            </p:nvSpPr>
            <p:spPr>
              <a:xfrm>
                <a:off x="1028700" y="3092449"/>
                <a:ext cx="76200" cy="9525"/>
              </a:xfrm>
              <a:custGeom>
                <a:avLst/>
                <a:gdLst/>
                <a:ahLst/>
                <a:cxnLst/>
                <a:rect l="l" t="t" r="r" b="b"/>
                <a:pathLst>
                  <a:path w="76200" h="9525">
                    <a:moveTo>
                      <a:pt x="0" y="0"/>
                    </a:moveTo>
                    <a:lnTo>
                      <a:pt x="76200" y="0"/>
                    </a:lnTo>
                  </a:path>
                </a:pathLst>
              </a:custGeom>
              <a:noFill/>
              <a:ln w="25400">
                <a:solidFill>
                  <a:srgbClr val="1565C0"/>
                </a:solidFill>
              </a:ln>
            </p:spPr>
          </p:sp>
          <p:sp>
            <p:nvSpPr>
              <p:cNvPr id="15" name="Freeform 15"/>
              <p:cNvSpPr/>
              <p:nvPr/>
            </p:nvSpPr>
            <p:spPr>
              <a:xfrm>
                <a:off x="1016000" y="2940050"/>
                <a:ext cx="101600" cy="50800"/>
              </a:xfrm>
              <a:custGeom>
                <a:avLst/>
                <a:gdLst/>
                <a:ahLst/>
                <a:cxnLst/>
                <a:rect l="l" t="t" r="r" b="b"/>
                <a:pathLst>
                  <a:path w="101600" h="50800">
                    <a:moveTo>
                      <a:pt x="0" y="50800"/>
                    </a:moveTo>
                    <a:lnTo>
                      <a:pt x="38100" y="12700"/>
                    </a:lnTo>
                    <a:lnTo>
                      <a:pt x="63500" y="38100"/>
                    </a:lnTo>
                    <a:lnTo>
                      <a:pt x="101600" y="0"/>
                    </a:lnTo>
                  </a:path>
                </a:pathLst>
              </a:custGeom>
              <a:noFill/>
              <a:ln w="25400">
                <a:solidFill>
                  <a:srgbClr val="1565C0"/>
                </a:solidFill>
              </a:ln>
            </p:spPr>
          </p:sp>
        </p:grpSp>
        <p:sp>
          <p:nvSpPr>
            <p:cNvPr id="17" name="TextBox 17"/>
            <p:cNvSpPr txBox="1"/>
            <p:nvPr/>
          </p:nvSpPr>
          <p:spPr>
            <a:xfrm>
              <a:off x="1324356" y="2872740"/>
              <a:ext cx="1886682"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PPT 파이프라인</a:t>
              </a:r>
            </a:p>
          </p:txBody>
        </p:sp>
        <p:sp>
          <p:nvSpPr>
            <p:cNvPr id="18" name="TextBox 18"/>
            <p:cNvSpPr txBox="1"/>
            <p:nvPr/>
          </p:nvSpPr>
          <p:spPr>
            <a:xfrm>
              <a:off x="907542" y="3302318"/>
              <a:ext cx="2621642"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원본 문서 첨부 + 프롬프트 한 번</a:t>
              </a:r>
            </a:p>
          </p:txBody>
        </p:sp>
        <p:sp>
          <p:nvSpPr>
            <p:cNvPr id="19" name="TextBox 19"/>
            <p:cNvSpPr txBox="1"/>
            <p:nvPr/>
          </p:nvSpPr>
          <p:spPr>
            <a:xfrm>
              <a:off x="907542" y="3530918"/>
              <a:ext cx="3394024"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 서브에이전트 4개로 다음 달까지 재사용</a:t>
              </a:r>
            </a:p>
          </p:txBody>
        </p:sp>
        <p:grpSp>
          <p:nvGrpSpPr>
            <p:cNvPr id="25" name="Group 25"/>
            <p:cNvGrpSpPr/>
            <p:nvPr/>
          </p:nvGrpSpPr>
          <p:grpSpPr>
            <a:xfrm>
              <a:off x="914400" y="4095750"/>
              <a:ext cx="1285829" cy="666750"/>
              <a:chOff x="914400" y="4095750"/>
              <a:chExt cx="1285829" cy="666750"/>
            </a:xfrm>
          </p:grpSpPr>
          <p:sp>
            <p:nvSpPr>
              <p:cNvPr id="20" name="Rectangle 20"/>
              <p:cNvSpPr/>
              <p:nvPr/>
            </p:nvSpPr>
            <p:spPr>
              <a:xfrm>
                <a:off x="914400" y="4095750"/>
                <a:ext cx="1066800" cy="666750"/>
              </a:xfrm>
              <a:prstGeom prst="roundRect">
                <a:avLst>
                  <a:gd name="adj" fmla="val 17143"/>
                </a:avLst>
              </a:prstGeom>
              <a:solidFill>
                <a:srgbClr val="FFFFFF"/>
              </a:solidFill>
              <a:ln w="14288">
                <a:solidFill>
                  <a:srgbClr val="E2E8F0"/>
                </a:solidFill>
              </a:ln>
            </p:spPr>
          </p:sp>
          <p:sp>
            <p:nvSpPr>
              <p:cNvPr id="21" name="Ellipse 21"/>
              <p:cNvSpPr/>
              <p:nvPr/>
            </p:nvSpPr>
            <p:spPr>
              <a:xfrm>
                <a:off x="1047750" y="4219575"/>
                <a:ext cx="228600" cy="228600"/>
              </a:xfrm>
              <a:prstGeom prst="ellipse">
                <a:avLst/>
              </a:prstGeom>
              <a:solidFill>
                <a:srgbClr val="1565C0"/>
              </a:solidFill>
              <a:ln>
                <a:noFill/>
              </a:ln>
            </p:spPr>
          </p:sp>
          <p:sp>
            <p:nvSpPr>
              <p:cNvPr id="22" name="TextBox 22"/>
              <p:cNvSpPr txBox="1"/>
              <p:nvPr/>
            </p:nvSpPr>
            <p:spPr>
              <a:xfrm>
                <a:off x="1109308" y="425196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Pretendard"/>
                    <a:ea typeface="Pretendard"/>
                    <a:cs typeface="Pretendard"/>
                  </a:rPr>
                  <a:t>1</a:t>
                </a:r>
              </a:p>
            </p:txBody>
          </p:sp>
          <p:sp>
            <p:nvSpPr>
              <p:cNvPr id="23" name="TextBox 23"/>
              <p:cNvSpPr txBox="1"/>
              <p:nvPr/>
            </p:nvSpPr>
            <p:spPr>
              <a:xfrm>
                <a:off x="1441704" y="4251960"/>
                <a:ext cx="758525" cy="234696"/>
              </a:xfrm>
              <a:prstGeom prst="rect">
                <a:avLst/>
              </a:prstGeom>
              <a:noFill/>
              <a:ln>
                <a:noFill/>
              </a:ln>
            </p:spPr>
            <p:txBody>
              <a:bodyPr wrap="none" lIns="0" tIns="0" rIns="0" bIns="0" anchor="t" anchorCtr="0">
                <a:spAutoFit/>
              </a:bodyPr>
              <a:lstStyle/>
              <a:p>
                <a:pPr algn="l"/>
                <a:r>
                  <a:rPr lang="en-US" sz="1200" b="1" dirty="0">
                    <a:solidFill>
                      <a:srgbClr val="1D2733"/>
                    </a:solidFill>
                    <a:latin typeface="Pretendard"/>
                    <a:ea typeface="Pretendard"/>
                    <a:cs typeface="Pretendard"/>
                  </a:rPr>
                  <a:t>content-</a:t>
                </a:r>
              </a:p>
            </p:txBody>
          </p:sp>
          <p:sp>
            <p:nvSpPr>
              <p:cNvPr id="24" name="TextBox 24"/>
              <p:cNvSpPr txBox="1"/>
              <p:nvPr/>
            </p:nvSpPr>
            <p:spPr>
              <a:xfrm>
                <a:off x="1003554" y="4461510"/>
                <a:ext cx="622828" cy="234696"/>
              </a:xfrm>
              <a:prstGeom prst="rect">
                <a:avLst/>
              </a:prstGeom>
              <a:noFill/>
              <a:ln>
                <a:noFill/>
              </a:ln>
            </p:spPr>
            <p:txBody>
              <a:bodyPr wrap="none" lIns="0" tIns="0" rIns="0" bIns="0" anchor="t" anchorCtr="0">
                <a:spAutoFit/>
              </a:bodyPr>
              <a:lstStyle/>
              <a:p>
                <a:pPr algn="l"/>
                <a:r>
                  <a:rPr lang="en-US" sz="1200" b="1" dirty="0">
                    <a:solidFill>
                      <a:srgbClr val="1D2733"/>
                    </a:solidFill>
                    <a:latin typeface="Pretendard"/>
                    <a:ea typeface="Pretendard"/>
                    <a:cs typeface="Pretendard"/>
                  </a:rPr>
                  <a:t>planner</a:t>
                </a:r>
              </a:p>
            </p:txBody>
          </p:sp>
        </p:grpSp>
        <p:sp>
          <p:nvSpPr>
            <p:cNvPr id="26" name="Line 26"/>
            <p:cNvSpPr/>
            <p:nvPr/>
          </p:nvSpPr>
          <p:spPr>
            <a:xfrm>
              <a:off x="1981200" y="4429125"/>
              <a:ext cx="285750" cy="1"/>
            </a:xfrm>
            <a:prstGeom prst="line">
              <a:avLst/>
            </a:prstGeom>
            <a:noFill/>
            <a:ln w="19050">
              <a:solidFill>
                <a:srgbClr val="94A3B3"/>
              </a:solidFill>
              <a:tailEnd type="triangle" w="lg" len="lg"/>
            </a:ln>
          </p:spPr>
        </p:sp>
        <p:grpSp>
          <p:nvGrpSpPr>
            <p:cNvPr id="32" name="Group 32"/>
            <p:cNvGrpSpPr/>
            <p:nvPr/>
          </p:nvGrpSpPr>
          <p:grpSpPr>
            <a:xfrm>
              <a:off x="2266950" y="4095750"/>
              <a:ext cx="1066800" cy="666750"/>
              <a:chOff x="2266950" y="4095750"/>
              <a:chExt cx="1066800" cy="666750"/>
            </a:xfrm>
          </p:grpSpPr>
          <p:sp>
            <p:nvSpPr>
              <p:cNvPr id="27" name="Rectangle 27"/>
              <p:cNvSpPr/>
              <p:nvPr/>
            </p:nvSpPr>
            <p:spPr>
              <a:xfrm>
                <a:off x="2266950" y="4095750"/>
                <a:ext cx="1066800" cy="666750"/>
              </a:xfrm>
              <a:prstGeom prst="roundRect">
                <a:avLst>
                  <a:gd name="adj" fmla="val 17143"/>
                </a:avLst>
              </a:prstGeom>
              <a:solidFill>
                <a:srgbClr val="FFFFFF"/>
              </a:solidFill>
              <a:ln w="14288">
                <a:solidFill>
                  <a:srgbClr val="E2E8F0"/>
                </a:solidFill>
              </a:ln>
            </p:spPr>
          </p:sp>
          <p:sp>
            <p:nvSpPr>
              <p:cNvPr id="28" name="Ellipse 28"/>
              <p:cNvSpPr/>
              <p:nvPr/>
            </p:nvSpPr>
            <p:spPr>
              <a:xfrm>
                <a:off x="2400300" y="4219575"/>
                <a:ext cx="228600" cy="228600"/>
              </a:xfrm>
              <a:prstGeom prst="ellipse">
                <a:avLst/>
              </a:prstGeom>
              <a:solidFill>
                <a:srgbClr val="1565C0"/>
              </a:solidFill>
              <a:ln>
                <a:noFill/>
              </a:ln>
            </p:spPr>
          </p:sp>
          <p:sp>
            <p:nvSpPr>
              <p:cNvPr id="29" name="TextBox 29"/>
              <p:cNvSpPr txBox="1"/>
              <p:nvPr/>
            </p:nvSpPr>
            <p:spPr>
              <a:xfrm>
                <a:off x="2461858" y="425196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Pretendard"/>
                    <a:ea typeface="Pretendard"/>
                    <a:cs typeface="Pretendard"/>
                  </a:rPr>
                  <a:t>2</a:t>
                </a:r>
              </a:p>
            </p:txBody>
          </p:sp>
          <p:sp>
            <p:nvSpPr>
              <p:cNvPr id="30" name="TextBox 30"/>
              <p:cNvSpPr txBox="1"/>
              <p:nvPr/>
            </p:nvSpPr>
            <p:spPr>
              <a:xfrm>
                <a:off x="2794254" y="4251960"/>
                <a:ext cx="487131" cy="234696"/>
              </a:xfrm>
              <a:prstGeom prst="rect">
                <a:avLst/>
              </a:prstGeom>
              <a:noFill/>
              <a:ln>
                <a:noFill/>
              </a:ln>
            </p:spPr>
            <p:txBody>
              <a:bodyPr wrap="none" lIns="0" tIns="0" rIns="0" bIns="0" anchor="t" anchorCtr="0">
                <a:spAutoFit/>
              </a:bodyPr>
              <a:lstStyle/>
              <a:p>
                <a:pPr algn="l"/>
                <a:r>
                  <a:rPr lang="en-US" sz="1200" b="1" dirty="0">
                    <a:solidFill>
                      <a:srgbClr val="1D2733"/>
                    </a:solidFill>
                    <a:latin typeface="Pretendard"/>
                    <a:ea typeface="Pretendard"/>
                    <a:cs typeface="Pretendard"/>
                  </a:rPr>
                  <a:t>slide-</a:t>
                </a:r>
              </a:p>
            </p:txBody>
          </p:sp>
          <p:sp>
            <p:nvSpPr>
              <p:cNvPr id="31" name="TextBox 31"/>
              <p:cNvSpPr txBox="1"/>
              <p:nvPr/>
            </p:nvSpPr>
            <p:spPr>
              <a:xfrm>
                <a:off x="2356104" y="4461510"/>
                <a:ext cx="563461" cy="234696"/>
              </a:xfrm>
              <a:prstGeom prst="rect">
                <a:avLst/>
              </a:prstGeom>
              <a:noFill/>
              <a:ln>
                <a:noFill/>
              </a:ln>
            </p:spPr>
            <p:txBody>
              <a:bodyPr wrap="none" lIns="0" tIns="0" rIns="0" bIns="0" anchor="t" anchorCtr="0">
                <a:spAutoFit/>
              </a:bodyPr>
              <a:lstStyle/>
              <a:p>
                <a:pPr algn="l"/>
                <a:r>
                  <a:rPr lang="en-US" sz="1200" b="1" dirty="0">
                    <a:solidFill>
                      <a:srgbClr val="1D2733"/>
                    </a:solidFill>
                    <a:latin typeface="Pretendard"/>
                    <a:ea typeface="Pretendard"/>
                    <a:cs typeface="Pretendard"/>
                  </a:rPr>
                  <a:t>writer</a:t>
                </a:r>
              </a:p>
            </p:txBody>
          </p:sp>
        </p:grpSp>
        <p:sp>
          <p:nvSpPr>
            <p:cNvPr id="33" name="Line 33"/>
            <p:cNvSpPr/>
            <p:nvPr/>
          </p:nvSpPr>
          <p:spPr>
            <a:xfrm>
              <a:off x="3333750" y="4429125"/>
              <a:ext cx="285750" cy="1"/>
            </a:xfrm>
            <a:prstGeom prst="line">
              <a:avLst/>
            </a:prstGeom>
            <a:noFill/>
            <a:ln w="19050">
              <a:solidFill>
                <a:srgbClr val="94A3B3"/>
              </a:solidFill>
              <a:tailEnd type="triangle" w="lg" len="lg"/>
            </a:ln>
          </p:spPr>
        </p:sp>
        <p:grpSp>
          <p:nvGrpSpPr>
            <p:cNvPr id="39" name="Group 39"/>
            <p:cNvGrpSpPr/>
            <p:nvPr/>
          </p:nvGrpSpPr>
          <p:grpSpPr>
            <a:xfrm>
              <a:off x="3619500" y="4095750"/>
              <a:ext cx="1066800" cy="666750"/>
              <a:chOff x="3619500" y="4095750"/>
              <a:chExt cx="1066800" cy="666750"/>
            </a:xfrm>
          </p:grpSpPr>
          <p:sp>
            <p:nvSpPr>
              <p:cNvPr id="34" name="Rectangle 34"/>
              <p:cNvSpPr/>
              <p:nvPr/>
            </p:nvSpPr>
            <p:spPr>
              <a:xfrm>
                <a:off x="3619500" y="4095750"/>
                <a:ext cx="1066800" cy="666750"/>
              </a:xfrm>
              <a:prstGeom prst="roundRect">
                <a:avLst>
                  <a:gd name="adj" fmla="val 17143"/>
                </a:avLst>
              </a:prstGeom>
              <a:solidFill>
                <a:srgbClr val="FFFFFF"/>
              </a:solidFill>
              <a:ln w="14288">
                <a:solidFill>
                  <a:srgbClr val="E2E8F0"/>
                </a:solidFill>
              </a:ln>
            </p:spPr>
          </p:sp>
          <p:sp>
            <p:nvSpPr>
              <p:cNvPr id="35" name="Ellipse 35"/>
              <p:cNvSpPr/>
              <p:nvPr/>
            </p:nvSpPr>
            <p:spPr>
              <a:xfrm>
                <a:off x="3752850" y="4219575"/>
                <a:ext cx="228600" cy="228600"/>
              </a:xfrm>
              <a:prstGeom prst="ellipse">
                <a:avLst/>
              </a:prstGeom>
              <a:solidFill>
                <a:srgbClr val="1565C0"/>
              </a:solidFill>
              <a:ln>
                <a:noFill/>
              </a:ln>
            </p:spPr>
          </p:sp>
          <p:sp>
            <p:nvSpPr>
              <p:cNvPr id="36" name="TextBox 36"/>
              <p:cNvSpPr txBox="1"/>
              <p:nvPr/>
            </p:nvSpPr>
            <p:spPr>
              <a:xfrm>
                <a:off x="3814408" y="425196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Pretendard"/>
                    <a:ea typeface="Pretendard"/>
                    <a:cs typeface="Pretendard"/>
                  </a:rPr>
                  <a:t>3</a:t>
                </a:r>
              </a:p>
            </p:txBody>
          </p:sp>
          <p:sp>
            <p:nvSpPr>
              <p:cNvPr id="37" name="TextBox 37"/>
              <p:cNvSpPr txBox="1"/>
              <p:nvPr/>
            </p:nvSpPr>
            <p:spPr>
              <a:xfrm>
                <a:off x="4032504" y="4251960"/>
                <a:ext cx="385359" cy="234696"/>
              </a:xfrm>
              <a:prstGeom prst="rect">
                <a:avLst/>
              </a:prstGeom>
              <a:noFill/>
              <a:ln>
                <a:noFill/>
              </a:ln>
            </p:spPr>
            <p:txBody>
              <a:bodyPr wrap="none" lIns="0" tIns="0" rIns="0" bIns="0" anchor="t" anchorCtr="0">
                <a:spAutoFit/>
              </a:bodyPr>
              <a:lstStyle/>
              <a:p>
                <a:pPr algn="l"/>
                <a:r>
                  <a:rPr lang="en-US" sz="1200" b="1" dirty="0">
                    <a:solidFill>
                      <a:srgbClr val="1D2733"/>
                    </a:solidFill>
                    <a:latin typeface="Pretendard"/>
                    <a:ea typeface="Pretendard"/>
                    <a:cs typeface="Pretendard"/>
                  </a:rPr>
                  <a:t>ppt-</a:t>
                </a:r>
              </a:p>
            </p:txBody>
          </p:sp>
          <p:sp>
            <p:nvSpPr>
              <p:cNvPr id="38" name="TextBox 38"/>
              <p:cNvSpPr txBox="1"/>
              <p:nvPr/>
            </p:nvSpPr>
            <p:spPr>
              <a:xfrm>
                <a:off x="3708654" y="4461510"/>
                <a:ext cx="580423" cy="234696"/>
              </a:xfrm>
              <a:prstGeom prst="rect">
                <a:avLst/>
              </a:prstGeom>
              <a:noFill/>
              <a:ln>
                <a:noFill/>
              </a:ln>
            </p:spPr>
            <p:txBody>
              <a:bodyPr wrap="none" lIns="0" tIns="0" rIns="0" bIns="0" anchor="t" anchorCtr="0">
                <a:spAutoFit/>
              </a:bodyPr>
              <a:lstStyle/>
              <a:p>
                <a:pPr algn="l"/>
                <a:r>
                  <a:rPr lang="en-US" sz="1200" b="1" dirty="0">
                    <a:solidFill>
                      <a:srgbClr val="1D2733"/>
                    </a:solidFill>
                    <a:latin typeface="Pretendard"/>
                    <a:ea typeface="Pretendard"/>
                    <a:cs typeface="Pretendard"/>
                  </a:rPr>
                  <a:t>builder</a:t>
                </a:r>
              </a:p>
            </p:txBody>
          </p:sp>
        </p:grpSp>
        <p:sp>
          <p:nvSpPr>
            <p:cNvPr id="40" name="Line 40"/>
            <p:cNvSpPr/>
            <p:nvPr/>
          </p:nvSpPr>
          <p:spPr>
            <a:xfrm>
              <a:off x="1219200" y="4914900"/>
              <a:ext cx="9525" cy="9525"/>
            </a:xfrm>
            <a:custGeom>
              <a:avLst/>
              <a:gdLst/>
              <a:ahLst/>
              <a:cxnLst/>
              <a:rect l="l" t="t" r="r" b="b"/>
              <a:pathLst>
                <a:path w="9525" h="9525">
                  <a:moveTo>
                    <a:pt x="0" y="0"/>
                  </a:moveTo>
                  <a:lnTo>
                    <a:pt x="0" y="0"/>
                  </a:lnTo>
                </a:path>
              </a:pathLst>
            </a:custGeom>
            <a:noFill/>
            <a:ln>
              <a:noFill/>
            </a:ln>
          </p:spPr>
        </p:sp>
        <p:grpSp>
          <p:nvGrpSpPr>
            <p:cNvPr id="45" name="Group 45"/>
            <p:cNvGrpSpPr/>
            <p:nvPr/>
          </p:nvGrpSpPr>
          <p:grpSpPr>
            <a:xfrm>
              <a:off x="914400" y="4914900"/>
              <a:ext cx="4572000" cy="571500"/>
              <a:chOff x="914400" y="4914900"/>
              <a:chExt cx="4572000" cy="571500"/>
            </a:xfrm>
          </p:grpSpPr>
          <p:sp>
            <p:nvSpPr>
              <p:cNvPr id="41" name="Rectangle 41"/>
              <p:cNvSpPr/>
              <p:nvPr/>
            </p:nvSpPr>
            <p:spPr>
              <a:xfrm>
                <a:off x="914400" y="4914900"/>
                <a:ext cx="4572000" cy="571500"/>
              </a:xfrm>
              <a:prstGeom prst="roundRect">
                <a:avLst>
                  <a:gd name="adj" fmla="val 20000"/>
                </a:avLst>
              </a:prstGeom>
              <a:solidFill>
                <a:srgbClr val="1565C0"/>
              </a:solidFill>
              <a:ln>
                <a:noFill/>
              </a:ln>
            </p:spPr>
          </p:sp>
          <p:sp>
            <p:nvSpPr>
              <p:cNvPr id="42" name="Ellipse 42"/>
              <p:cNvSpPr/>
              <p:nvPr/>
            </p:nvSpPr>
            <p:spPr>
              <a:xfrm>
                <a:off x="1047750" y="5086350"/>
                <a:ext cx="228600" cy="228600"/>
              </a:xfrm>
              <a:prstGeom prst="ellipse">
                <a:avLst/>
              </a:prstGeom>
              <a:solidFill>
                <a:srgbClr val="FFFFFF"/>
              </a:solidFill>
              <a:ln>
                <a:noFill/>
              </a:ln>
            </p:spPr>
          </p:sp>
          <p:sp>
            <p:nvSpPr>
              <p:cNvPr id="43" name="TextBox 43"/>
              <p:cNvSpPr txBox="1"/>
              <p:nvPr/>
            </p:nvSpPr>
            <p:spPr>
              <a:xfrm>
                <a:off x="1109308" y="5118735"/>
                <a:ext cx="105484" cy="234696"/>
              </a:xfrm>
              <a:prstGeom prst="rect">
                <a:avLst/>
              </a:prstGeom>
              <a:noFill/>
              <a:ln>
                <a:noFill/>
              </a:ln>
            </p:spPr>
            <p:txBody>
              <a:bodyPr wrap="none" lIns="0" tIns="0" rIns="0" bIns="0" anchor="t" anchorCtr="0">
                <a:spAutoFit/>
              </a:bodyPr>
              <a:lstStyle/>
              <a:p>
                <a:pPr algn="ctr"/>
                <a:r>
                  <a:rPr lang="en-US" sz="1200" b="1" dirty="0">
                    <a:solidFill>
                      <a:srgbClr val="1565C0"/>
                    </a:solidFill>
                    <a:latin typeface="Pretendard"/>
                    <a:ea typeface="Pretendard"/>
                    <a:cs typeface="Pretendard"/>
                  </a:rPr>
                  <a:t>4</a:t>
                </a:r>
              </a:p>
            </p:txBody>
          </p:sp>
          <p:sp>
            <p:nvSpPr>
              <p:cNvPr id="44" name="TextBox 44"/>
              <p:cNvSpPr txBox="1"/>
              <p:nvPr/>
            </p:nvSpPr>
            <p:spPr>
              <a:xfrm>
                <a:off x="1402842" y="5112068"/>
                <a:ext cx="2933321" cy="264033"/>
              </a:xfrm>
              <a:prstGeom prst="rect">
                <a:avLst/>
              </a:prstGeom>
              <a:noFill/>
              <a:ln>
                <a:noFill/>
              </a:ln>
            </p:spPr>
            <p:txBody>
              <a:bodyPr wrap="none" lIns="0" tIns="0" rIns="0" bIns="0" anchor="t" anchorCtr="0">
                <a:spAutoFit/>
              </a:bodyPr>
              <a:lstStyle/>
              <a:p>
                <a:pPr algn="l"/>
                <a:r>
                  <a:rPr lang="ko-KR" sz="1350" b="1" dirty="0">
                    <a:solidFill>
                      <a:srgbClr val="FFFFFF"/>
                    </a:solidFill>
                    <a:latin typeface="Pretendard SemiBold"/>
                    <a:ea typeface="Pretendard SemiBold"/>
                    <a:cs typeface="Pretendard SemiBold"/>
                  </a:rPr>
                  <a:t>ppt-reviewer — 원본과 대조 검수</a:t>
                </a:r>
              </a:p>
            </p:txBody>
          </p:sp>
        </p:grpSp>
      </p:grpSp>
      <p:grpSp>
        <p:nvGrpSpPr>
          <p:cNvPr id="74" name="Group 74"/>
          <p:cNvGrpSpPr/>
          <p:nvPr/>
        </p:nvGrpSpPr>
        <p:grpSpPr>
          <a:xfrm>
            <a:off x="6248400" y="2571750"/>
            <a:ext cx="5334000" cy="3333750"/>
            <a:chOff x="6248400" y="2571750"/>
            <a:chExt cx="5334000" cy="3333750"/>
          </a:xfrm>
        </p:grpSpPr>
        <p:sp>
          <p:nvSpPr>
            <p:cNvPr id="47" name="Rectangle 47"/>
            <p:cNvSpPr/>
            <p:nvPr/>
          </p:nvSpPr>
          <p:spPr>
            <a:xfrm>
              <a:off x="6248400" y="2571750"/>
              <a:ext cx="5334000" cy="3333750"/>
            </a:xfrm>
            <a:prstGeom prst="roundRect">
              <a:avLst>
                <a:gd name="adj" fmla="val 4571"/>
              </a:avLst>
            </a:prstGeom>
            <a:solidFill>
              <a:srgbClr val="F4F7FB"/>
            </a:solidFill>
            <a:ln>
              <a:noFill/>
            </a:ln>
          </p:spPr>
        </p:sp>
        <p:grpSp>
          <p:nvGrpSpPr>
            <p:cNvPr id="51" name="Group 51"/>
            <p:cNvGrpSpPr/>
            <p:nvPr/>
          </p:nvGrpSpPr>
          <p:grpSpPr>
            <a:xfrm>
              <a:off x="6616700" y="2876550"/>
              <a:ext cx="177800" cy="228599"/>
              <a:chOff x="6616700" y="2876550"/>
              <a:chExt cx="177800" cy="228599"/>
            </a:xfrm>
          </p:grpSpPr>
          <p:sp>
            <p:nvSpPr>
              <p:cNvPr id="48" name="Freeform 48"/>
              <p:cNvSpPr/>
              <p:nvPr/>
            </p:nvSpPr>
            <p:spPr>
              <a:xfrm>
                <a:off x="6731000" y="2876550"/>
                <a:ext cx="63500" cy="63500"/>
              </a:xfrm>
              <a:custGeom>
                <a:avLst/>
                <a:gdLst/>
                <a:ahLst/>
                <a:cxnLst/>
                <a:rect l="l" t="t" r="r" b="b"/>
                <a:pathLst>
                  <a:path w="63500" h="63500">
                    <a:moveTo>
                      <a:pt x="0" y="0"/>
                    </a:moveTo>
                    <a:lnTo>
                      <a:pt x="0" y="50800"/>
                    </a:lnTo>
                    <a:cubicBezTo>
                      <a:pt x="0" y="57814"/>
                      <a:pt x="5686" y="63500"/>
                      <a:pt x="12700" y="63500"/>
                    </a:cubicBezTo>
                    <a:lnTo>
                      <a:pt x="63500" y="63500"/>
                    </a:lnTo>
                  </a:path>
                </a:pathLst>
              </a:custGeom>
              <a:noFill/>
              <a:ln w="25400">
                <a:solidFill>
                  <a:srgbClr val="0D47A1"/>
                </a:solidFill>
              </a:ln>
            </p:spPr>
          </p:sp>
          <p:sp>
            <p:nvSpPr>
              <p:cNvPr id="49" name="Freeform 49"/>
              <p:cNvSpPr/>
              <p:nvPr/>
            </p:nvSpPr>
            <p:spPr>
              <a:xfrm>
                <a:off x="6616700" y="2876550"/>
                <a:ext cx="177800" cy="228599"/>
              </a:xfrm>
              <a:custGeom>
                <a:avLst/>
                <a:gdLst/>
                <a:ahLst/>
                <a:cxnLst/>
                <a:rect l="l" t="t" r="r" b="b"/>
                <a:pathLst>
                  <a:path w="177800" h="228599">
                    <a:moveTo>
                      <a:pt x="152400" y="228599"/>
                    </a:moveTo>
                    <a:lnTo>
                      <a:pt x="25400" y="228599"/>
                    </a:lnTo>
                    <a:cubicBezTo>
                      <a:pt x="11372" y="228599"/>
                      <a:pt x="0" y="217227"/>
                      <a:pt x="0" y="203199"/>
                    </a:cubicBezTo>
                    <a:lnTo>
                      <a:pt x="0" y="25400"/>
                    </a:lnTo>
                    <a:cubicBezTo>
                      <a:pt x="0" y="11372"/>
                      <a:pt x="11372" y="0"/>
                      <a:pt x="25400" y="0"/>
                    </a:cubicBezTo>
                    <a:lnTo>
                      <a:pt x="114300" y="0"/>
                    </a:lnTo>
                    <a:lnTo>
                      <a:pt x="177800" y="63500"/>
                    </a:lnTo>
                    <a:lnTo>
                      <a:pt x="177800" y="203199"/>
                    </a:lnTo>
                    <a:cubicBezTo>
                      <a:pt x="177800" y="217227"/>
                      <a:pt x="166428" y="228599"/>
                      <a:pt x="152400" y="228599"/>
                    </a:cubicBezTo>
                  </a:path>
                </a:pathLst>
              </a:custGeom>
              <a:noFill/>
              <a:ln w="25400">
                <a:solidFill>
                  <a:srgbClr val="0D47A1"/>
                </a:solidFill>
              </a:ln>
            </p:spPr>
          </p:sp>
          <p:sp>
            <p:nvSpPr>
              <p:cNvPr id="50" name="Freeform 50"/>
              <p:cNvSpPr/>
              <p:nvPr/>
            </p:nvSpPr>
            <p:spPr>
              <a:xfrm>
                <a:off x="6667500" y="2990850"/>
                <a:ext cx="76200" cy="63500"/>
              </a:xfrm>
              <a:custGeom>
                <a:avLst/>
                <a:gdLst/>
                <a:ahLst/>
                <a:cxnLst/>
                <a:rect l="l" t="t" r="r" b="b"/>
                <a:pathLst>
                  <a:path w="76200" h="63500">
                    <a:moveTo>
                      <a:pt x="0" y="0"/>
                    </a:moveTo>
                    <a:lnTo>
                      <a:pt x="16929" y="63500"/>
                    </a:lnTo>
                    <a:lnTo>
                      <a:pt x="38100" y="12700"/>
                    </a:lnTo>
                    <a:lnTo>
                      <a:pt x="59271" y="63500"/>
                    </a:lnTo>
                    <a:lnTo>
                      <a:pt x="76200" y="0"/>
                    </a:lnTo>
                  </a:path>
                </a:pathLst>
              </a:custGeom>
              <a:noFill/>
              <a:ln w="25400">
                <a:solidFill>
                  <a:srgbClr val="0D47A1"/>
                </a:solidFill>
              </a:ln>
            </p:spPr>
          </p:sp>
        </p:grpSp>
        <p:sp>
          <p:nvSpPr>
            <p:cNvPr id="52" name="TextBox 52"/>
            <p:cNvSpPr txBox="1"/>
            <p:nvPr/>
          </p:nvSpPr>
          <p:spPr>
            <a:xfrm>
              <a:off x="6963156" y="2872740"/>
              <a:ext cx="3392150"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한글 문서(HWP) 파이프라인</a:t>
              </a:r>
            </a:p>
          </p:txBody>
        </p:sp>
        <p:sp>
          <p:nvSpPr>
            <p:cNvPr id="53" name="TextBox 53"/>
            <p:cNvSpPr txBox="1"/>
            <p:nvPr/>
          </p:nvSpPr>
          <p:spPr>
            <a:xfrm>
              <a:off x="6546342" y="3302318"/>
              <a:ext cx="2685250"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docx 스킬로 회사 양식 유지한 채</a:t>
              </a:r>
            </a:p>
          </p:txBody>
        </p:sp>
        <p:sp>
          <p:nvSpPr>
            <p:cNvPr id="54" name="TextBox 54"/>
            <p:cNvSpPr txBox="1"/>
            <p:nvPr/>
          </p:nvSpPr>
          <p:spPr>
            <a:xfrm>
              <a:off x="6546342" y="3530918"/>
              <a:ext cx="3066898"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내용만 교체 → 한컴에서 HWP로 저장</a:t>
              </a:r>
            </a:p>
          </p:txBody>
        </p:sp>
        <p:grpSp>
          <p:nvGrpSpPr>
            <p:cNvPr id="60" name="Group 60"/>
            <p:cNvGrpSpPr/>
            <p:nvPr/>
          </p:nvGrpSpPr>
          <p:grpSpPr>
            <a:xfrm>
              <a:off x="6553200" y="4095750"/>
              <a:ext cx="1428750" cy="666750"/>
              <a:chOff x="6553200" y="4095750"/>
              <a:chExt cx="1428750" cy="666750"/>
            </a:xfrm>
          </p:grpSpPr>
          <p:sp>
            <p:nvSpPr>
              <p:cNvPr id="55" name="Rectangle 55"/>
              <p:cNvSpPr/>
              <p:nvPr/>
            </p:nvSpPr>
            <p:spPr>
              <a:xfrm>
                <a:off x="6553200" y="4095750"/>
                <a:ext cx="1428750" cy="666750"/>
              </a:xfrm>
              <a:prstGeom prst="roundRect">
                <a:avLst>
                  <a:gd name="adj" fmla="val 17143"/>
                </a:avLst>
              </a:prstGeom>
              <a:solidFill>
                <a:srgbClr val="FFFFFF"/>
              </a:solidFill>
              <a:ln w="14288">
                <a:solidFill>
                  <a:srgbClr val="E2E8F0"/>
                </a:solidFill>
              </a:ln>
            </p:spPr>
          </p:sp>
          <p:sp>
            <p:nvSpPr>
              <p:cNvPr id="56" name="Ellipse 56"/>
              <p:cNvSpPr/>
              <p:nvPr/>
            </p:nvSpPr>
            <p:spPr>
              <a:xfrm>
                <a:off x="6686550" y="4219575"/>
                <a:ext cx="228600" cy="228600"/>
              </a:xfrm>
              <a:prstGeom prst="ellipse">
                <a:avLst/>
              </a:prstGeom>
              <a:solidFill>
                <a:srgbClr val="0D47A1"/>
              </a:solidFill>
              <a:ln>
                <a:noFill/>
              </a:ln>
            </p:spPr>
          </p:sp>
          <p:sp>
            <p:nvSpPr>
              <p:cNvPr id="57" name="TextBox 57"/>
              <p:cNvSpPr txBox="1"/>
              <p:nvPr/>
            </p:nvSpPr>
            <p:spPr>
              <a:xfrm>
                <a:off x="6748108" y="425196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Pretendard"/>
                    <a:ea typeface="Pretendard"/>
                    <a:cs typeface="Pretendard"/>
                  </a:rPr>
                  <a:t>1</a:t>
                </a:r>
              </a:p>
            </p:txBody>
          </p:sp>
          <p:sp>
            <p:nvSpPr>
              <p:cNvPr id="58" name="TextBox 58"/>
              <p:cNvSpPr txBox="1"/>
              <p:nvPr/>
            </p:nvSpPr>
            <p:spPr>
              <a:xfrm>
                <a:off x="7080504" y="4251960"/>
                <a:ext cx="385359" cy="234696"/>
              </a:xfrm>
              <a:prstGeom prst="rect">
                <a:avLst/>
              </a:prstGeom>
              <a:noFill/>
              <a:ln>
                <a:noFill/>
              </a:ln>
            </p:spPr>
            <p:txBody>
              <a:bodyPr wrap="none" lIns="0" tIns="0" rIns="0" bIns="0" anchor="t" anchorCtr="0">
                <a:spAutoFit/>
              </a:bodyPr>
              <a:lstStyle/>
              <a:p>
                <a:pPr algn="l"/>
                <a:r>
                  <a:rPr lang="en-US" sz="1200" b="1" dirty="0">
                    <a:solidFill>
                      <a:srgbClr val="1D2733"/>
                    </a:solidFill>
                    <a:latin typeface="Pretendard"/>
                    <a:ea typeface="Pretendard"/>
                    <a:cs typeface="Pretendard"/>
                  </a:rPr>
                  <a:t>docx</a:t>
                </a:r>
              </a:p>
            </p:txBody>
          </p:sp>
          <p:sp>
            <p:nvSpPr>
              <p:cNvPr id="59" name="TextBox 59"/>
              <p:cNvSpPr txBox="1"/>
              <p:nvPr/>
            </p:nvSpPr>
            <p:spPr>
              <a:xfrm>
                <a:off x="6661404" y="4461510"/>
                <a:ext cx="741563" cy="234696"/>
              </a:xfrm>
              <a:prstGeom prst="rect">
                <a:avLst/>
              </a:prstGeom>
              <a:noFill/>
              <a:ln>
                <a:noFill/>
              </a:ln>
            </p:spPr>
            <p:txBody>
              <a:bodyPr wrap="none" lIns="0" tIns="0" rIns="0" bIns="0" anchor="t" anchorCtr="0">
                <a:spAutoFit/>
              </a:bodyPr>
              <a:lstStyle/>
              <a:p>
                <a:pPr algn="l"/>
                <a:r>
                  <a:rPr lang="ko-KR" sz="1200" b="1" dirty="0">
                    <a:solidFill>
                      <a:srgbClr val="1D2733"/>
                    </a:solidFill>
                    <a:latin typeface="Pretendard"/>
                    <a:ea typeface="Pretendard"/>
                    <a:cs typeface="Pretendard"/>
                  </a:rPr>
                  <a:t>스킬 실행</a:t>
                </a:r>
              </a:p>
            </p:txBody>
          </p:sp>
        </p:grpSp>
        <p:sp>
          <p:nvSpPr>
            <p:cNvPr id="61" name="Line 61"/>
            <p:cNvSpPr/>
            <p:nvPr/>
          </p:nvSpPr>
          <p:spPr>
            <a:xfrm>
              <a:off x="7981950" y="4429125"/>
              <a:ext cx="285750" cy="1"/>
            </a:xfrm>
            <a:prstGeom prst="line">
              <a:avLst/>
            </a:prstGeom>
            <a:noFill/>
            <a:ln w="19050">
              <a:solidFill>
                <a:srgbClr val="94A3B3"/>
              </a:solidFill>
              <a:tailEnd type="triangle" w="lg" len="lg"/>
            </a:ln>
          </p:spPr>
        </p:sp>
        <p:grpSp>
          <p:nvGrpSpPr>
            <p:cNvPr id="67" name="Group 67"/>
            <p:cNvGrpSpPr/>
            <p:nvPr/>
          </p:nvGrpSpPr>
          <p:grpSpPr>
            <a:xfrm>
              <a:off x="8267700" y="4095750"/>
              <a:ext cx="1428750" cy="666750"/>
              <a:chOff x="8267700" y="4095750"/>
              <a:chExt cx="1428750" cy="666750"/>
            </a:xfrm>
          </p:grpSpPr>
          <p:sp>
            <p:nvSpPr>
              <p:cNvPr id="62" name="Rectangle 62"/>
              <p:cNvSpPr/>
              <p:nvPr/>
            </p:nvSpPr>
            <p:spPr>
              <a:xfrm>
                <a:off x="8267700" y="4095750"/>
                <a:ext cx="1428750" cy="666750"/>
              </a:xfrm>
              <a:prstGeom prst="roundRect">
                <a:avLst>
                  <a:gd name="adj" fmla="val 17143"/>
                </a:avLst>
              </a:prstGeom>
              <a:solidFill>
                <a:srgbClr val="FFFFFF"/>
              </a:solidFill>
              <a:ln w="14288">
                <a:solidFill>
                  <a:srgbClr val="E2E8F0"/>
                </a:solidFill>
              </a:ln>
            </p:spPr>
          </p:sp>
          <p:sp>
            <p:nvSpPr>
              <p:cNvPr id="63" name="Ellipse 63"/>
              <p:cNvSpPr/>
              <p:nvPr/>
            </p:nvSpPr>
            <p:spPr>
              <a:xfrm>
                <a:off x="8401050" y="4219575"/>
                <a:ext cx="228600" cy="228600"/>
              </a:xfrm>
              <a:prstGeom prst="ellipse">
                <a:avLst/>
              </a:prstGeom>
              <a:solidFill>
                <a:srgbClr val="0D47A1"/>
              </a:solidFill>
              <a:ln>
                <a:noFill/>
              </a:ln>
            </p:spPr>
          </p:sp>
          <p:sp>
            <p:nvSpPr>
              <p:cNvPr id="64" name="TextBox 64"/>
              <p:cNvSpPr txBox="1"/>
              <p:nvPr/>
            </p:nvSpPr>
            <p:spPr>
              <a:xfrm>
                <a:off x="8462608" y="425196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Pretendard"/>
                    <a:ea typeface="Pretendard"/>
                    <a:cs typeface="Pretendard"/>
                  </a:rPr>
                  <a:t>2</a:t>
                </a:r>
              </a:p>
            </p:txBody>
          </p:sp>
          <p:sp>
            <p:nvSpPr>
              <p:cNvPr id="65" name="TextBox 65"/>
              <p:cNvSpPr txBox="1"/>
              <p:nvPr/>
            </p:nvSpPr>
            <p:spPr>
              <a:xfrm>
                <a:off x="8795004" y="4251960"/>
                <a:ext cx="442326" cy="234696"/>
              </a:xfrm>
              <a:prstGeom prst="rect">
                <a:avLst/>
              </a:prstGeom>
              <a:noFill/>
              <a:ln>
                <a:noFill/>
              </a:ln>
            </p:spPr>
            <p:txBody>
              <a:bodyPr wrap="none" lIns="0" tIns="0" rIns="0" bIns="0" anchor="t" anchorCtr="0">
                <a:spAutoFit/>
              </a:bodyPr>
              <a:lstStyle/>
              <a:p>
                <a:pPr algn="l"/>
                <a:r>
                  <a:rPr lang="en-US" sz="1200" b="1" dirty="0">
                    <a:solidFill>
                      <a:srgbClr val="1D2733"/>
                    </a:solidFill>
                    <a:latin typeface="Pretendard"/>
                    <a:ea typeface="Pretendard"/>
                    <a:cs typeface="Pretendard"/>
                  </a:rPr>
                  <a:t>DOCX</a:t>
                </a:r>
              </a:p>
            </p:txBody>
          </p:sp>
          <p:sp>
            <p:nvSpPr>
              <p:cNvPr id="66" name="TextBox 66"/>
              <p:cNvSpPr txBox="1"/>
              <p:nvPr/>
            </p:nvSpPr>
            <p:spPr>
              <a:xfrm>
                <a:off x="8375904" y="4461510"/>
                <a:ext cx="351434" cy="234696"/>
              </a:xfrm>
              <a:prstGeom prst="rect">
                <a:avLst/>
              </a:prstGeom>
              <a:noFill/>
              <a:ln>
                <a:noFill/>
              </a:ln>
            </p:spPr>
            <p:txBody>
              <a:bodyPr wrap="none" lIns="0" tIns="0" rIns="0" bIns="0" anchor="t" anchorCtr="0">
                <a:spAutoFit/>
              </a:bodyPr>
              <a:lstStyle/>
              <a:p>
                <a:pPr algn="l"/>
                <a:r>
                  <a:rPr lang="ko-KR" sz="1200" b="1" dirty="0">
                    <a:solidFill>
                      <a:srgbClr val="1D2733"/>
                    </a:solidFill>
                    <a:latin typeface="Pretendard"/>
                    <a:ea typeface="Pretendard"/>
                    <a:cs typeface="Pretendard"/>
                  </a:rPr>
                  <a:t>생성</a:t>
                </a:r>
              </a:p>
            </p:txBody>
          </p:sp>
        </p:grpSp>
        <p:sp>
          <p:nvSpPr>
            <p:cNvPr id="68" name="Line 68"/>
            <p:cNvSpPr/>
            <p:nvPr/>
          </p:nvSpPr>
          <p:spPr>
            <a:xfrm>
              <a:off x="9696450" y="4429125"/>
              <a:ext cx="285750" cy="1"/>
            </a:xfrm>
            <a:prstGeom prst="line">
              <a:avLst/>
            </a:prstGeom>
            <a:noFill/>
            <a:ln w="19050">
              <a:solidFill>
                <a:srgbClr val="94A3B3"/>
              </a:solidFill>
              <a:tailEnd type="triangle" w="lg" len="lg"/>
            </a:ln>
          </p:spPr>
        </p:sp>
        <p:grpSp>
          <p:nvGrpSpPr>
            <p:cNvPr id="73" name="Group 73"/>
            <p:cNvGrpSpPr/>
            <p:nvPr/>
          </p:nvGrpSpPr>
          <p:grpSpPr>
            <a:xfrm>
              <a:off x="6553200" y="4914900"/>
              <a:ext cx="4572000" cy="571500"/>
              <a:chOff x="6553200" y="4914900"/>
              <a:chExt cx="4572000" cy="571500"/>
            </a:xfrm>
          </p:grpSpPr>
          <p:sp>
            <p:nvSpPr>
              <p:cNvPr id="69" name="Rectangle 69"/>
              <p:cNvSpPr/>
              <p:nvPr/>
            </p:nvSpPr>
            <p:spPr>
              <a:xfrm>
                <a:off x="6553200" y="4914900"/>
                <a:ext cx="4572000" cy="571500"/>
              </a:xfrm>
              <a:prstGeom prst="roundRect">
                <a:avLst>
                  <a:gd name="adj" fmla="val 20000"/>
                </a:avLst>
              </a:prstGeom>
              <a:solidFill>
                <a:srgbClr val="0D47A1"/>
              </a:solidFill>
              <a:ln>
                <a:noFill/>
              </a:ln>
            </p:spPr>
          </p:sp>
          <p:sp>
            <p:nvSpPr>
              <p:cNvPr id="70" name="Ellipse 70"/>
              <p:cNvSpPr/>
              <p:nvPr/>
            </p:nvSpPr>
            <p:spPr>
              <a:xfrm>
                <a:off x="6686550" y="5086350"/>
                <a:ext cx="228600" cy="228600"/>
              </a:xfrm>
              <a:prstGeom prst="ellipse">
                <a:avLst/>
              </a:prstGeom>
              <a:solidFill>
                <a:srgbClr val="FFFFFF"/>
              </a:solidFill>
              <a:ln>
                <a:noFill/>
              </a:ln>
            </p:spPr>
          </p:sp>
          <p:sp>
            <p:nvSpPr>
              <p:cNvPr id="71" name="TextBox 71"/>
              <p:cNvSpPr txBox="1"/>
              <p:nvPr/>
            </p:nvSpPr>
            <p:spPr>
              <a:xfrm>
                <a:off x="6748108" y="5118735"/>
                <a:ext cx="105484" cy="234696"/>
              </a:xfrm>
              <a:prstGeom prst="rect">
                <a:avLst/>
              </a:prstGeom>
              <a:noFill/>
              <a:ln>
                <a:noFill/>
              </a:ln>
            </p:spPr>
            <p:txBody>
              <a:bodyPr wrap="none" lIns="0" tIns="0" rIns="0" bIns="0" anchor="t" anchorCtr="0">
                <a:spAutoFit/>
              </a:bodyPr>
              <a:lstStyle/>
              <a:p>
                <a:pPr algn="ctr"/>
                <a:r>
                  <a:rPr lang="en-US" sz="1200" b="1" dirty="0">
                    <a:solidFill>
                      <a:srgbClr val="0D47A1"/>
                    </a:solidFill>
                    <a:latin typeface="Pretendard"/>
                    <a:ea typeface="Pretendard"/>
                    <a:cs typeface="Pretendard"/>
                  </a:rPr>
                  <a:t>3</a:t>
                </a:r>
              </a:p>
            </p:txBody>
          </p:sp>
          <p:sp>
            <p:nvSpPr>
              <p:cNvPr id="72" name="TextBox 72"/>
              <p:cNvSpPr txBox="1"/>
              <p:nvPr/>
            </p:nvSpPr>
            <p:spPr>
              <a:xfrm>
                <a:off x="7041642" y="5112068"/>
                <a:ext cx="3209475" cy="264033"/>
              </a:xfrm>
              <a:prstGeom prst="rect">
                <a:avLst/>
              </a:prstGeom>
              <a:noFill/>
              <a:ln>
                <a:noFill/>
              </a:ln>
            </p:spPr>
            <p:txBody>
              <a:bodyPr wrap="none" lIns="0" tIns="0" rIns="0" bIns="0" anchor="t" anchorCtr="0">
                <a:spAutoFit/>
              </a:bodyPr>
              <a:lstStyle/>
              <a:p>
                <a:pPr algn="l"/>
                <a:r>
                  <a:rPr lang="ko-KR" sz="1350" b="1" dirty="0">
                    <a:solidFill>
                      <a:srgbClr val="FFFFFF"/>
                    </a:solidFill>
                    <a:latin typeface="Pretendard SemiBold"/>
                    <a:ea typeface="Pretendard SemiBold"/>
                    <a:cs typeface="Pretendard SemiBold"/>
                  </a:rPr>
                  <a:t>한컴에서 다른 이름으로 저장(HWP)</a:t>
                </a:r>
              </a:p>
            </p:txBody>
          </p:sp>
        </p:grpSp>
      </p:grpSp>
      <p:sp>
        <p:nvSpPr>
          <p:cNvPr id="75" name="TextBox 75"/>
          <p:cNvSpPr txBox="1"/>
          <p:nvPr/>
        </p:nvSpPr>
        <p:spPr>
          <a:xfrm>
            <a:off x="11123981" y="6442710"/>
            <a:ext cx="464515" cy="234696"/>
          </a:xfrm>
          <a:prstGeom prst="rect">
            <a:avLst/>
          </a:prstGeom>
          <a:noFill/>
          <a:ln>
            <a:noFill/>
          </a:ln>
        </p:spPr>
        <p:txBody>
          <a:bodyPr wrap="none" lIns="0" tIns="0" rIns="0" bIns="0" anchor="t" anchorCtr="0">
            <a:spAutoFit/>
          </a:bodyPr>
          <a:lstStyle/>
          <a:p>
            <a:pPr algn="r"/>
            <a:r>
              <a:rPr lang="en-US" sz="1200" dirty="0">
                <a:solidFill>
                  <a:srgbClr val="94A3B3"/>
                </a:solidFill>
                <a:latin typeface="Pretendard"/>
                <a:ea typeface="Pretendard"/>
                <a:cs typeface="Pretendard"/>
              </a:rPr>
              <a:t>2 / 14</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6637138" cy="1318259"/>
            <a:chOff x="593598" y="669608"/>
            <a:chExt cx="6637138" cy="1318259"/>
          </a:xfrm>
        </p:grpSpPr>
        <p:sp>
          <p:nvSpPr>
            <p:cNvPr id="2" name="TextBox 2"/>
            <p:cNvSpPr txBox="1"/>
            <p:nvPr/>
          </p:nvSpPr>
          <p:spPr>
            <a:xfrm>
              <a:off x="593598" y="669608"/>
              <a:ext cx="4106093" cy="616077"/>
            </a:xfrm>
            <a:prstGeom prst="rect">
              <a:avLst/>
            </a:prstGeom>
            <a:noFill/>
            <a:ln>
              <a:noFill/>
            </a:ln>
          </p:spPr>
          <p:txBody>
            <a:bodyPr wrap="none" lIns="0" tIns="0" rIns="0" bIns="0" anchor="t" anchorCtr="0">
              <a:spAutoFit/>
            </a:bodyPr>
            <a:lstStyle/>
            <a:p>
              <a:pPr algn="l"/>
              <a:r>
                <a:rPr lang="ko-KR" sz="3150" b="1" dirty="0">
                  <a:solidFill>
                    <a:srgbClr val="1D2733"/>
                  </a:solidFill>
                  <a:latin typeface="Pretendard ExtraBold"/>
                  <a:ea typeface="Pretendard ExtraBold"/>
                  <a:cs typeface="Pretendard ExtraBold"/>
                </a:rPr>
                <a:t>오늘의 3단계 로드맵</a:t>
              </a:r>
            </a:p>
          </p:txBody>
        </p:sp>
        <p:sp>
          <p:nvSpPr>
            <p:cNvPr id="3" name="TextBox 3"/>
            <p:cNvSpPr txBox="1"/>
            <p:nvPr/>
          </p:nvSpPr>
          <p:spPr>
            <a:xfrm>
              <a:off x="598170" y="1185862"/>
              <a:ext cx="5876712"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Level 1 → 2 → 3 순으로 난이도를 높이며,</a:t>
              </a:r>
            </a:p>
          </p:txBody>
        </p:sp>
        <p:sp>
          <p:nvSpPr>
            <p:cNvPr id="4" name="TextBox 4"/>
            <p:cNvSpPr txBox="1"/>
            <p:nvPr/>
          </p:nvSpPr>
          <p:spPr>
            <a:xfrm>
              <a:off x="598170" y="1547812"/>
              <a:ext cx="6632566"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단발성 작업이면 Level 2까지만 해도 충분하다</a:t>
              </a:r>
            </a:p>
          </p:txBody>
        </p:sp>
      </p:grpSp>
      <p:sp>
        <p:nvSpPr>
          <p:cNvPr id="6" name="Line 6"/>
          <p:cNvSpPr/>
          <p:nvPr/>
        </p:nvSpPr>
        <p:spPr>
          <a:xfrm>
            <a:off x="1333500" y="2428875"/>
            <a:ext cx="9525" cy="3333750"/>
          </a:xfrm>
          <a:custGeom>
            <a:avLst/>
            <a:gdLst/>
            <a:ahLst/>
            <a:cxnLst/>
            <a:rect l="l" t="t" r="r" b="b"/>
            <a:pathLst>
              <a:path w="9525" h="3333750">
                <a:moveTo>
                  <a:pt x="0" y="0"/>
                </a:moveTo>
                <a:lnTo>
                  <a:pt x="0" y="3333750"/>
                </a:lnTo>
              </a:path>
            </a:pathLst>
          </a:custGeom>
          <a:noFill/>
          <a:ln w="38100" cap="rnd">
            <a:gradFill>
              <a:gsLst>
                <a:gs pos="0">
                  <a:srgbClr val="1565C0"/>
                </a:gs>
                <a:gs pos="100000">
                  <a:srgbClr val="FF6B35"/>
                </a:gs>
              </a:gsLst>
              <a:lin ang="5400000" scaled="1"/>
            </a:gradFill>
          </a:ln>
        </p:spPr>
      </p:sp>
      <p:grpSp>
        <p:nvGrpSpPr>
          <p:cNvPr id="14" name="Group 14"/>
          <p:cNvGrpSpPr/>
          <p:nvPr/>
        </p:nvGrpSpPr>
        <p:grpSpPr>
          <a:xfrm>
            <a:off x="1066800" y="2400300"/>
            <a:ext cx="9410700" cy="723900"/>
            <a:chOff x="1066800" y="2400300"/>
            <a:chExt cx="9410700" cy="723900"/>
          </a:xfrm>
        </p:grpSpPr>
        <p:sp>
          <p:nvSpPr>
            <p:cNvPr id="7" name="Ellipse 7"/>
            <p:cNvSpPr/>
            <p:nvPr/>
          </p:nvSpPr>
          <p:spPr>
            <a:xfrm>
              <a:off x="1066800" y="2495550"/>
              <a:ext cx="533400" cy="533400"/>
            </a:xfrm>
            <a:prstGeom prst="ellipse">
              <a:avLst/>
            </a:prstGeom>
            <a:solidFill>
              <a:srgbClr val="FFFFFF"/>
            </a:solidFill>
            <a:ln w="28575">
              <a:solidFill>
                <a:srgbClr val="1565C0"/>
              </a:solidFill>
            </a:ln>
          </p:spPr>
        </p:sp>
        <p:sp>
          <p:nvSpPr>
            <p:cNvPr id="8" name="TextBox 8"/>
            <p:cNvSpPr txBox="1"/>
            <p:nvPr/>
          </p:nvSpPr>
          <p:spPr>
            <a:xfrm>
              <a:off x="1267573" y="2676525"/>
              <a:ext cx="131855" cy="293370"/>
            </a:xfrm>
            <a:prstGeom prst="rect">
              <a:avLst/>
            </a:prstGeom>
            <a:noFill/>
            <a:ln>
              <a:noFill/>
            </a:ln>
          </p:spPr>
          <p:txBody>
            <a:bodyPr wrap="none" lIns="0" tIns="0" rIns="0" bIns="0" anchor="t" anchorCtr="0">
              <a:spAutoFit/>
            </a:bodyPr>
            <a:lstStyle/>
            <a:p>
              <a:pPr algn="ctr"/>
              <a:r>
                <a:rPr lang="en-US" sz="1500" b="1" dirty="0">
                  <a:solidFill>
                    <a:srgbClr val="1565C0"/>
                  </a:solidFill>
                  <a:latin typeface="Pretendard"/>
                  <a:ea typeface="Pretendard"/>
                  <a:cs typeface="Pretendard"/>
                </a:rPr>
                <a:t>1</a:t>
              </a:r>
            </a:p>
          </p:txBody>
        </p:sp>
        <p:sp>
          <p:nvSpPr>
            <p:cNvPr id="9" name="Rectangle 9"/>
            <p:cNvSpPr/>
            <p:nvPr/>
          </p:nvSpPr>
          <p:spPr>
            <a:xfrm>
              <a:off x="1905000" y="2400300"/>
              <a:ext cx="8572500" cy="723900"/>
            </a:xfrm>
            <a:prstGeom prst="roundRect">
              <a:avLst>
                <a:gd name="adj" fmla="val 18421"/>
              </a:avLst>
            </a:prstGeom>
            <a:solidFill>
              <a:srgbClr val="F4F7FB"/>
            </a:solidFill>
            <a:ln>
              <a:noFill/>
            </a:ln>
          </p:spPr>
        </p:sp>
        <p:sp>
          <p:nvSpPr>
            <p:cNvPr id="10" name="TextBox 10"/>
            <p:cNvSpPr txBox="1"/>
            <p:nvPr/>
          </p:nvSpPr>
          <p:spPr>
            <a:xfrm>
              <a:off x="2162556" y="2548890"/>
              <a:ext cx="4135831"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Level 1 · Skill 하나로 DOCX 워밍업</a:t>
              </a:r>
            </a:p>
          </p:txBody>
        </p:sp>
        <p:sp>
          <p:nvSpPr>
            <p:cNvPr id="11" name="TextBox 11"/>
            <p:cNvSpPr txBox="1"/>
            <p:nvPr/>
          </p:nvSpPr>
          <p:spPr>
            <a:xfrm>
              <a:off x="2164842" y="2845118"/>
              <a:ext cx="2703424"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스킬 설치 후 문서 자동 생성 실습</a:t>
              </a:r>
            </a:p>
          </p:txBody>
        </p:sp>
        <p:sp>
          <p:nvSpPr>
            <p:cNvPr id="12" name="Rectangle 12"/>
            <p:cNvSpPr/>
            <p:nvPr/>
          </p:nvSpPr>
          <p:spPr>
            <a:xfrm>
              <a:off x="9163050" y="2571750"/>
              <a:ext cx="1028700" cy="381000"/>
            </a:xfrm>
            <a:prstGeom prst="roundRect">
              <a:avLst>
                <a:gd name="adj" fmla="val 50000"/>
              </a:avLst>
            </a:prstGeom>
            <a:solidFill>
              <a:srgbClr val="FFFFFF"/>
            </a:solidFill>
            <a:ln w="14288">
              <a:solidFill>
                <a:srgbClr val="1565C0"/>
              </a:solidFill>
            </a:ln>
          </p:spPr>
        </p:sp>
        <p:sp>
          <p:nvSpPr>
            <p:cNvPr id="13" name="TextBox 13"/>
            <p:cNvSpPr txBox="1"/>
            <p:nvPr/>
          </p:nvSpPr>
          <p:spPr>
            <a:xfrm>
              <a:off x="9470177" y="2673668"/>
              <a:ext cx="414446" cy="264033"/>
            </a:xfrm>
            <a:prstGeom prst="rect">
              <a:avLst/>
            </a:prstGeom>
            <a:noFill/>
            <a:ln>
              <a:noFill/>
            </a:ln>
          </p:spPr>
          <p:txBody>
            <a:bodyPr wrap="none" lIns="0" tIns="0" rIns="0" bIns="0" anchor="t" anchorCtr="0">
              <a:spAutoFit/>
            </a:bodyPr>
            <a:lstStyle/>
            <a:p>
              <a:pPr algn="ctr"/>
              <a:r>
                <a:rPr lang="ko-KR" sz="1350" b="1" dirty="0">
                  <a:solidFill>
                    <a:srgbClr val="1565C0"/>
                  </a:solidFill>
                  <a:latin typeface="Pretendard SemiBold"/>
                  <a:ea typeface="Pretendard SemiBold"/>
                  <a:cs typeface="Pretendard SemiBold"/>
                </a:rPr>
                <a:t>10분</a:t>
              </a:r>
            </a:p>
          </p:txBody>
        </p:sp>
      </p:grpSp>
      <p:grpSp>
        <p:nvGrpSpPr>
          <p:cNvPr id="22" name="Group 22"/>
          <p:cNvGrpSpPr/>
          <p:nvPr/>
        </p:nvGrpSpPr>
        <p:grpSpPr>
          <a:xfrm>
            <a:off x="1066800" y="3676650"/>
            <a:ext cx="9410700" cy="723900"/>
            <a:chOff x="1066800" y="3676650"/>
            <a:chExt cx="9410700" cy="723900"/>
          </a:xfrm>
        </p:grpSpPr>
        <p:sp>
          <p:nvSpPr>
            <p:cNvPr id="15" name="Ellipse 15"/>
            <p:cNvSpPr/>
            <p:nvPr/>
          </p:nvSpPr>
          <p:spPr>
            <a:xfrm>
              <a:off x="1066800" y="3771900"/>
              <a:ext cx="533400" cy="533400"/>
            </a:xfrm>
            <a:prstGeom prst="ellipse">
              <a:avLst/>
            </a:prstGeom>
            <a:solidFill>
              <a:srgbClr val="FFFFFF"/>
            </a:solidFill>
            <a:ln w="28575">
              <a:solidFill>
                <a:srgbClr val="1565C0"/>
              </a:solidFill>
            </a:ln>
          </p:spPr>
        </p:sp>
        <p:sp>
          <p:nvSpPr>
            <p:cNvPr id="16" name="TextBox 16"/>
            <p:cNvSpPr txBox="1"/>
            <p:nvPr/>
          </p:nvSpPr>
          <p:spPr>
            <a:xfrm>
              <a:off x="1267573" y="3952875"/>
              <a:ext cx="131855" cy="293370"/>
            </a:xfrm>
            <a:prstGeom prst="rect">
              <a:avLst/>
            </a:prstGeom>
            <a:noFill/>
            <a:ln>
              <a:noFill/>
            </a:ln>
          </p:spPr>
          <p:txBody>
            <a:bodyPr wrap="none" lIns="0" tIns="0" rIns="0" bIns="0" anchor="t" anchorCtr="0">
              <a:spAutoFit/>
            </a:bodyPr>
            <a:lstStyle/>
            <a:p>
              <a:pPr algn="ctr"/>
              <a:r>
                <a:rPr lang="en-US" sz="1500" b="1" dirty="0">
                  <a:solidFill>
                    <a:srgbClr val="1565C0"/>
                  </a:solidFill>
                  <a:latin typeface="Pretendard"/>
                  <a:ea typeface="Pretendard"/>
                  <a:cs typeface="Pretendard"/>
                </a:rPr>
                <a:t>2</a:t>
              </a:r>
            </a:p>
          </p:txBody>
        </p:sp>
        <p:sp>
          <p:nvSpPr>
            <p:cNvPr id="17" name="Rectangle 17"/>
            <p:cNvSpPr/>
            <p:nvPr/>
          </p:nvSpPr>
          <p:spPr>
            <a:xfrm>
              <a:off x="1905000" y="3676650"/>
              <a:ext cx="8572500" cy="723900"/>
            </a:xfrm>
            <a:prstGeom prst="roundRect">
              <a:avLst>
                <a:gd name="adj" fmla="val 18421"/>
              </a:avLst>
            </a:prstGeom>
            <a:solidFill>
              <a:srgbClr val="F4F7FB"/>
            </a:solidFill>
            <a:ln>
              <a:noFill/>
            </a:ln>
          </p:spPr>
        </p:sp>
        <p:sp>
          <p:nvSpPr>
            <p:cNvPr id="18" name="TextBox 18"/>
            <p:cNvSpPr txBox="1"/>
            <p:nvPr/>
          </p:nvSpPr>
          <p:spPr>
            <a:xfrm>
              <a:off x="2162556" y="3825240"/>
              <a:ext cx="3940328"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Level 2 · GitHub Skill로 PPT 제작</a:t>
              </a:r>
            </a:p>
          </p:txBody>
        </p:sp>
        <p:sp>
          <p:nvSpPr>
            <p:cNvPr id="19" name="TextBox 19"/>
            <p:cNvSpPr txBox="1"/>
            <p:nvPr/>
          </p:nvSpPr>
          <p:spPr>
            <a:xfrm>
              <a:off x="2164842" y="4121468"/>
              <a:ext cx="2879717"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ppt-master 스킬로 PPT 초안 완성</a:t>
              </a:r>
            </a:p>
          </p:txBody>
        </p:sp>
        <p:sp>
          <p:nvSpPr>
            <p:cNvPr id="20" name="Rectangle 20"/>
            <p:cNvSpPr/>
            <p:nvPr/>
          </p:nvSpPr>
          <p:spPr>
            <a:xfrm>
              <a:off x="9163050" y="3848100"/>
              <a:ext cx="1028700" cy="381000"/>
            </a:xfrm>
            <a:prstGeom prst="roundRect">
              <a:avLst>
                <a:gd name="adj" fmla="val 50000"/>
              </a:avLst>
            </a:prstGeom>
            <a:solidFill>
              <a:srgbClr val="FFFFFF"/>
            </a:solidFill>
            <a:ln w="14288">
              <a:solidFill>
                <a:srgbClr val="1565C0"/>
              </a:solidFill>
            </a:ln>
          </p:spPr>
        </p:sp>
        <p:sp>
          <p:nvSpPr>
            <p:cNvPr id="21" name="TextBox 21"/>
            <p:cNvSpPr txBox="1"/>
            <p:nvPr/>
          </p:nvSpPr>
          <p:spPr>
            <a:xfrm>
              <a:off x="9470177" y="3950018"/>
              <a:ext cx="414446" cy="264033"/>
            </a:xfrm>
            <a:prstGeom prst="rect">
              <a:avLst/>
            </a:prstGeom>
            <a:noFill/>
            <a:ln>
              <a:noFill/>
            </a:ln>
          </p:spPr>
          <p:txBody>
            <a:bodyPr wrap="none" lIns="0" tIns="0" rIns="0" bIns="0" anchor="t" anchorCtr="0">
              <a:spAutoFit/>
            </a:bodyPr>
            <a:lstStyle/>
            <a:p>
              <a:pPr algn="ctr"/>
              <a:r>
                <a:rPr lang="ko-KR" sz="1350" b="1" dirty="0">
                  <a:solidFill>
                    <a:srgbClr val="1565C0"/>
                  </a:solidFill>
                  <a:latin typeface="Pretendard SemiBold"/>
                  <a:ea typeface="Pretendard SemiBold"/>
                  <a:cs typeface="Pretendard SemiBold"/>
                </a:rPr>
                <a:t>20분</a:t>
              </a:r>
            </a:p>
          </p:txBody>
        </p:sp>
      </p:grpSp>
      <p:grpSp>
        <p:nvGrpSpPr>
          <p:cNvPr id="30" name="Group 30"/>
          <p:cNvGrpSpPr/>
          <p:nvPr/>
        </p:nvGrpSpPr>
        <p:grpSpPr>
          <a:xfrm>
            <a:off x="1047750" y="4933950"/>
            <a:ext cx="9429750" cy="762000"/>
            <a:chOff x="1047750" y="4933950"/>
            <a:chExt cx="9429750" cy="762000"/>
          </a:xfrm>
        </p:grpSpPr>
        <p:sp>
          <p:nvSpPr>
            <p:cNvPr id="23" name="Ellipse 23"/>
            <p:cNvSpPr/>
            <p:nvPr/>
          </p:nvSpPr>
          <p:spPr>
            <a:xfrm>
              <a:off x="1047750" y="5029200"/>
              <a:ext cx="571500" cy="571500"/>
            </a:xfrm>
            <a:prstGeom prst="ellipse">
              <a:avLst/>
            </a:prstGeom>
            <a:solidFill>
              <a:srgbClr val="FF6B35"/>
            </a:solidFill>
            <a:ln>
              <a:noFill/>
            </a:ln>
          </p:spPr>
        </p:sp>
        <p:sp>
          <p:nvSpPr>
            <p:cNvPr id="24" name="TextBox 24"/>
            <p:cNvSpPr txBox="1"/>
            <p:nvPr/>
          </p:nvSpPr>
          <p:spPr>
            <a:xfrm>
              <a:off x="1267573" y="52292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Pretendard"/>
                  <a:ea typeface="Pretendard"/>
                  <a:cs typeface="Pretendard"/>
                </a:rPr>
                <a:t>3</a:t>
              </a:r>
            </a:p>
          </p:txBody>
        </p:sp>
        <p:sp>
          <p:nvSpPr>
            <p:cNvPr id="25" name="Rectangle 25"/>
            <p:cNvSpPr/>
            <p:nvPr/>
          </p:nvSpPr>
          <p:spPr>
            <a:xfrm>
              <a:off x="1905000" y="4933950"/>
              <a:ext cx="8572500" cy="762000"/>
            </a:xfrm>
            <a:prstGeom prst="roundRect">
              <a:avLst>
                <a:gd name="adj" fmla="val 17500"/>
              </a:avLst>
            </a:prstGeom>
            <a:solidFill>
              <a:srgbClr val="F4F7FB"/>
            </a:solidFill>
            <a:ln>
              <a:noFill/>
            </a:ln>
          </p:spPr>
        </p:sp>
        <p:sp>
          <p:nvSpPr>
            <p:cNvPr id="26" name="TextBox 26"/>
            <p:cNvSpPr txBox="1"/>
            <p:nvPr/>
          </p:nvSpPr>
          <p:spPr>
            <a:xfrm>
              <a:off x="2162556" y="5101590"/>
              <a:ext cx="4675638"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Level 3 · 서브에이전트 파이프라인 구축</a:t>
              </a:r>
            </a:p>
          </p:txBody>
        </p:sp>
        <p:sp>
          <p:nvSpPr>
            <p:cNvPr id="27" name="TextBox 27"/>
            <p:cNvSpPr txBox="1"/>
            <p:nvPr/>
          </p:nvSpPr>
          <p:spPr>
            <a:xfrm>
              <a:off x="2164842" y="5416868"/>
              <a:ext cx="4021017"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4개 서브에이전트로 재사용 가능한 워크플로 구축</a:t>
              </a:r>
            </a:p>
          </p:txBody>
        </p:sp>
        <p:sp>
          <p:nvSpPr>
            <p:cNvPr id="28" name="Rectangle 28"/>
            <p:cNvSpPr/>
            <p:nvPr/>
          </p:nvSpPr>
          <p:spPr>
            <a:xfrm>
              <a:off x="9163050" y="5124450"/>
              <a:ext cx="1028700" cy="381000"/>
            </a:xfrm>
            <a:prstGeom prst="roundRect">
              <a:avLst>
                <a:gd name="adj" fmla="val 50000"/>
              </a:avLst>
            </a:prstGeom>
            <a:solidFill>
              <a:srgbClr val="FF6B35"/>
            </a:solidFill>
            <a:ln>
              <a:noFill/>
            </a:ln>
          </p:spPr>
        </p:sp>
        <p:sp>
          <p:nvSpPr>
            <p:cNvPr id="29" name="TextBox 29"/>
            <p:cNvSpPr txBox="1"/>
            <p:nvPr/>
          </p:nvSpPr>
          <p:spPr>
            <a:xfrm>
              <a:off x="9470177" y="5226368"/>
              <a:ext cx="414446" cy="264033"/>
            </a:xfrm>
            <a:prstGeom prst="rect">
              <a:avLst/>
            </a:prstGeom>
            <a:noFill/>
            <a:ln>
              <a:noFill/>
            </a:ln>
          </p:spPr>
          <p:txBody>
            <a:bodyPr wrap="none" lIns="0" tIns="0" rIns="0" bIns="0" anchor="t" anchorCtr="0">
              <a:spAutoFit/>
            </a:bodyPr>
            <a:lstStyle/>
            <a:p>
              <a:pPr algn="ctr"/>
              <a:r>
                <a:rPr lang="ko-KR" sz="1350" b="1" dirty="0">
                  <a:solidFill>
                    <a:srgbClr val="FFFFFF"/>
                  </a:solidFill>
                  <a:latin typeface="Pretendard SemiBold"/>
                  <a:ea typeface="Pretendard SemiBold"/>
                  <a:cs typeface="Pretendard SemiBold"/>
                </a:rPr>
                <a:t>40분</a:t>
              </a:r>
            </a:p>
          </p:txBody>
        </p:sp>
      </p:grpSp>
      <p:grpSp>
        <p:nvGrpSpPr>
          <p:cNvPr id="33" name="Group 33"/>
          <p:cNvGrpSpPr/>
          <p:nvPr/>
        </p:nvGrpSpPr>
        <p:grpSpPr>
          <a:xfrm>
            <a:off x="609600" y="6191250"/>
            <a:ext cx="5334000" cy="400050"/>
            <a:chOff x="609600" y="6191250"/>
            <a:chExt cx="5334000" cy="400050"/>
          </a:xfrm>
        </p:grpSpPr>
        <p:sp>
          <p:nvSpPr>
            <p:cNvPr id="31" name="Rectangle 31"/>
            <p:cNvSpPr/>
            <p:nvPr/>
          </p:nvSpPr>
          <p:spPr>
            <a:xfrm>
              <a:off x="609600" y="6191250"/>
              <a:ext cx="5334000" cy="400050"/>
            </a:xfrm>
            <a:prstGeom prst="roundRect">
              <a:avLst>
                <a:gd name="adj" fmla="val 50000"/>
              </a:avLst>
            </a:prstGeom>
            <a:solidFill>
              <a:srgbClr val="F4F7FB"/>
            </a:solidFill>
            <a:ln>
              <a:noFill/>
            </a:ln>
          </p:spPr>
        </p:sp>
        <p:sp>
          <p:nvSpPr>
            <p:cNvPr id="32" name="TextBox 32"/>
            <p:cNvSpPr txBox="1"/>
            <p:nvPr/>
          </p:nvSpPr>
          <p:spPr>
            <a:xfrm>
              <a:off x="888492" y="6293168"/>
              <a:ext cx="4728042"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Level 3까지 다 안 해도 됨 — 단발성이면 Level 2까지 충분</a:t>
              </a:r>
            </a:p>
          </p:txBody>
        </p:sp>
      </p:grpSp>
      <p:sp>
        <p:nvSpPr>
          <p:cNvPr id="34" name="TextBox 34"/>
          <p:cNvSpPr txBox="1"/>
          <p:nvPr/>
        </p:nvSpPr>
        <p:spPr>
          <a:xfrm>
            <a:off x="11123981" y="6442710"/>
            <a:ext cx="464515" cy="234696"/>
          </a:xfrm>
          <a:prstGeom prst="rect">
            <a:avLst/>
          </a:prstGeom>
          <a:noFill/>
          <a:ln>
            <a:noFill/>
          </a:ln>
        </p:spPr>
        <p:txBody>
          <a:bodyPr wrap="none" lIns="0" tIns="0" rIns="0" bIns="0" anchor="t" anchorCtr="0">
            <a:spAutoFit/>
          </a:bodyPr>
          <a:lstStyle/>
          <a:p>
            <a:pPr algn="r"/>
            <a:r>
              <a:rPr lang="en-US" sz="1200" dirty="0">
                <a:solidFill>
                  <a:srgbClr val="94A3B3"/>
                </a:solidFill>
                <a:latin typeface="Pretendard"/>
                <a:ea typeface="Pretendard"/>
                <a:cs typeface="Pretendard"/>
              </a:rPr>
              <a:t>3 / 14</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7041784" cy="1318259"/>
            <a:chOff x="593598" y="669608"/>
            <a:chExt cx="7041784" cy="1318259"/>
          </a:xfrm>
        </p:grpSpPr>
        <p:sp>
          <p:nvSpPr>
            <p:cNvPr id="2" name="TextBox 2"/>
            <p:cNvSpPr txBox="1"/>
            <p:nvPr/>
          </p:nvSpPr>
          <p:spPr>
            <a:xfrm>
              <a:off x="593598" y="669608"/>
              <a:ext cx="5803364" cy="616077"/>
            </a:xfrm>
            <a:prstGeom prst="rect">
              <a:avLst/>
            </a:prstGeom>
            <a:noFill/>
            <a:ln>
              <a:noFill/>
            </a:ln>
          </p:spPr>
          <p:txBody>
            <a:bodyPr wrap="none" lIns="0" tIns="0" rIns="0" bIns="0" anchor="t" anchorCtr="0">
              <a:spAutoFit/>
            </a:bodyPr>
            <a:lstStyle/>
            <a:p>
              <a:pPr algn="l"/>
              <a:r>
                <a:rPr lang="ko-KR" sz="3150" b="1" dirty="0">
                  <a:solidFill>
                    <a:srgbClr val="1D2733"/>
                  </a:solidFill>
                  <a:latin typeface="Pretendard ExtraBold"/>
                  <a:ea typeface="Pretendard ExtraBold"/>
                  <a:cs typeface="Pretendard ExtraBold"/>
                </a:rPr>
                <a:t>핵심 개념: Skill과 Subagent</a:t>
              </a:r>
            </a:p>
          </p:txBody>
        </p:sp>
        <p:sp>
          <p:nvSpPr>
            <p:cNvPr id="3" name="TextBox 3"/>
            <p:cNvSpPr txBox="1"/>
            <p:nvPr/>
          </p:nvSpPr>
          <p:spPr>
            <a:xfrm>
              <a:off x="598170" y="1185862"/>
              <a:ext cx="5756148"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Skill은 AI가 참고하는 업무 매뉴얼이고,</a:t>
              </a:r>
            </a:p>
          </p:txBody>
        </p:sp>
        <p:sp>
          <p:nvSpPr>
            <p:cNvPr id="4" name="TextBox 4"/>
            <p:cNvSpPr txBox="1"/>
            <p:nvPr/>
          </p:nvSpPr>
          <p:spPr>
            <a:xfrm>
              <a:off x="598170" y="1547812"/>
              <a:ext cx="7037212"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Subagent는 특정 역할을 전담하는 별도 담당자다</a:t>
              </a:r>
            </a:p>
          </p:txBody>
        </p:sp>
      </p:grpSp>
      <p:grpSp>
        <p:nvGrpSpPr>
          <p:cNvPr id="22" name="Group 22"/>
          <p:cNvGrpSpPr/>
          <p:nvPr/>
        </p:nvGrpSpPr>
        <p:grpSpPr>
          <a:xfrm>
            <a:off x="609600" y="2381250"/>
            <a:ext cx="2571750" cy="3524250"/>
            <a:chOff x="609600" y="2381250"/>
            <a:chExt cx="2571750" cy="3524250"/>
          </a:xfrm>
        </p:grpSpPr>
        <p:sp>
          <p:nvSpPr>
            <p:cNvPr id="6" name="Rectangle 6"/>
            <p:cNvSpPr/>
            <p:nvPr/>
          </p:nvSpPr>
          <p:spPr>
            <a:xfrm>
              <a:off x="609600" y="2381250"/>
              <a:ext cx="2571750" cy="3524250"/>
            </a:xfrm>
            <a:prstGeom prst="roundRect">
              <a:avLst>
                <a:gd name="adj" fmla="val 5926"/>
              </a:avLst>
            </a:prstGeom>
            <a:solidFill>
              <a:srgbClr val="F4F7FB"/>
            </a:solidFill>
            <a:ln w="14288">
              <a:solidFill>
                <a:srgbClr val="E2E8F0"/>
              </a:solidFill>
            </a:ln>
          </p:spPr>
        </p:sp>
        <p:sp>
          <p:nvSpPr>
            <p:cNvPr id="7" name="Freeform 7"/>
            <p:cNvSpPr/>
            <p:nvPr/>
          </p:nvSpPr>
          <p:spPr>
            <a:xfrm>
              <a:off x="609600" y="2381250"/>
              <a:ext cx="2571750" cy="952500"/>
            </a:xfrm>
            <a:custGeom>
              <a:avLst/>
              <a:gdLst/>
              <a:ahLst/>
              <a:cxnLst/>
              <a:rect l="l" t="t" r="r" b="b"/>
              <a:pathLst>
                <a:path w="2571750" h="952500">
                  <a:moveTo>
                    <a:pt x="114300" y="0"/>
                  </a:moveTo>
                  <a:lnTo>
                    <a:pt x="2457450" y="0"/>
                  </a:lnTo>
                  <a:cubicBezTo>
                    <a:pt x="2520576" y="0"/>
                    <a:pt x="2571750" y="51174"/>
                    <a:pt x="2571750" y="114300"/>
                  </a:cubicBezTo>
                  <a:lnTo>
                    <a:pt x="2571750" y="952500"/>
                  </a:lnTo>
                  <a:lnTo>
                    <a:pt x="0" y="952500"/>
                  </a:lnTo>
                  <a:lnTo>
                    <a:pt x="0" y="114300"/>
                  </a:lnTo>
                  <a:cubicBezTo>
                    <a:pt x="0" y="51174"/>
                    <a:pt x="51174" y="0"/>
                    <a:pt x="114300" y="0"/>
                  </a:cubicBezTo>
                  <a:close/>
                </a:path>
              </a:pathLst>
            </a:custGeom>
            <a:solidFill>
              <a:srgbClr val="1565C0"/>
            </a:solidFill>
            <a:ln>
              <a:noFill/>
            </a:ln>
          </p:spPr>
        </p:sp>
        <p:sp>
          <p:nvSpPr>
            <p:cNvPr id="8" name="Ellipse 8"/>
            <p:cNvSpPr/>
            <p:nvPr/>
          </p:nvSpPr>
          <p:spPr>
            <a:xfrm>
              <a:off x="1647825" y="2647950"/>
              <a:ext cx="495300" cy="495300"/>
            </a:xfrm>
            <a:prstGeom prst="ellipse">
              <a:avLst/>
            </a:prstGeom>
            <a:solidFill>
              <a:srgbClr val="FFFFFF"/>
            </a:solidFill>
            <a:ln>
              <a:noFill/>
            </a:ln>
          </p:spPr>
        </p:sp>
        <p:grpSp>
          <p:nvGrpSpPr>
            <p:cNvPr id="18" name="Group 18"/>
            <p:cNvGrpSpPr/>
            <p:nvPr/>
          </p:nvGrpSpPr>
          <p:grpSpPr>
            <a:xfrm>
              <a:off x="1828800" y="2800350"/>
              <a:ext cx="133350" cy="180975"/>
              <a:chOff x="1828800" y="2800350"/>
              <a:chExt cx="133350" cy="180975"/>
            </a:xfrm>
          </p:grpSpPr>
          <p:sp>
            <p:nvSpPr>
              <p:cNvPr id="9" name="Freeform 9"/>
              <p:cNvSpPr/>
              <p:nvPr/>
            </p:nvSpPr>
            <p:spPr>
              <a:xfrm>
                <a:off x="1838325" y="2819400"/>
                <a:ext cx="114300" cy="76200"/>
              </a:xfrm>
              <a:custGeom>
                <a:avLst/>
                <a:gdLst/>
                <a:ahLst/>
                <a:cxnLst/>
                <a:rect l="l" t="t" r="r" b="b"/>
                <a:pathLst>
                  <a:path w="114300" h="76200">
                    <a:moveTo>
                      <a:pt x="0" y="19050"/>
                    </a:moveTo>
                    <a:cubicBezTo>
                      <a:pt x="0" y="8529"/>
                      <a:pt x="8529" y="0"/>
                      <a:pt x="19050" y="0"/>
                    </a:cubicBezTo>
                    <a:lnTo>
                      <a:pt x="95250" y="0"/>
                    </a:lnTo>
                    <a:cubicBezTo>
                      <a:pt x="105771" y="0"/>
                      <a:pt x="114300" y="8529"/>
                      <a:pt x="114300" y="19050"/>
                    </a:cubicBezTo>
                    <a:lnTo>
                      <a:pt x="114300" y="57150"/>
                    </a:lnTo>
                    <a:cubicBezTo>
                      <a:pt x="114300" y="67671"/>
                      <a:pt x="105771" y="76200"/>
                      <a:pt x="95250" y="76200"/>
                    </a:cubicBezTo>
                    <a:lnTo>
                      <a:pt x="19050" y="76200"/>
                    </a:lnTo>
                    <a:cubicBezTo>
                      <a:pt x="8529" y="76200"/>
                      <a:pt x="0" y="67671"/>
                      <a:pt x="0" y="57150"/>
                    </a:cubicBezTo>
                    <a:lnTo>
                      <a:pt x="0" y="19050"/>
                    </a:lnTo>
                  </a:path>
                </a:pathLst>
              </a:custGeom>
              <a:noFill/>
              <a:ln w="19050">
                <a:solidFill>
                  <a:srgbClr val="1565C0"/>
                </a:solidFill>
              </a:ln>
            </p:spPr>
          </p:sp>
          <p:sp>
            <p:nvSpPr>
              <p:cNvPr id="10" name="Freeform 10"/>
              <p:cNvSpPr/>
              <p:nvPr/>
            </p:nvSpPr>
            <p:spPr>
              <a:xfrm>
                <a:off x="1895475" y="2800350"/>
                <a:ext cx="9525" cy="19050"/>
              </a:xfrm>
              <a:custGeom>
                <a:avLst/>
                <a:gdLst/>
                <a:ahLst/>
                <a:cxnLst/>
                <a:rect l="l" t="t" r="r" b="b"/>
                <a:pathLst>
                  <a:path w="9525" h="19050">
                    <a:moveTo>
                      <a:pt x="0" y="0"/>
                    </a:moveTo>
                    <a:lnTo>
                      <a:pt x="0" y="19050"/>
                    </a:lnTo>
                  </a:path>
                </a:pathLst>
              </a:custGeom>
              <a:noFill/>
              <a:ln w="19050">
                <a:solidFill>
                  <a:srgbClr val="1565C0"/>
                </a:solidFill>
              </a:ln>
            </p:spPr>
          </p:sp>
          <p:sp>
            <p:nvSpPr>
              <p:cNvPr id="11" name="Freeform 11"/>
              <p:cNvSpPr/>
              <p:nvPr/>
            </p:nvSpPr>
            <p:spPr>
              <a:xfrm>
                <a:off x="1866900" y="2895600"/>
                <a:ext cx="9525" cy="85725"/>
              </a:xfrm>
              <a:custGeom>
                <a:avLst/>
                <a:gdLst/>
                <a:ahLst/>
                <a:cxnLst/>
                <a:rect l="l" t="t" r="r" b="b"/>
                <a:pathLst>
                  <a:path w="9525" h="85725">
                    <a:moveTo>
                      <a:pt x="0" y="0"/>
                    </a:moveTo>
                    <a:lnTo>
                      <a:pt x="0" y="85725"/>
                    </a:lnTo>
                  </a:path>
                </a:pathLst>
              </a:custGeom>
              <a:noFill/>
              <a:ln w="19050">
                <a:solidFill>
                  <a:srgbClr val="1565C0"/>
                </a:solidFill>
              </a:ln>
            </p:spPr>
          </p:sp>
          <p:sp>
            <p:nvSpPr>
              <p:cNvPr id="12" name="Freeform 12"/>
              <p:cNvSpPr/>
              <p:nvPr/>
            </p:nvSpPr>
            <p:spPr>
              <a:xfrm>
                <a:off x="1924050" y="2895600"/>
                <a:ext cx="9525" cy="85725"/>
              </a:xfrm>
              <a:custGeom>
                <a:avLst/>
                <a:gdLst/>
                <a:ahLst/>
                <a:cxnLst/>
                <a:rect l="l" t="t" r="r" b="b"/>
                <a:pathLst>
                  <a:path w="9525" h="85725">
                    <a:moveTo>
                      <a:pt x="0" y="0"/>
                    </a:moveTo>
                    <a:lnTo>
                      <a:pt x="0" y="85725"/>
                    </a:lnTo>
                  </a:path>
                </a:pathLst>
              </a:custGeom>
              <a:noFill/>
              <a:ln w="19050">
                <a:solidFill>
                  <a:srgbClr val="1565C0"/>
                </a:solidFill>
              </a:ln>
            </p:spPr>
          </p:sp>
          <p:sp>
            <p:nvSpPr>
              <p:cNvPr id="13" name="Freeform 13"/>
              <p:cNvSpPr/>
              <p:nvPr/>
            </p:nvSpPr>
            <p:spPr>
              <a:xfrm>
                <a:off x="1828800" y="2914650"/>
                <a:ext cx="38100" cy="19050"/>
              </a:xfrm>
              <a:custGeom>
                <a:avLst/>
                <a:gdLst/>
                <a:ahLst/>
                <a:cxnLst/>
                <a:rect l="l" t="t" r="r" b="b"/>
                <a:pathLst>
                  <a:path w="38100" h="19050">
                    <a:moveTo>
                      <a:pt x="0" y="19050"/>
                    </a:moveTo>
                    <a:lnTo>
                      <a:pt x="38100" y="0"/>
                    </a:lnTo>
                  </a:path>
                </a:pathLst>
              </a:custGeom>
              <a:noFill/>
              <a:ln w="19050">
                <a:solidFill>
                  <a:srgbClr val="1565C0"/>
                </a:solidFill>
              </a:ln>
            </p:spPr>
          </p:sp>
          <p:sp>
            <p:nvSpPr>
              <p:cNvPr id="14" name="Freeform 14"/>
              <p:cNvSpPr/>
              <p:nvPr/>
            </p:nvSpPr>
            <p:spPr>
              <a:xfrm>
                <a:off x="1924050" y="2914650"/>
                <a:ext cx="38100" cy="19050"/>
              </a:xfrm>
              <a:custGeom>
                <a:avLst/>
                <a:gdLst/>
                <a:ahLst/>
                <a:cxnLst/>
                <a:rect l="l" t="t" r="r" b="b"/>
                <a:pathLst>
                  <a:path w="38100" h="19050">
                    <a:moveTo>
                      <a:pt x="0" y="0"/>
                    </a:moveTo>
                    <a:lnTo>
                      <a:pt x="38100" y="19050"/>
                    </a:lnTo>
                  </a:path>
                </a:pathLst>
              </a:custGeom>
              <a:noFill/>
              <a:ln w="19050">
                <a:solidFill>
                  <a:srgbClr val="1565C0"/>
                </a:solidFill>
              </a:ln>
            </p:spPr>
          </p:sp>
          <p:sp>
            <p:nvSpPr>
              <p:cNvPr id="15" name="Freeform 15"/>
              <p:cNvSpPr/>
              <p:nvPr/>
            </p:nvSpPr>
            <p:spPr>
              <a:xfrm>
                <a:off x="1866900" y="2952750"/>
                <a:ext cx="57150" cy="9525"/>
              </a:xfrm>
              <a:custGeom>
                <a:avLst/>
                <a:gdLst/>
                <a:ahLst/>
                <a:cxnLst/>
                <a:rect l="l" t="t" r="r" b="b"/>
                <a:pathLst>
                  <a:path w="57150" h="9525">
                    <a:moveTo>
                      <a:pt x="0" y="0"/>
                    </a:moveTo>
                    <a:lnTo>
                      <a:pt x="57150" y="0"/>
                    </a:lnTo>
                  </a:path>
                </a:pathLst>
              </a:custGeom>
              <a:noFill/>
              <a:ln w="19050">
                <a:solidFill>
                  <a:srgbClr val="1565C0"/>
                </a:solidFill>
              </a:ln>
            </p:spPr>
          </p:sp>
          <p:sp>
            <p:nvSpPr>
              <p:cNvPr id="16" name="Freeform 16"/>
              <p:cNvSpPr/>
              <p:nvPr/>
            </p:nvSpPr>
            <p:spPr>
              <a:xfrm>
                <a:off x="1876425" y="2857500"/>
                <a:ext cx="9525" cy="9525"/>
              </a:xfrm>
              <a:custGeom>
                <a:avLst/>
                <a:gdLst/>
                <a:ahLst/>
                <a:cxnLst/>
                <a:rect l="l" t="t" r="r" b="b"/>
                <a:pathLst>
                  <a:path w="9525" h="9525">
                    <a:moveTo>
                      <a:pt x="0" y="0"/>
                    </a:moveTo>
                    <a:lnTo>
                      <a:pt x="0" y="95"/>
                    </a:lnTo>
                  </a:path>
                </a:pathLst>
              </a:custGeom>
              <a:noFill/>
              <a:ln w="19050">
                <a:solidFill>
                  <a:srgbClr val="1565C0"/>
                </a:solidFill>
              </a:ln>
            </p:spPr>
          </p:sp>
          <p:sp>
            <p:nvSpPr>
              <p:cNvPr id="17" name="Freeform 17"/>
              <p:cNvSpPr/>
              <p:nvPr/>
            </p:nvSpPr>
            <p:spPr>
              <a:xfrm>
                <a:off x="1914525" y="2857500"/>
                <a:ext cx="9525" cy="9525"/>
              </a:xfrm>
              <a:custGeom>
                <a:avLst/>
                <a:gdLst/>
                <a:ahLst/>
                <a:cxnLst/>
                <a:rect l="l" t="t" r="r" b="b"/>
                <a:pathLst>
                  <a:path w="9525" h="9525">
                    <a:moveTo>
                      <a:pt x="0" y="0"/>
                    </a:moveTo>
                    <a:lnTo>
                      <a:pt x="0" y="95"/>
                    </a:lnTo>
                  </a:path>
                </a:pathLst>
              </a:custGeom>
              <a:noFill/>
              <a:ln w="19050">
                <a:solidFill>
                  <a:srgbClr val="1565C0"/>
                </a:solidFill>
              </a:ln>
            </p:spPr>
          </p:sp>
        </p:grpSp>
        <p:sp>
          <p:nvSpPr>
            <p:cNvPr id="19" name="TextBox 19"/>
            <p:cNvSpPr txBox="1"/>
            <p:nvPr/>
          </p:nvSpPr>
          <p:spPr>
            <a:xfrm>
              <a:off x="1494662" y="3253740"/>
              <a:ext cx="801626" cy="352044"/>
            </a:xfrm>
            <a:prstGeom prst="rect">
              <a:avLst/>
            </a:prstGeom>
            <a:noFill/>
            <a:ln>
              <a:noFill/>
            </a:ln>
          </p:spPr>
          <p:txBody>
            <a:bodyPr wrap="none" lIns="0" tIns="0" rIns="0" bIns="0" anchor="t" anchorCtr="0">
              <a:spAutoFit/>
            </a:bodyPr>
            <a:lstStyle/>
            <a:p>
              <a:pPr algn="ctr"/>
              <a:r>
                <a:rPr lang="en-US" sz="1800" b="1" dirty="0">
                  <a:solidFill>
                    <a:srgbClr val="1D2733"/>
                  </a:solidFill>
                  <a:latin typeface="Pretendard SemiBold"/>
                  <a:ea typeface="Pretendard SemiBold"/>
                  <a:cs typeface="Pretendard SemiBold"/>
                </a:rPr>
                <a:t>Claude</a:t>
              </a:r>
            </a:p>
          </p:txBody>
        </p:sp>
        <p:sp>
          <p:nvSpPr>
            <p:cNvPr id="20" name="Line 20"/>
            <p:cNvSpPr/>
            <p:nvPr/>
          </p:nvSpPr>
          <p:spPr>
            <a:xfrm>
              <a:off x="838200" y="3676650"/>
              <a:ext cx="2114550" cy="9525"/>
            </a:xfrm>
            <a:custGeom>
              <a:avLst/>
              <a:gdLst/>
              <a:ahLst/>
              <a:cxnLst/>
              <a:rect l="l" t="t" r="r" b="b"/>
              <a:pathLst>
                <a:path w="2114550" h="9525">
                  <a:moveTo>
                    <a:pt x="0" y="0"/>
                  </a:moveTo>
                  <a:lnTo>
                    <a:pt x="2114550" y="0"/>
                  </a:lnTo>
                </a:path>
              </a:pathLst>
            </a:custGeom>
            <a:noFill/>
            <a:ln w="14288">
              <a:solidFill>
                <a:srgbClr val="E2E8F0"/>
              </a:solidFill>
            </a:ln>
          </p:spPr>
        </p:sp>
        <p:sp>
          <p:nvSpPr>
            <p:cNvPr id="21" name="TextBox 21"/>
            <p:cNvSpPr txBox="1"/>
            <p:nvPr/>
          </p:nvSpPr>
          <p:spPr>
            <a:xfrm>
              <a:off x="1339303" y="4091940"/>
              <a:ext cx="1112345" cy="352044"/>
            </a:xfrm>
            <a:prstGeom prst="rect">
              <a:avLst/>
            </a:prstGeom>
            <a:noFill/>
            <a:ln>
              <a:noFill/>
            </a:ln>
          </p:spPr>
          <p:txBody>
            <a:bodyPr wrap="none" lIns="0" tIns="0" rIns="0" bIns="0" anchor="t" anchorCtr="0">
              <a:spAutoFit/>
            </a:bodyPr>
            <a:lstStyle/>
            <a:p>
              <a:pPr algn="ctr"/>
              <a:r>
                <a:rPr lang="ko-KR" sz="1800" b="1" dirty="0">
                  <a:solidFill>
                    <a:srgbClr val="1565C0"/>
                  </a:solidFill>
                  <a:latin typeface="Pretendard SemiBold"/>
                  <a:ea typeface="Pretendard SemiBold"/>
                  <a:cs typeface="Pretendard SemiBold"/>
                </a:rPr>
                <a:t>신입 직원</a:t>
              </a:r>
            </a:p>
          </p:txBody>
        </p:sp>
      </p:grpSp>
      <p:grpSp>
        <p:nvGrpSpPr>
          <p:cNvPr id="35" name="Group 35"/>
          <p:cNvGrpSpPr/>
          <p:nvPr/>
        </p:nvGrpSpPr>
        <p:grpSpPr>
          <a:xfrm>
            <a:off x="3409950" y="2381250"/>
            <a:ext cx="2571750" cy="3524250"/>
            <a:chOff x="3409950" y="2381250"/>
            <a:chExt cx="2571750" cy="3524250"/>
          </a:xfrm>
        </p:grpSpPr>
        <p:sp>
          <p:nvSpPr>
            <p:cNvPr id="23" name="Rectangle 23"/>
            <p:cNvSpPr/>
            <p:nvPr/>
          </p:nvSpPr>
          <p:spPr>
            <a:xfrm>
              <a:off x="3409950" y="2381250"/>
              <a:ext cx="2571750" cy="3524250"/>
            </a:xfrm>
            <a:prstGeom prst="roundRect">
              <a:avLst>
                <a:gd name="adj" fmla="val 5926"/>
              </a:avLst>
            </a:prstGeom>
            <a:solidFill>
              <a:srgbClr val="F4F7FB"/>
            </a:solidFill>
            <a:ln w="14288">
              <a:solidFill>
                <a:srgbClr val="E2E8F0"/>
              </a:solidFill>
            </a:ln>
          </p:spPr>
        </p:sp>
        <p:sp>
          <p:nvSpPr>
            <p:cNvPr id="24" name="Freeform 24"/>
            <p:cNvSpPr/>
            <p:nvPr/>
          </p:nvSpPr>
          <p:spPr>
            <a:xfrm>
              <a:off x="3409950" y="2381250"/>
              <a:ext cx="2571750" cy="952500"/>
            </a:xfrm>
            <a:custGeom>
              <a:avLst/>
              <a:gdLst/>
              <a:ahLst/>
              <a:cxnLst/>
              <a:rect l="l" t="t" r="r" b="b"/>
              <a:pathLst>
                <a:path w="2571750" h="952500">
                  <a:moveTo>
                    <a:pt x="114300" y="0"/>
                  </a:moveTo>
                  <a:lnTo>
                    <a:pt x="2457450" y="0"/>
                  </a:lnTo>
                  <a:cubicBezTo>
                    <a:pt x="2520576" y="0"/>
                    <a:pt x="2571750" y="51174"/>
                    <a:pt x="2571750" y="114300"/>
                  </a:cubicBezTo>
                  <a:lnTo>
                    <a:pt x="2571750" y="952500"/>
                  </a:lnTo>
                  <a:lnTo>
                    <a:pt x="0" y="952500"/>
                  </a:lnTo>
                  <a:lnTo>
                    <a:pt x="0" y="114300"/>
                  </a:lnTo>
                  <a:cubicBezTo>
                    <a:pt x="0" y="51174"/>
                    <a:pt x="51174" y="0"/>
                    <a:pt x="114300" y="0"/>
                  </a:cubicBezTo>
                  <a:close/>
                </a:path>
              </a:pathLst>
            </a:custGeom>
            <a:solidFill>
              <a:srgbClr val="FF6B35"/>
            </a:solidFill>
            <a:ln>
              <a:noFill/>
            </a:ln>
          </p:spPr>
        </p:sp>
        <p:sp>
          <p:nvSpPr>
            <p:cNvPr id="25" name="Ellipse 25"/>
            <p:cNvSpPr/>
            <p:nvPr/>
          </p:nvSpPr>
          <p:spPr>
            <a:xfrm>
              <a:off x="4448175" y="2647950"/>
              <a:ext cx="495300" cy="495300"/>
            </a:xfrm>
            <a:prstGeom prst="ellipse">
              <a:avLst/>
            </a:prstGeom>
            <a:solidFill>
              <a:srgbClr val="FFFFFF"/>
            </a:solidFill>
            <a:ln>
              <a:noFill/>
            </a:ln>
          </p:spPr>
        </p:sp>
        <p:grpSp>
          <p:nvGrpSpPr>
            <p:cNvPr id="31" name="Group 31"/>
            <p:cNvGrpSpPr/>
            <p:nvPr/>
          </p:nvGrpSpPr>
          <p:grpSpPr>
            <a:xfrm>
              <a:off x="4619625" y="2819400"/>
              <a:ext cx="152400" cy="152400"/>
              <a:chOff x="4619625" y="2819400"/>
              <a:chExt cx="152400" cy="152400"/>
            </a:xfrm>
          </p:grpSpPr>
          <p:sp>
            <p:nvSpPr>
              <p:cNvPr id="26" name="Freeform 26"/>
              <p:cNvSpPr/>
              <p:nvPr/>
            </p:nvSpPr>
            <p:spPr>
              <a:xfrm>
                <a:off x="4619625" y="2819400"/>
                <a:ext cx="152400" cy="152400"/>
              </a:xfrm>
              <a:custGeom>
                <a:avLst/>
                <a:gdLst/>
                <a:ahLst/>
                <a:cxnLst/>
                <a:rect l="l" t="t" r="r" b="b"/>
                <a:pathLst>
                  <a:path w="152400" h="152400">
                    <a:moveTo>
                      <a:pt x="0" y="19050"/>
                    </a:moveTo>
                    <a:cubicBezTo>
                      <a:pt x="0" y="8529"/>
                      <a:pt x="8529" y="0"/>
                      <a:pt x="19050" y="0"/>
                    </a:cubicBezTo>
                    <a:lnTo>
                      <a:pt x="133350" y="0"/>
                    </a:lnTo>
                    <a:cubicBezTo>
                      <a:pt x="143871" y="0"/>
                      <a:pt x="152400" y="8529"/>
                      <a:pt x="152400" y="19050"/>
                    </a:cubicBezTo>
                    <a:lnTo>
                      <a:pt x="152400" y="133350"/>
                    </a:lnTo>
                    <a:cubicBezTo>
                      <a:pt x="152400" y="143871"/>
                      <a:pt x="143871" y="152400"/>
                      <a:pt x="133350" y="152400"/>
                    </a:cubicBezTo>
                    <a:lnTo>
                      <a:pt x="19050" y="152400"/>
                    </a:lnTo>
                    <a:cubicBezTo>
                      <a:pt x="8529" y="152400"/>
                      <a:pt x="0" y="143871"/>
                      <a:pt x="0" y="133350"/>
                    </a:cubicBezTo>
                    <a:lnTo>
                      <a:pt x="0" y="19050"/>
                    </a:lnTo>
                  </a:path>
                </a:pathLst>
              </a:custGeom>
              <a:noFill/>
              <a:ln w="19050">
                <a:solidFill>
                  <a:srgbClr val="FF6B35"/>
                </a:solidFill>
              </a:ln>
            </p:spPr>
          </p:sp>
          <p:sp>
            <p:nvSpPr>
              <p:cNvPr id="27" name="Freeform 27"/>
              <p:cNvSpPr/>
              <p:nvPr/>
            </p:nvSpPr>
            <p:spPr>
              <a:xfrm>
                <a:off x="4676775" y="2819400"/>
                <a:ext cx="19050" cy="76200"/>
              </a:xfrm>
              <a:custGeom>
                <a:avLst/>
                <a:gdLst/>
                <a:ahLst/>
                <a:cxnLst/>
                <a:rect l="l" t="t" r="r" b="b"/>
                <a:pathLst>
                  <a:path w="19050" h="76200">
                    <a:moveTo>
                      <a:pt x="19050" y="0"/>
                    </a:moveTo>
                    <a:lnTo>
                      <a:pt x="19050" y="23812"/>
                    </a:lnTo>
                    <a:cubicBezTo>
                      <a:pt x="19050" y="26443"/>
                      <a:pt x="16918" y="28575"/>
                      <a:pt x="14288" y="28575"/>
                    </a:cubicBezTo>
                    <a:cubicBezTo>
                      <a:pt x="6397" y="28575"/>
                      <a:pt x="0" y="34972"/>
                      <a:pt x="0" y="42862"/>
                    </a:cubicBezTo>
                    <a:cubicBezTo>
                      <a:pt x="0" y="50753"/>
                      <a:pt x="6397" y="57150"/>
                      <a:pt x="14288" y="57150"/>
                    </a:cubicBezTo>
                    <a:cubicBezTo>
                      <a:pt x="16918" y="57150"/>
                      <a:pt x="19050" y="59282"/>
                      <a:pt x="19050" y="61912"/>
                    </a:cubicBezTo>
                    <a:lnTo>
                      <a:pt x="19050" y="76200"/>
                    </a:lnTo>
                  </a:path>
                </a:pathLst>
              </a:custGeom>
              <a:noFill/>
              <a:ln w="19050">
                <a:solidFill>
                  <a:srgbClr val="FF6B35"/>
                </a:solidFill>
              </a:ln>
            </p:spPr>
          </p:sp>
          <p:sp>
            <p:nvSpPr>
              <p:cNvPr id="28" name="Freeform 28"/>
              <p:cNvSpPr/>
              <p:nvPr/>
            </p:nvSpPr>
            <p:spPr>
              <a:xfrm>
                <a:off x="4695825" y="2895600"/>
                <a:ext cx="19050" cy="76200"/>
              </a:xfrm>
              <a:custGeom>
                <a:avLst/>
                <a:gdLst/>
                <a:ahLst/>
                <a:cxnLst/>
                <a:rect l="l" t="t" r="r" b="b"/>
                <a:pathLst>
                  <a:path w="19050" h="76200">
                    <a:moveTo>
                      <a:pt x="0" y="0"/>
                    </a:moveTo>
                    <a:lnTo>
                      <a:pt x="0" y="14288"/>
                    </a:lnTo>
                    <a:cubicBezTo>
                      <a:pt x="0" y="16918"/>
                      <a:pt x="2132" y="19050"/>
                      <a:pt x="4762" y="19050"/>
                    </a:cubicBezTo>
                    <a:cubicBezTo>
                      <a:pt x="12653" y="19050"/>
                      <a:pt x="19050" y="25447"/>
                      <a:pt x="19050" y="33338"/>
                    </a:cubicBezTo>
                    <a:cubicBezTo>
                      <a:pt x="19050" y="41228"/>
                      <a:pt x="12653" y="47625"/>
                      <a:pt x="4762" y="47625"/>
                    </a:cubicBezTo>
                    <a:cubicBezTo>
                      <a:pt x="2132" y="47625"/>
                      <a:pt x="0" y="49757"/>
                      <a:pt x="0" y="52388"/>
                    </a:cubicBezTo>
                    <a:lnTo>
                      <a:pt x="0" y="76200"/>
                    </a:lnTo>
                  </a:path>
                </a:pathLst>
              </a:custGeom>
              <a:noFill/>
              <a:ln w="19050">
                <a:solidFill>
                  <a:srgbClr val="FF6B35"/>
                </a:solidFill>
              </a:ln>
            </p:spPr>
          </p:sp>
          <p:sp>
            <p:nvSpPr>
              <p:cNvPr id="29" name="Freeform 29"/>
              <p:cNvSpPr/>
              <p:nvPr/>
            </p:nvSpPr>
            <p:spPr>
              <a:xfrm>
                <a:off x="4695825" y="2876550"/>
                <a:ext cx="76200" cy="19050"/>
              </a:xfrm>
              <a:custGeom>
                <a:avLst/>
                <a:gdLst/>
                <a:ahLst/>
                <a:cxnLst/>
                <a:rect l="l" t="t" r="r" b="b"/>
                <a:pathLst>
                  <a:path w="76200" h="19050">
                    <a:moveTo>
                      <a:pt x="76200" y="19050"/>
                    </a:moveTo>
                    <a:lnTo>
                      <a:pt x="52388" y="19050"/>
                    </a:lnTo>
                    <a:cubicBezTo>
                      <a:pt x="49757" y="19050"/>
                      <a:pt x="47625" y="16918"/>
                      <a:pt x="47625" y="14288"/>
                    </a:cubicBezTo>
                    <a:cubicBezTo>
                      <a:pt x="47625" y="6397"/>
                      <a:pt x="41228" y="0"/>
                      <a:pt x="33338" y="0"/>
                    </a:cubicBezTo>
                    <a:cubicBezTo>
                      <a:pt x="25447" y="0"/>
                      <a:pt x="19050" y="6397"/>
                      <a:pt x="19050" y="14288"/>
                    </a:cubicBezTo>
                    <a:cubicBezTo>
                      <a:pt x="19050" y="16918"/>
                      <a:pt x="16918" y="19050"/>
                      <a:pt x="14288" y="19050"/>
                    </a:cubicBezTo>
                    <a:lnTo>
                      <a:pt x="0" y="19050"/>
                    </a:lnTo>
                  </a:path>
                </a:pathLst>
              </a:custGeom>
              <a:noFill/>
              <a:ln w="19050">
                <a:solidFill>
                  <a:srgbClr val="FF6B35"/>
                </a:solidFill>
              </a:ln>
            </p:spPr>
          </p:sp>
          <p:sp>
            <p:nvSpPr>
              <p:cNvPr id="30" name="Freeform 30"/>
              <p:cNvSpPr/>
              <p:nvPr/>
            </p:nvSpPr>
            <p:spPr>
              <a:xfrm>
                <a:off x="4619625" y="2895600"/>
                <a:ext cx="76200" cy="19050"/>
              </a:xfrm>
              <a:custGeom>
                <a:avLst/>
                <a:gdLst/>
                <a:ahLst/>
                <a:cxnLst/>
                <a:rect l="l" t="t" r="r" b="b"/>
                <a:pathLst>
                  <a:path w="76200" h="19050">
                    <a:moveTo>
                      <a:pt x="76200" y="0"/>
                    </a:moveTo>
                    <a:lnTo>
                      <a:pt x="61912" y="0"/>
                    </a:lnTo>
                    <a:cubicBezTo>
                      <a:pt x="59282" y="0"/>
                      <a:pt x="57150" y="2132"/>
                      <a:pt x="57150" y="4762"/>
                    </a:cubicBezTo>
                    <a:cubicBezTo>
                      <a:pt x="57150" y="12653"/>
                      <a:pt x="50753" y="19050"/>
                      <a:pt x="42862" y="19050"/>
                    </a:cubicBezTo>
                    <a:cubicBezTo>
                      <a:pt x="34972" y="19050"/>
                      <a:pt x="28575" y="12653"/>
                      <a:pt x="28575" y="4762"/>
                    </a:cubicBezTo>
                    <a:cubicBezTo>
                      <a:pt x="28575" y="2132"/>
                      <a:pt x="26443" y="0"/>
                      <a:pt x="23812" y="0"/>
                    </a:cubicBezTo>
                    <a:lnTo>
                      <a:pt x="0" y="0"/>
                    </a:lnTo>
                  </a:path>
                </a:pathLst>
              </a:custGeom>
              <a:noFill/>
              <a:ln w="19050">
                <a:solidFill>
                  <a:srgbClr val="FF6B35"/>
                </a:solidFill>
              </a:ln>
            </p:spPr>
          </p:sp>
        </p:grpSp>
        <p:sp>
          <p:nvSpPr>
            <p:cNvPr id="32" name="TextBox 32"/>
            <p:cNvSpPr txBox="1"/>
            <p:nvPr/>
          </p:nvSpPr>
          <p:spPr>
            <a:xfrm>
              <a:off x="4429369" y="3253740"/>
              <a:ext cx="532912" cy="352044"/>
            </a:xfrm>
            <a:prstGeom prst="rect">
              <a:avLst/>
            </a:prstGeom>
            <a:noFill/>
            <a:ln>
              <a:noFill/>
            </a:ln>
          </p:spPr>
          <p:txBody>
            <a:bodyPr wrap="none" lIns="0" tIns="0" rIns="0" bIns="0" anchor="t" anchorCtr="0">
              <a:spAutoFit/>
            </a:bodyPr>
            <a:lstStyle/>
            <a:p>
              <a:pPr algn="ctr"/>
              <a:r>
                <a:rPr lang="en-US" sz="1800" b="1" dirty="0">
                  <a:solidFill>
                    <a:srgbClr val="1D2733"/>
                  </a:solidFill>
                  <a:latin typeface="Pretendard SemiBold"/>
                  <a:ea typeface="Pretendard SemiBold"/>
                  <a:cs typeface="Pretendard SemiBold"/>
                </a:rPr>
                <a:t>Skill</a:t>
              </a:r>
            </a:p>
          </p:txBody>
        </p:sp>
        <p:sp>
          <p:nvSpPr>
            <p:cNvPr id="33" name="Line 33"/>
            <p:cNvSpPr/>
            <p:nvPr/>
          </p:nvSpPr>
          <p:spPr>
            <a:xfrm>
              <a:off x="3638550" y="3676650"/>
              <a:ext cx="2114550" cy="9525"/>
            </a:xfrm>
            <a:custGeom>
              <a:avLst/>
              <a:gdLst/>
              <a:ahLst/>
              <a:cxnLst/>
              <a:rect l="l" t="t" r="r" b="b"/>
              <a:pathLst>
                <a:path w="2114550" h="9525">
                  <a:moveTo>
                    <a:pt x="0" y="0"/>
                  </a:moveTo>
                  <a:lnTo>
                    <a:pt x="2114550" y="0"/>
                  </a:lnTo>
                </a:path>
              </a:pathLst>
            </a:custGeom>
            <a:noFill/>
            <a:ln w="14288">
              <a:solidFill>
                <a:srgbClr val="E2E8F0"/>
              </a:solidFill>
            </a:ln>
          </p:spPr>
        </p:sp>
        <p:sp>
          <p:nvSpPr>
            <p:cNvPr id="34" name="TextBox 34"/>
            <p:cNvSpPr txBox="1"/>
            <p:nvPr/>
          </p:nvSpPr>
          <p:spPr>
            <a:xfrm>
              <a:off x="4012437" y="4091940"/>
              <a:ext cx="1366777" cy="352044"/>
            </a:xfrm>
            <a:prstGeom prst="rect">
              <a:avLst/>
            </a:prstGeom>
            <a:noFill/>
            <a:ln>
              <a:noFill/>
            </a:ln>
          </p:spPr>
          <p:txBody>
            <a:bodyPr wrap="none" lIns="0" tIns="0" rIns="0" bIns="0" anchor="t" anchorCtr="0">
              <a:spAutoFit/>
            </a:bodyPr>
            <a:lstStyle/>
            <a:p>
              <a:pPr algn="ctr"/>
              <a:r>
                <a:rPr lang="ko-KR" sz="1800" b="1" dirty="0">
                  <a:solidFill>
                    <a:srgbClr val="FF6B35"/>
                  </a:solidFill>
                  <a:latin typeface="Pretendard SemiBold"/>
                  <a:ea typeface="Pretendard SemiBold"/>
                  <a:cs typeface="Pretendard SemiBold"/>
                </a:rPr>
                <a:t>업무 매뉴얼</a:t>
              </a:r>
            </a:p>
          </p:txBody>
        </p:sp>
      </p:grpSp>
      <p:grpSp>
        <p:nvGrpSpPr>
          <p:cNvPr id="45" name="Group 45"/>
          <p:cNvGrpSpPr/>
          <p:nvPr/>
        </p:nvGrpSpPr>
        <p:grpSpPr>
          <a:xfrm>
            <a:off x="6210300" y="2381250"/>
            <a:ext cx="2571750" cy="3524250"/>
            <a:chOff x="6210300" y="2381250"/>
            <a:chExt cx="2571750" cy="3524250"/>
          </a:xfrm>
        </p:grpSpPr>
        <p:sp>
          <p:nvSpPr>
            <p:cNvPr id="36" name="Rectangle 36"/>
            <p:cNvSpPr/>
            <p:nvPr/>
          </p:nvSpPr>
          <p:spPr>
            <a:xfrm>
              <a:off x="6210300" y="2381250"/>
              <a:ext cx="2571750" cy="3524250"/>
            </a:xfrm>
            <a:prstGeom prst="roundRect">
              <a:avLst>
                <a:gd name="adj" fmla="val 5926"/>
              </a:avLst>
            </a:prstGeom>
            <a:solidFill>
              <a:srgbClr val="F4F7FB"/>
            </a:solidFill>
            <a:ln w="14288">
              <a:solidFill>
                <a:srgbClr val="E2E8F0"/>
              </a:solidFill>
            </a:ln>
          </p:spPr>
        </p:sp>
        <p:sp>
          <p:nvSpPr>
            <p:cNvPr id="37" name="Freeform 37"/>
            <p:cNvSpPr/>
            <p:nvPr/>
          </p:nvSpPr>
          <p:spPr>
            <a:xfrm>
              <a:off x="6210300" y="2381250"/>
              <a:ext cx="2571750" cy="952500"/>
            </a:xfrm>
            <a:custGeom>
              <a:avLst/>
              <a:gdLst/>
              <a:ahLst/>
              <a:cxnLst/>
              <a:rect l="l" t="t" r="r" b="b"/>
              <a:pathLst>
                <a:path w="2571750" h="952500">
                  <a:moveTo>
                    <a:pt x="114300" y="0"/>
                  </a:moveTo>
                  <a:lnTo>
                    <a:pt x="2457450" y="0"/>
                  </a:lnTo>
                  <a:cubicBezTo>
                    <a:pt x="2520576" y="0"/>
                    <a:pt x="2571750" y="51174"/>
                    <a:pt x="2571750" y="114300"/>
                  </a:cubicBezTo>
                  <a:lnTo>
                    <a:pt x="2571750" y="952500"/>
                  </a:lnTo>
                  <a:lnTo>
                    <a:pt x="0" y="952500"/>
                  </a:lnTo>
                  <a:lnTo>
                    <a:pt x="0" y="114300"/>
                  </a:lnTo>
                  <a:cubicBezTo>
                    <a:pt x="0" y="51174"/>
                    <a:pt x="51174" y="0"/>
                    <a:pt x="114300" y="0"/>
                  </a:cubicBezTo>
                  <a:close/>
                </a:path>
              </a:pathLst>
            </a:custGeom>
            <a:solidFill>
              <a:srgbClr val="0D47A1"/>
            </a:solidFill>
            <a:ln>
              <a:noFill/>
            </a:ln>
          </p:spPr>
        </p:sp>
        <p:sp>
          <p:nvSpPr>
            <p:cNvPr id="38" name="Ellipse 38"/>
            <p:cNvSpPr/>
            <p:nvPr/>
          </p:nvSpPr>
          <p:spPr>
            <a:xfrm>
              <a:off x="7248525" y="2647950"/>
              <a:ext cx="495300" cy="495300"/>
            </a:xfrm>
            <a:prstGeom prst="ellipse">
              <a:avLst/>
            </a:prstGeom>
            <a:solidFill>
              <a:srgbClr val="FFFFFF"/>
            </a:solidFill>
            <a:ln>
              <a:noFill/>
            </a:ln>
          </p:spPr>
        </p:sp>
        <p:grpSp>
          <p:nvGrpSpPr>
            <p:cNvPr id="41" name="Group 41"/>
            <p:cNvGrpSpPr/>
            <p:nvPr/>
          </p:nvGrpSpPr>
          <p:grpSpPr>
            <a:xfrm>
              <a:off x="7410450" y="2799434"/>
              <a:ext cx="171498" cy="192305"/>
              <a:chOff x="7410450" y="2799434"/>
              <a:chExt cx="171498" cy="192305"/>
            </a:xfrm>
          </p:grpSpPr>
          <p:sp>
            <p:nvSpPr>
              <p:cNvPr id="39" name="Freeform 39"/>
              <p:cNvSpPr/>
              <p:nvPr/>
            </p:nvSpPr>
            <p:spPr>
              <a:xfrm>
                <a:off x="7410450" y="2799434"/>
                <a:ext cx="171498" cy="192305"/>
              </a:xfrm>
              <a:custGeom>
                <a:avLst/>
                <a:gdLst/>
                <a:ahLst/>
                <a:cxnLst/>
                <a:rect l="l" t="t" r="r" b="b"/>
                <a:pathLst>
                  <a:path w="171498" h="192305">
                    <a:moveTo>
                      <a:pt x="160734" y="41587"/>
                    </a:moveTo>
                    <a:cubicBezTo>
                      <a:pt x="167400" y="45378"/>
                      <a:pt x="171498" y="52474"/>
                      <a:pt x="171450" y="60142"/>
                    </a:cubicBezTo>
                    <a:lnTo>
                      <a:pt x="171450" y="129522"/>
                    </a:lnTo>
                    <a:cubicBezTo>
                      <a:pt x="171450" y="137228"/>
                      <a:pt x="167230" y="144333"/>
                      <a:pt x="160420" y="148077"/>
                    </a:cubicBezTo>
                    <a:lnTo>
                      <a:pt x="96126" y="188749"/>
                    </a:lnTo>
                    <a:cubicBezTo>
                      <a:pt x="89648" y="192305"/>
                      <a:pt x="81802" y="192305"/>
                      <a:pt x="75324" y="188749"/>
                    </a:cubicBezTo>
                    <a:lnTo>
                      <a:pt x="11030" y="148077"/>
                    </a:lnTo>
                    <a:cubicBezTo>
                      <a:pt x="4243" y="144368"/>
                      <a:pt x="16" y="137256"/>
                      <a:pt x="0" y="129522"/>
                    </a:cubicBezTo>
                    <a:lnTo>
                      <a:pt x="0" y="60132"/>
                    </a:lnTo>
                    <a:cubicBezTo>
                      <a:pt x="0" y="52427"/>
                      <a:pt x="4220" y="45331"/>
                      <a:pt x="11030" y="41587"/>
                    </a:cubicBezTo>
                    <a:lnTo>
                      <a:pt x="75324" y="3678"/>
                    </a:lnTo>
                    <a:cubicBezTo>
                      <a:pt x="81994" y="0"/>
                      <a:pt x="90085" y="0"/>
                      <a:pt x="96755" y="3678"/>
                    </a:cubicBezTo>
                    <a:lnTo>
                      <a:pt x="161049" y="41587"/>
                    </a:lnTo>
                    <a:lnTo>
                      <a:pt x="160734" y="41587"/>
                    </a:lnTo>
                  </a:path>
                </a:pathLst>
              </a:custGeom>
              <a:noFill/>
              <a:ln w="19050">
                <a:solidFill>
                  <a:srgbClr val="0D47A1"/>
                </a:solidFill>
              </a:ln>
            </p:spPr>
          </p:sp>
          <p:sp>
            <p:nvSpPr>
              <p:cNvPr id="40" name="Freeform 40"/>
              <p:cNvSpPr/>
              <p:nvPr/>
            </p:nvSpPr>
            <p:spPr>
              <a:xfrm>
                <a:off x="7467600" y="2867025"/>
                <a:ext cx="57150" cy="57150"/>
              </a:xfrm>
              <a:custGeom>
                <a:avLst/>
                <a:gdLst/>
                <a:ahLst/>
                <a:cxnLst/>
                <a:rect l="l" t="t" r="r" b="b"/>
                <a:pathLst>
                  <a:path w="57150" h="57150">
                    <a:moveTo>
                      <a:pt x="0" y="28575"/>
                    </a:moveTo>
                    <a:cubicBezTo>
                      <a:pt x="0" y="44357"/>
                      <a:pt x="12793" y="57150"/>
                      <a:pt x="28575" y="57150"/>
                    </a:cubicBezTo>
                    <a:cubicBezTo>
                      <a:pt x="44357" y="57150"/>
                      <a:pt x="57150" y="44357"/>
                      <a:pt x="57150" y="28575"/>
                    </a:cubicBezTo>
                    <a:cubicBezTo>
                      <a:pt x="57150" y="12793"/>
                      <a:pt x="44357" y="0"/>
                      <a:pt x="28575" y="0"/>
                    </a:cubicBezTo>
                    <a:cubicBezTo>
                      <a:pt x="12793" y="0"/>
                      <a:pt x="0" y="12793"/>
                      <a:pt x="0" y="28575"/>
                    </a:cubicBezTo>
                  </a:path>
                </a:pathLst>
              </a:custGeom>
              <a:noFill/>
              <a:ln w="19050">
                <a:solidFill>
                  <a:srgbClr val="0D47A1"/>
                </a:solidFill>
              </a:ln>
            </p:spPr>
          </p:sp>
        </p:grpSp>
        <p:sp>
          <p:nvSpPr>
            <p:cNvPr id="42" name="TextBox 42"/>
            <p:cNvSpPr txBox="1"/>
            <p:nvPr/>
          </p:nvSpPr>
          <p:spPr>
            <a:xfrm>
              <a:off x="6923321" y="3253740"/>
              <a:ext cx="1145709" cy="352044"/>
            </a:xfrm>
            <a:prstGeom prst="rect">
              <a:avLst/>
            </a:prstGeom>
            <a:noFill/>
            <a:ln>
              <a:noFill/>
            </a:ln>
          </p:spPr>
          <p:txBody>
            <a:bodyPr wrap="none" lIns="0" tIns="0" rIns="0" bIns="0" anchor="t" anchorCtr="0">
              <a:spAutoFit/>
            </a:bodyPr>
            <a:lstStyle/>
            <a:p>
              <a:pPr algn="ctr"/>
              <a:r>
                <a:rPr lang="en-US" sz="1800" b="1" dirty="0">
                  <a:solidFill>
                    <a:srgbClr val="1D2733"/>
                  </a:solidFill>
                  <a:latin typeface="Pretendard SemiBold"/>
                  <a:ea typeface="Pretendard SemiBold"/>
                  <a:cs typeface="Pretendard SemiBold"/>
                </a:rPr>
                <a:t>Subagent</a:t>
              </a:r>
            </a:p>
          </p:txBody>
        </p:sp>
        <p:sp>
          <p:nvSpPr>
            <p:cNvPr id="43" name="Line 43"/>
            <p:cNvSpPr/>
            <p:nvPr/>
          </p:nvSpPr>
          <p:spPr>
            <a:xfrm>
              <a:off x="6438900" y="3676650"/>
              <a:ext cx="2114550" cy="9525"/>
            </a:xfrm>
            <a:custGeom>
              <a:avLst/>
              <a:gdLst/>
              <a:ahLst/>
              <a:cxnLst/>
              <a:rect l="l" t="t" r="r" b="b"/>
              <a:pathLst>
                <a:path w="2114550" h="9525">
                  <a:moveTo>
                    <a:pt x="0" y="0"/>
                  </a:moveTo>
                  <a:lnTo>
                    <a:pt x="2114550" y="0"/>
                  </a:lnTo>
                </a:path>
              </a:pathLst>
            </a:custGeom>
            <a:noFill/>
            <a:ln w="14288">
              <a:solidFill>
                <a:srgbClr val="E2E8F0"/>
              </a:solidFill>
            </a:ln>
          </p:spPr>
        </p:sp>
        <p:sp>
          <p:nvSpPr>
            <p:cNvPr id="44" name="TextBox 44"/>
            <p:cNvSpPr txBox="1"/>
            <p:nvPr/>
          </p:nvSpPr>
          <p:spPr>
            <a:xfrm>
              <a:off x="6774622" y="4091940"/>
              <a:ext cx="1443106" cy="352044"/>
            </a:xfrm>
            <a:prstGeom prst="rect">
              <a:avLst/>
            </a:prstGeom>
            <a:noFill/>
            <a:ln>
              <a:noFill/>
            </a:ln>
          </p:spPr>
          <p:txBody>
            <a:bodyPr wrap="none" lIns="0" tIns="0" rIns="0" bIns="0" anchor="t" anchorCtr="0">
              <a:spAutoFit/>
            </a:bodyPr>
            <a:lstStyle/>
            <a:p>
              <a:pPr algn="ctr"/>
              <a:r>
                <a:rPr lang="ko-KR" sz="1800" b="1" dirty="0">
                  <a:solidFill>
                    <a:srgbClr val="0D47A1"/>
                  </a:solidFill>
                  <a:latin typeface="Pretendard SemiBold"/>
                  <a:ea typeface="Pretendard SemiBold"/>
                  <a:cs typeface="Pretendard SemiBold"/>
                </a:rPr>
                <a:t>옆 팀 담당자</a:t>
              </a:r>
            </a:p>
          </p:txBody>
        </p:sp>
      </p:grpSp>
      <p:grpSp>
        <p:nvGrpSpPr>
          <p:cNvPr id="58" name="Group 58"/>
          <p:cNvGrpSpPr/>
          <p:nvPr/>
        </p:nvGrpSpPr>
        <p:grpSpPr>
          <a:xfrm>
            <a:off x="9010650" y="2381250"/>
            <a:ext cx="2571750" cy="3524250"/>
            <a:chOff x="9010650" y="2381250"/>
            <a:chExt cx="2571750" cy="3524250"/>
          </a:xfrm>
        </p:grpSpPr>
        <p:sp>
          <p:nvSpPr>
            <p:cNvPr id="46" name="Rectangle 46"/>
            <p:cNvSpPr/>
            <p:nvPr/>
          </p:nvSpPr>
          <p:spPr>
            <a:xfrm>
              <a:off x="9010650" y="2381250"/>
              <a:ext cx="2571750" cy="3524250"/>
            </a:xfrm>
            <a:prstGeom prst="roundRect">
              <a:avLst>
                <a:gd name="adj" fmla="val 5926"/>
              </a:avLst>
            </a:prstGeom>
            <a:solidFill>
              <a:srgbClr val="F4F7FB"/>
            </a:solidFill>
            <a:ln w="14288">
              <a:solidFill>
                <a:srgbClr val="E2E8F0"/>
              </a:solidFill>
            </a:ln>
          </p:spPr>
        </p:sp>
        <p:sp>
          <p:nvSpPr>
            <p:cNvPr id="47" name="Freeform 47"/>
            <p:cNvSpPr/>
            <p:nvPr/>
          </p:nvSpPr>
          <p:spPr>
            <a:xfrm>
              <a:off x="9010650" y="2381250"/>
              <a:ext cx="2571750" cy="952500"/>
            </a:xfrm>
            <a:custGeom>
              <a:avLst/>
              <a:gdLst/>
              <a:ahLst/>
              <a:cxnLst/>
              <a:rect l="l" t="t" r="r" b="b"/>
              <a:pathLst>
                <a:path w="2571750" h="952500">
                  <a:moveTo>
                    <a:pt x="114300" y="0"/>
                  </a:moveTo>
                  <a:lnTo>
                    <a:pt x="2457450" y="0"/>
                  </a:lnTo>
                  <a:cubicBezTo>
                    <a:pt x="2520576" y="0"/>
                    <a:pt x="2571750" y="51174"/>
                    <a:pt x="2571750" y="114300"/>
                  </a:cubicBezTo>
                  <a:lnTo>
                    <a:pt x="2571750" y="952500"/>
                  </a:lnTo>
                  <a:lnTo>
                    <a:pt x="0" y="952500"/>
                  </a:lnTo>
                  <a:lnTo>
                    <a:pt x="0" y="114300"/>
                  </a:lnTo>
                  <a:cubicBezTo>
                    <a:pt x="0" y="51174"/>
                    <a:pt x="51174" y="0"/>
                    <a:pt x="114300" y="0"/>
                  </a:cubicBezTo>
                  <a:close/>
                </a:path>
              </a:pathLst>
            </a:custGeom>
            <a:solidFill>
              <a:srgbClr val="2E7D32"/>
            </a:solidFill>
            <a:ln>
              <a:noFill/>
            </a:ln>
          </p:spPr>
        </p:sp>
        <p:sp>
          <p:nvSpPr>
            <p:cNvPr id="48" name="Ellipse 48"/>
            <p:cNvSpPr/>
            <p:nvPr/>
          </p:nvSpPr>
          <p:spPr>
            <a:xfrm>
              <a:off x="10048875" y="2647950"/>
              <a:ext cx="495300" cy="495300"/>
            </a:xfrm>
            <a:prstGeom prst="ellipse">
              <a:avLst/>
            </a:prstGeom>
            <a:solidFill>
              <a:srgbClr val="FFFFFF"/>
            </a:solidFill>
            <a:ln>
              <a:noFill/>
            </a:ln>
          </p:spPr>
        </p:sp>
        <p:grpSp>
          <p:nvGrpSpPr>
            <p:cNvPr id="54" name="Group 54"/>
            <p:cNvGrpSpPr/>
            <p:nvPr/>
          </p:nvGrpSpPr>
          <p:grpSpPr>
            <a:xfrm>
              <a:off x="10210800" y="2823137"/>
              <a:ext cx="180975" cy="139138"/>
              <a:chOff x="10210800" y="2823137"/>
              <a:chExt cx="180975" cy="139138"/>
            </a:xfrm>
          </p:grpSpPr>
          <p:sp>
            <p:nvSpPr>
              <p:cNvPr id="49" name="Freeform 49"/>
              <p:cNvSpPr/>
              <p:nvPr/>
            </p:nvSpPr>
            <p:spPr>
              <a:xfrm>
                <a:off x="10210800" y="2946962"/>
                <a:ext cx="171450" cy="15313"/>
              </a:xfrm>
              <a:custGeom>
                <a:avLst/>
                <a:gdLst/>
                <a:ahLst/>
                <a:cxnLst/>
                <a:rect l="l" t="t" r="r" b="b"/>
                <a:pathLst>
                  <a:path w="171450" h="15313">
                    <a:moveTo>
                      <a:pt x="0" y="15313"/>
                    </a:moveTo>
                    <a:cubicBezTo>
                      <a:pt x="26523" y="0"/>
                      <a:pt x="59202" y="0"/>
                      <a:pt x="85725" y="15313"/>
                    </a:cubicBezTo>
                    <a:cubicBezTo>
                      <a:pt x="112248" y="0"/>
                      <a:pt x="144927" y="0"/>
                      <a:pt x="171450" y="15313"/>
                    </a:cubicBezTo>
                  </a:path>
                </a:pathLst>
              </a:custGeom>
              <a:noFill/>
              <a:ln w="19050">
                <a:solidFill>
                  <a:srgbClr val="2E7D32"/>
                </a:solidFill>
              </a:ln>
            </p:spPr>
          </p:sp>
          <p:sp>
            <p:nvSpPr>
              <p:cNvPr id="50" name="Freeform 50"/>
              <p:cNvSpPr/>
              <p:nvPr/>
            </p:nvSpPr>
            <p:spPr>
              <a:xfrm>
                <a:off x="10210800" y="2823137"/>
                <a:ext cx="171450" cy="15313"/>
              </a:xfrm>
              <a:custGeom>
                <a:avLst/>
                <a:gdLst/>
                <a:ahLst/>
                <a:cxnLst/>
                <a:rect l="l" t="t" r="r" b="b"/>
                <a:pathLst>
                  <a:path w="171450" h="15313">
                    <a:moveTo>
                      <a:pt x="0" y="15313"/>
                    </a:moveTo>
                    <a:cubicBezTo>
                      <a:pt x="26523" y="0"/>
                      <a:pt x="59202" y="0"/>
                      <a:pt x="85725" y="15313"/>
                    </a:cubicBezTo>
                    <a:cubicBezTo>
                      <a:pt x="112248" y="0"/>
                      <a:pt x="144927" y="0"/>
                      <a:pt x="171450" y="15313"/>
                    </a:cubicBezTo>
                  </a:path>
                </a:pathLst>
              </a:custGeom>
              <a:noFill/>
              <a:ln w="19050">
                <a:solidFill>
                  <a:srgbClr val="2E7D32"/>
                </a:solidFill>
              </a:ln>
            </p:spPr>
          </p:sp>
          <p:sp>
            <p:nvSpPr>
              <p:cNvPr id="51" name="Freeform 51"/>
              <p:cNvSpPr/>
              <p:nvPr/>
            </p:nvSpPr>
            <p:spPr>
              <a:xfrm>
                <a:off x="10210800" y="2838450"/>
                <a:ext cx="9525" cy="123825"/>
              </a:xfrm>
              <a:custGeom>
                <a:avLst/>
                <a:gdLst/>
                <a:ahLst/>
                <a:cxnLst/>
                <a:rect l="l" t="t" r="r" b="b"/>
                <a:pathLst>
                  <a:path w="9525" h="123825">
                    <a:moveTo>
                      <a:pt x="0" y="0"/>
                    </a:moveTo>
                    <a:lnTo>
                      <a:pt x="0" y="123825"/>
                    </a:lnTo>
                  </a:path>
                </a:pathLst>
              </a:custGeom>
              <a:noFill/>
              <a:ln w="19050">
                <a:solidFill>
                  <a:srgbClr val="2E7D32"/>
                </a:solidFill>
              </a:ln>
            </p:spPr>
          </p:sp>
          <p:sp>
            <p:nvSpPr>
              <p:cNvPr id="52" name="Freeform 52"/>
              <p:cNvSpPr/>
              <p:nvPr/>
            </p:nvSpPr>
            <p:spPr>
              <a:xfrm>
                <a:off x="10296525" y="2838450"/>
                <a:ext cx="9525" cy="123825"/>
              </a:xfrm>
              <a:custGeom>
                <a:avLst/>
                <a:gdLst/>
                <a:ahLst/>
                <a:cxnLst/>
                <a:rect l="l" t="t" r="r" b="b"/>
                <a:pathLst>
                  <a:path w="9525" h="123825">
                    <a:moveTo>
                      <a:pt x="0" y="0"/>
                    </a:moveTo>
                    <a:lnTo>
                      <a:pt x="0" y="123825"/>
                    </a:lnTo>
                  </a:path>
                </a:pathLst>
              </a:custGeom>
              <a:noFill/>
              <a:ln w="19050">
                <a:solidFill>
                  <a:srgbClr val="2E7D32"/>
                </a:solidFill>
              </a:ln>
            </p:spPr>
          </p:sp>
          <p:sp>
            <p:nvSpPr>
              <p:cNvPr id="53" name="Freeform 53"/>
              <p:cNvSpPr/>
              <p:nvPr/>
            </p:nvSpPr>
            <p:spPr>
              <a:xfrm>
                <a:off x="10382250" y="2838450"/>
                <a:ext cx="9525" cy="123825"/>
              </a:xfrm>
              <a:custGeom>
                <a:avLst/>
                <a:gdLst/>
                <a:ahLst/>
                <a:cxnLst/>
                <a:rect l="l" t="t" r="r" b="b"/>
                <a:pathLst>
                  <a:path w="9525" h="123825">
                    <a:moveTo>
                      <a:pt x="0" y="0"/>
                    </a:moveTo>
                    <a:lnTo>
                      <a:pt x="0" y="123825"/>
                    </a:lnTo>
                  </a:path>
                </a:pathLst>
              </a:custGeom>
              <a:noFill/>
              <a:ln w="19050">
                <a:solidFill>
                  <a:srgbClr val="2E7D32"/>
                </a:solidFill>
              </a:ln>
            </p:spPr>
          </p:sp>
        </p:grpSp>
        <p:sp>
          <p:nvSpPr>
            <p:cNvPr id="55" name="TextBox 55"/>
            <p:cNvSpPr txBox="1"/>
            <p:nvPr/>
          </p:nvSpPr>
          <p:spPr>
            <a:xfrm>
              <a:off x="9730076" y="3253740"/>
              <a:ext cx="1132897" cy="352044"/>
            </a:xfrm>
            <a:prstGeom prst="rect">
              <a:avLst/>
            </a:prstGeom>
            <a:noFill/>
            <a:ln>
              <a:noFill/>
            </a:ln>
          </p:spPr>
          <p:txBody>
            <a:bodyPr wrap="none" lIns="0" tIns="0" rIns="0" bIns="0" anchor="t" anchorCtr="0">
              <a:spAutoFit/>
            </a:bodyPr>
            <a:lstStyle/>
            <a:p>
              <a:pPr algn="ctr"/>
              <a:r>
                <a:rPr lang="en-US" sz="1800" b="1" dirty="0">
                  <a:solidFill>
                    <a:srgbClr val="1D2733"/>
                  </a:solidFill>
                  <a:latin typeface="Pretendard SemiBold"/>
                  <a:ea typeface="Pretendard SemiBold"/>
                  <a:cs typeface="Pretendard SemiBold"/>
                </a:rPr>
                <a:t>Template</a:t>
              </a:r>
            </a:p>
          </p:txBody>
        </p:sp>
        <p:sp>
          <p:nvSpPr>
            <p:cNvPr id="56" name="Line 56"/>
            <p:cNvSpPr/>
            <p:nvPr/>
          </p:nvSpPr>
          <p:spPr>
            <a:xfrm>
              <a:off x="9239250" y="3676650"/>
              <a:ext cx="2114550" cy="9525"/>
            </a:xfrm>
            <a:custGeom>
              <a:avLst/>
              <a:gdLst/>
              <a:ahLst/>
              <a:cxnLst/>
              <a:rect l="l" t="t" r="r" b="b"/>
              <a:pathLst>
                <a:path w="2114550" h="9525">
                  <a:moveTo>
                    <a:pt x="0" y="0"/>
                  </a:moveTo>
                  <a:lnTo>
                    <a:pt x="2114550" y="0"/>
                  </a:lnTo>
                </a:path>
              </a:pathLst>
            </a:custGeom>
            <a:noFill/>
            <a:ln w="14288">
              <a:solidFill>
                <a:srgbClr val="E2E8F0"/>
              </a:solidFill>
            </a:ln>
          </p:spPr>
        </p:sp>
        <p:sp>
          <p:nvSpPr>
            <p:cNvPr id="57" name="TextBox 57"/>
            <p:cNvSpPr txBox="1"/>
            <p:nvPr/>
          </p:nvSpPr>
          <p:spPr>
            <a:xfrm>
              <a:off x="9740353" y="4091940"/>
              <a:ext cx="1112345" cy="352044"/>
            </a:xfrm>
            <a:prstGeom prst="rect">
              <a:avLst/>
            </a:prstGeom>
            <a:noFill/>
            <a:ln>
              <a:noFill/>
            </a:ln>
          </p:spPr>
          <p:txBody>
            <a:bodyPr wrap="none" lIns="0" tIns="0" rIns="0" bIns="0" anchor="t" anchorCtr="0">
              <a:spAutoFit/>
            </a:bodyPr>
            <a:lstStyle/>
            <a:p>
              <a:pPr algn="ctr"/>
              <a:r>
                <a:rPr lang="ko-KR" sz="1800" b="1" dirty="0">
                  <a:solidFill>
                    <a:srgbClr val="2E7D32"/>
                  </a:solidFill>
                  <a:latin typeface="Pretendard SemiBold"/>
                  <a:ea typeface="Pretendard SemiBold"/>
                  <a:cs typeface="Pretendard SemiBold"/>
                </a:rPr>
                <a:t>표준 양식</a:t>
              </a:r>
            </a:p>
          </p:txBody>
        </p:sp>
      </p:grpSp>
      <p:sp>
        <p:nvSpPr>
          <p:cNvPr id="59" name="TextBox 59"/>
          <p:cNvSpPr txBox="1"/>
          <p:nvPr/>
        </p:nvSpPr>
        <p:spPr>
          <a:xfrm>
            <a:off x="11123981" y="6442710"/>
            <a:ext cx="464515" cy="234696"/>
          </a:xfrm>
          <a:prstGeom prst="rect">
            <a:avLst/>
          </a:prstGeom>
          <a:noFill/>
          <a:ln>
            <a:noFill/>
          </a:ln>
        </p:spPr>
        <p:txBody>
          <a:bodyPr wrap="none" lIns="0" tIns="0" rIns="0" bIns="0" anchor="t" anchorCtr="0">
            <a:spAutoFit/>
          </a:bodyPr>
          <a:lstStyle/>
          <a:p>
            <a:pPr algn="r"/>
            <a:r>
              <a:rPr lang="en-US" sz="1200" dirty="0">
                <a:solidFill>
                  <a:srgbClr val="94A3B3"/>
                </a:solidFill>
                <a:latin typeface="Pretendard"/>
                <a:ea typeface="Pretendard"/>
                <a:cs typeface="Pretendard"/>
              </a:rPr>
              <a:t>4 / 14</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8139332" cy="1318259"/>
            <a:chOff x="593598" y="669608"/>
            <a:chExt cx="8139332" cy="1318259"/>
          </a:xfrm>
        </p:grpSpPr>
        <p:sp>
          <p:nvSpPr>
            <p:cNvPr id="2" name="TextBox 2"/>
            <p:cNvSpPr txBox="1"/>
            <p:nvPr/>
          </p:nvSpPr>
          <p:spPr>
            <a:xfrm>
              <a:off x="593598" y="669608"/>
              <a:ext cx="6541978" cy="616077"/>
            </a:xfrm>
            <a:prstGeom prst="rect">
              <a:avLst/>
            </a:prstGeom>
            <a:noFill/>
            <a:ln>
              <a:noFill/>
            </a:ln>
          </p:spPr>
          <p:txBody>
            <a:bodyPr wrap="none" lIns="0" tIns="0" rIns="0" bIns="0" anchor="t" anchorCtr="0">
              <a:spAutoFit/>
            </a:bodyPr>
            <a:lstStyle/>
            <a:p>
              <a:pPr algn="l"/>
              <a:r>
                <a:rPr lang="ko-KR" sz="3150" b="1" dirty="0">
                  <a:solidFill>
                    <a:srgbClr val="1D2733"/>
                  </a:solidFill>
                  <a:latin typeface="Pretendard ExtraBold"/>
                  <a:ea typeface="Pretendard ExtraBold"/>
                  <a:cs typeface="Pretendard ExtraBold"/>
                </a:rPr>
                <a:t>준비물: 계정 3종과 GitHub 연동</a:t>
              </a:r>
            </a:p>
          </p:txBody>
        </p:sp>
        <p:sp>
          <p:nvSpPr>
            <p:cNvPr id="3" name="TextBox 3"/>
            <p:cNvSpPr txBox="1"/>
            <p:nvPr/>
          </p:nvSpPr>
          <p:spPr>
            <a:xfrm>
              <a:off x="598170" y="1185862"/>
              <a:ext cx="8134760"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이메일·GitHub·Claude Pro를 준비하고 GitHub 연동까지</a:t>
              </a:r>
            </a:p>
          </p:txBody>
        </p:sp>
        <p:sp>
          <p:nvSpPr>
            <p:cNvPr id="4" name="TextBox 4"/>
            <p:cNvSpPr txBox="1"/>
            <p:nvPr/>
          </p:nvSpPr>
          <p:spPr>
            <a:xfrm>
              <a:off x="598170" y="1547812"/>
              <a:ext cx="3807533"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마치면 실습 준비가 끝난다</a:t>
              </a:r>
            </a:p>
          </p:txBody>
        </p:sp>
      </p:grpSp>
      <p:sp>
        <p:nvSpPr>
          <p:cNvPr id="6" name="Line 6"/>
          <p:cNvSpPr/>
          <p:nvPr/>
        </p:nvSpPr>
        <p:spPr>
          <a:xfrm>
            <a:off x="1333500" y="2428875"/>
            <a:ext cx="9525" cy="3333750"/>
          </a:xfrm>
          <a:custGeom>
            <a:avLst/>
            <a:gdLst/>
            <a:ahLst/>
            <a:cxnLst/>
            <a:rect l="l" t="t" r="r" b="b"/>
            <a:pathLst>
              <a:path w="9525" h="3333750">
                <a:moveTo>
                  <a:pt x="0" y="0"/>
                </a:moveTo>
                <a:lnTo>
                  <a:pt x="0" y="3333750"/>
                </a:lnTo>
              </a:path>
            </a:pathLst>
          </a:custGeom>
          <a:noFill/>
          <a:ln w="38100" cap="rnd">
            <a:gradFill>
              <a:gsLst>
                <a:gs pos="0">
                  <a:srgbClr val="1565C0"/>
                </a:gs>
                <a:gs pos="100000">
                  <a:srgbClr val="0D47A1"/>
                </a:gs>
              </a:gsLst>
              <a:lin ang="5400000" scaled="1"/>
            </a:gradFill>
          </a:ln>
        </p:spPr>
      </p:sp>
      <p:grpSp>
        <p:nvGrpSpPr>
          <p:cNvPr id="13" name="Group 13"/>
          <p:cNvGrpSpPr/>
          <p:nvPr/>
        </p:nvGrpSpPr>
        <p:grpSpPr>
          <a:xfrm>
            <a:off x="1085850" y="2409825"/>
            <a:ext cx="10496550" cy="642176"/>
            <a:chOff x="1085850" y="2409825"/>
            <a:chExt cx="10496550" cy="642176"/>
          </a:xfrm>
        </p:grpSpPr>
        <p:sp>
          <p:nvSpPr>
            <p:cNvPr id="7" name="Ellipse 7"/>
            <p:cNvSpPr/>
            <p:nvPr/>
          </p:nvSpPr>
          <p:spPr>
            <a:xfrm>
              <a:off x="1085850" y="2466975"/>
              <a:ext cx="495300" cy="495300"/>
            </a:xfrm>
            <a:prstGeom prst="ellipse">
              <a:avLst/>
            </a:prstGeom>
            <a:solidFill>
              <a:srgbClr val="1565C0"/>
            </a:solidFill>
            <a:ln>
              <a:noFill/>
            </a:ln>
          </p:spPr>
        </p:sp>
        <p:sp>
          <p:nvSpPr>
            <p:cNvPr id="8" name="TextBox 8"/>
            <p:cNvSpPr txBox="1"/>
            <p:nvPr/>
          </p:nvSpPr>
          <p:spPr>
            <a:xfrm>
              <a:off x="1274165" y="26355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Pretendard"/>
                  <a:ea typeface="Pretendard"/>
                  <a:cs typeface="Pretendard"/>
                </a:rPr>
                <a:t>1</a:t>
              </a:r>
            </a:p>
          </p:txBody>
        </p:sp>
        <p:sp>
          <p:nvSpPr>
            <p:cNvPr id="9" name="Rectangle 9"/>
            <p:cNvSpPr/>
            <p:nvPr/>
          </p:nvSpPr>
          <p:spPr>
            <a:xfrm>
              <a:off x="1905000" y="2409825"/>
              <a:ext cx="9677400" cy="609600"/>
            </a:xfrm>
            <a:prstGeom prst="roundRect">
              <a:avLst>
                <a:gd name="adj" fmla="val 18750"/>
              </a:avLst>
            </a:prstGeom>
            <a:solidFill>
              <a:srgbClr val="F4F7FB"/>
            </a:solidFill>
            <a:ln>
              <a:noFill/>
            </a:ln>
          </p:spPr>
        </p:sp>
        <p:sp>
          <p:nvSpPr>
            <p:cNvPr id="10" name="Rectangle 10"/>
            <p:cNvSpPr/>
            <p:nvPr/>
          </p:nvSpPr>
          <p:spPr>
            <a:xfrm>
              <a:off x="1905000" y="2409825"/>
              <a:ext cx="57150" cy="609600"/>
            </a:xfrm>
            <a:prstGeom prst="roundRect">
              <a:avLst>
                <a:gd name="adj" fmla="val 50000"/>
              </a:avLst>
            </a:prstGeom>
            <a:solidFill>
              <a:srgbClr val="1565C0"/>
            </a:solidFill>
            <a:ln>
              <a:noFill/>
            </a:ln>
          </p:spPr>
        </p:sp>
        <p:sp>
          <p:nvSpPr>
            <p:cNvPr id="11" name="TextBox 11"/>
            <p:cNvSpPr txBox="1"/>
            <p:nvPr/>
          </p:nvSpPr>
          <p:spPr>
            <a:xfrm>
              <a:off x="2162556" y="2491740"/>
              <a:ext cx="781583"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이메일</a:t>
              </a:r>
            </a:p>
          </p:txBody>
        </p:sp>
        <p:sp>
          <p:nvSpPr>
            <p:cNvPr id="12" name="TextBox 12"/>
            <p:cNvSpPr txBox="1"/>
            <p:nvPr/>
          </p:nvSpPr>
          <p:spPr>
            <a:xfrm>
              <a:off x="2164842" y="2787968"/>
              <a:ext cx="2271498"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GitHub·Claude 가입용 준비</a:t>
              </a:r>
            </a:p>
          </p:txBody>
        </p:sp>
      </p:grpSp>
      <p:grpSp>
        <p:nvGrpSpPr>
          <p:cNvPr id="20" name="Group 20"/>
          <p:cNvGrpSpPr/>
          <p:nvPr/>
        </p:nvGrpSpPr>
        <p:grpSpPr>
          <a:xfrm>
            <a:off x="1085850" y="3305175"/>
            <a:ext cx="10496550" cy="642176"/>
            <a:chOff x="1085850" y="3305175"/>
            <a:chExt cx="10496550" cy="642176"/>
          </a:xfrm>
        </p:grpSpPr>
        <p:sp>
          <p:nvSpPr>
            <p:cNvPr id="14" name="Ellipse 14"/>
            <p:cNvSpPr/>
            <p:nvPr/>
          </p:nvSpPr>
          <p:spPr>
            <a:xfrm>
              <a:off x="1085850" y="3362325"/>
              <a:ext cx="495300" cy="495300"/>
            </a:xfrm>
            <a:prstGeom prst="ellipse">
              <a:avLst/>
            </a:prstGeom>
            <a:solidFill>
              <a:srgbClr val="1565C0"/>
            </a:solidFill>
            <a:ln>
              <a:noFill/>
            </a:ln>
          </p:spPr>
        </p:sp>
        <p:sp>
          <p:nvSpPr>
            <p:cNvPr id="15" name="TextBox 15"/>
            <p:cNvSpPr txBox="1"/>
            <p:nvPr/>
          </p:nvSpPr>
          <p:spPr>
            <a:xfrm>
              <a:off x="1274165" y="353091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Pretendard"/>
                  <a:ea typeface="Pretendard"/>
                  <a:cs typeface="Pretendard"/>
                </a:rPr>
                <a:t>2</a:t>
              </a:r>
            </a:p>
          </p:txBody>
        </p:sp>
        <p:sp>
          <p:nvSpPr>
            <p:cNvPr id="16" name="Rectangle 16"/>
            <p:cNvSpPr/>
            <p:nvPr/>
          </p:nvSpPr>
          <p:spPr>
            <a:xfrm>
              <a:off x="1905000" y="3305175"/>
              <a:ext cx="9677400" cy="609600"/>
            </a:xfrm>
            <a:prstGeom prst="roundRect">
              <a:avLst>
                <a:gd name="adj" fmla="val 18750"/>
              </a:avLst>
            </a:prstGeom>
            <a:solidFill>
              <a:srgbClr val="F4F7FB"/>
            </a:solidFill>
            <a:ln>
              <a:noFill/>
            </a:ln>
          </p:spPr>
        </p:sp>
        <p:sp>
          <p:nvSpPr>
            <p:cNvPr id="17" name="Rectangle 17"/>
            <p:cNvSpPr/>
            <p:nvPr/>
          </p:nvSpPr>
          <p:spPr>
            <a:xfrm>
              <a:off x="1905000" y="3305175"/>
              <a:ext cx="57150" cy="609600"/>
            </a:xfrm>
            <a:prstGeom prst="roundRect">
              <a:avLst>
                <a:gd name="adj" fmla="val 50000"/>
              </a:avLst>
            </a:prstGeom>
            <a:solidFill>
              <a:srgbClr val="1565C0"/>
            </a:solidFill>
            <a:ln>
              <a:noFill/>
            </a:ln>
          </p:spPr>
        </p:sp>
        <p:sp>
          <p:nvSpPr>
            <p:cNvPr id="18" name="TextBox 18"/>
            <p:cNvSpPr txBox="1"/>
            <p:nvPr/>
          </p:nvSpPr>
          <p:spPr>
            <a:xfrm>
              <a:off x="2162556" y="3387090"/>
              <a:ext cx="1405181"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GitHub 계정</a:t>
              </a:r>
            </a:p>
          </p:txBody>
        </p:sp>
        <p:sp>
          <p:nvSpPr>
            <p:cNvPr id="19" name="TextBox 19"/>
            <p:cNvSpPr txBox="1"/>
            <p:nvPr/>
          </p:nvSpPr>
          <p:spPr>
            <a:xfrm>
              <a:off x="2164842" y="3683318"/>
              <a:ext cx="2485751"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Claude Code 파일 저장소 역할</a:t>
              </a:r>
            </a:p>
          </p:txBody>
        </p:sp>
      </p:grpSp>
      <p:grpSp>
        <p:nvGrpSpPr>
          <p:cNvPr id="27" name="Group 27"/>
          <p:cNvGrpSpPr/>
          <p:nvPr/>
        </p:nvGrpSpPr>
        <p:grpSpPr>
          <a:xfrm>
            <a:off x="1085850" y="4200525"/>
            <a:ext cx="10496550" cy="642176"/>
            <a:chOff x="1085850" y="4200525"/>
            <a:chExt cx="10496550" cy="642176"/>
          </a:xfrm>
        </p:grpSpPr>
        <p:sp>
          <p:nvSpPr>
            <p:cNvPr id="21" name="Ellipse 21"/>
            <p:cNvSpPr/>
            <p:nvPr/>
          </p:nvSpPr>
          <p:spPr>
            <a:xfrm>
              <a:off x="1085850" y="4257675"/>
              <a:ext cx="495300" cy="495300"/>
            </a:xfrm>
            <a:prstGeom prst="ellipse">
              <a:avLst/>
            </a:prstGeom>
            <a:solidFill>
              <a:srgbClr val="1565C0"/>
            </a:solidFill>
            <a:ln>
              <a:noFill/>
            </a:ln>
          </p:spPr>
        </p:sp>
        <p:sp>
          <p:nvSpPr>
            <p:cNvPr id="22" name="TextBox 22"/>
            <p:cNvSpPr txBox="1"/>
            <p:nvPr/>
          </p:nvSpPr>
          <p:spPr>
            <a:xfrm>
              <a:off x="1274165" y="44262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Pretendard"/>
                  <a:ea typeface="Pretendard"/>
                  <a:cs typeface="Pretendard"/>
                </a:rPr>
                <a:t>3</a:t>
              </a:r>
            </a:p>
          </p:txBody>
        </p:sp>
        <p:sp>
          <p:nvSpPr>
            <p:cNvPr id="23" name="Rectangle 23"/>
            <p:cNvSpPr/>
            <p:nvPr/>
          </p:nvSpPr>
          <p:spPr>
            <a:xfrm>
              <a:off x="1905000" y="4200525"/>
              <a:ext cx="9677400" cy="609600"/>
            </a:xfrm>
            <a:prstGeom prst="roundRect">
              <a:avLst>
                <a:gd name="adj" fmla="val 18750"/>
              </a:avLst>
            </a:prstGeom>
            <a:solidFill>
              <a:srgbClr val="F4F7FB"/>
            </a:solidFill>
            <a:ln>
              <a:noFill/>
            </a:ln>
          </p:spPr>
        </p:sp>
        <p:sp>
          <p:nvSpPr>
            <p:cNvPr id="24" name="Rectangle 24"/>
            <p:cNvSpPr/>
            <p:nvPr/>
          </p:nvSpPr>
          <p:spPr>
            <a:xfrm>
              <a:off x="1905000" y="4200525"/>
              <a:ext cx="57150" cy="609600"/>
            </a:xfrm>
            <a:prstGeom prst="roundRect">
              <a:avLst>
                <a:gd name="adj" fmla="val 50000"/>
              </a:avLst>
            </a:prstGeom>
            <a:solidFill>
              <a:srgbClr val="1565C0"/>
            </a:solidFill>
            <a:ln>
              <a:noFill/>
            </a:ln>
          </p:spPr>
        </p:sp>
        <p:sp>
          <p:nvSpPr>
            <p:cNvPr id="25" name="TextBox 25"/>
            <p:cNvSpPr txBox="1"/>
            <p:nvPr/>
          </p:nvSpPr>
          <p:spPr>
            <a:xfrm>
              <a:off x="2162556" y="4282440"/>
              <a:ext cx="2491557"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Claude Pro 이상 플랜</a:t>
              </a:r>
            </a:p>
          </p:txBody>
        </p:sp>
        <p:sp>
          <p:nvSpPr>
            <p:cNvPr id="26" name="TextBox 26"/>
            <p:cNvSpPr txBox="1"/>
            <p:nvPr/>
          </p:nvSpPr>
          <p:spPr>
            <a:xfrm>
              <a:off x="2164842" y="4578668"/>
              <a:ext cx="2669545"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브라우저 Claude Code 사용 자격</a:t>
              </a:r>
            </a:p>
          </p:txBody>
        </p:sp>
      </p:grpSp>
      <p:grpSp>
        <p:nvGrpSpPr>
          <p:cNvPr id="34" name="Group 34"/>
          <p:cNvGrpSpPr/>
          <p:nvPr/>
        </p:nvGrpSpPr>
        <p:grpSpPr>
          <a:xfrm>
            <a:off x="1066800" y="5095875"/>
            <a:ext cx="10515600" cy="685800"/>
            <a:chOff x="1066800" y="5095875"/>
            <a:chExt cx="10515600" cy="685800"/>
          </a:xfrm>
        </p:grpSpPr>
        <p:sp>
          <p:nvSpPr>
            <p:cNvPr id="28" name="Ellipse 28"/>
            <p:cNvSpPr/>
            <p:nvPr/>
          </p:nvSpPr>
          <p:spPr>
            <a:xfrm>
              <a:off x="1066800" y="5172075"/>
              <a:ext cx="533400" cy="533400"/>
            </a:xfrm>
            <a:prstGeom prst="ellipse">
              <a:avLst/>
            </a:prstGeom>
            <a:solidFill>
              <a:srgbClr val="0D47A1"/>
            </a:solidFill>
            <a:ln>
              <a:noFill/>
            </a:ln>
          </p:spPr>
        </p:sp>
        <p:sp>
          <p:nvSpPr>
            <p:cNvPr id="29" name="TextBox 29"/>
            <p:cNvSpPr txBox="1"/>
            <p:nvPr/>
          </p:nvSpPr>
          <p:spPr>
            <a:xfrm>
              <a:off x="1274165" y="535971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Pretendard"/>
                  <a:ea typeface="Pretendard"/>
                  <a:cs typeface="Pretendard"/>
                </a:rPr>
                <a:t>4</a:t>
              </a:r>
            </a:p>
          </p:txBody>
        </p:sp>
        <p:sp>
          <p:nvSpPr>
            <p:cNvPr id="30" name="Rectangle 30"/>
            <p:cNvSpPr/>
            <p:nvPr/>
          </p:nvSpPr>
          <p:spPr>
            <a:xfrm>
              <a:off x="1905000" y="5095875"/>
              <a:ext cx="9677400" cy="685800"/>
            </a:xfrm>
            <a:prstGeom prst="roundRect">
              <a:avLst>
                <a:gd name="adj" fmla="val 16667"/>
              </a:avLst>
            </a:prstGeom>
            <a:solidFill>
              <a:srgbClr val="0D47A1">
                <a:alpha val="8000"/>
              </a:srgbClr>
            </a:solidFill>
            <a:ln>
              <a:noFill/>
            </a:ln>
          </p:spPr>
        </p:sp>
        <p:sp>
          <p:nvSpPr>
            <p:cNvPr id="31" name="Rectangle 31"/>
            <p:cNvSpPr/>
            <p:nvPr/>
          </p:nvSpPr>
          <p:spPr>
            <a:xfrm>
              <a:off x="1905000" y="5095875"/>
              <a:ext cx="57150" cy="685800"/>
            </a:xfrm>
            <a:prstGeom prst="roundRect">
              <a:avLst>
                <a:gd name="adj" fmla="val 50000"/>
              </a:avLst>
            </a:prstGeom>
            <a:solidFill>
              <a:srgbClr val="0D47A1"/>
            </a:solidFill>
            <a:ln>
              <a:noFill/>
            </a:ln>
          </p:spPr>
        </p:sp>
        <p:sp>
          <p:nvSpPr>
            <p:cNvPr id="32" name="TextBox 32"/>
            <p:cNvSpPr txBox="1"/>
            <p:nvPr/>
          </p:nvSpPr>
          <p:spPr>
            <a:xfrm>
              <a:off x="2162556" y="5215890"/>
              <a:ext cx="4409237"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claude.ai/code에서 GitHub 연동 완료</a:t>
              </a:r>
            </a:p>
          </p:txBody>
        </p:sp>
        <p:sp>
          <p:nvSpPr>
            <p:cNvPr id="33" name="TextBox 33"/>
            <p:cNvSpPr txBox="1"/>
            <p:nvPr/>
          </p:nvSpPr>
          <p:spPr>
            <a:xfrm>
              <a:off x="2164842" y="5512118"/>
              <a:ext cx="2977902"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Connect GitHub 버튼으로 권한 승인</a:t>
              </a:r>
            </a:p>
          </p:txBody>
        </p:sp>
      </p:grpSp>
      <p:grpSp>
        <p:nvGrpSpPr>
          <p:cNvPr id="40" name="Group 40"/>
          <p:cNvGrpSpPr/>
          <p:nvPr/>
        </p:nvGrpSpPr>
        <p:grpSpPr>
          <a:xfrm>
            <a:off x="1905000" y="6191250"/>
            <a:ext cx="3429000" cy="400050"/>
            <a:chOff x="1905000" y="6191250"/>
            <a:chExt cx="3429000" cy="400050"/>
          </a:xfrm>
        </p:grpSpPr>
        <p:sp>
          <p:nvSpPr>
            <p:cNvPr id="35" name="Rectangle 35"/>
            <p:cNvSpPr/>
            <p:nvPr/>
          </p:nvSpPr>
          <p:spPr>
            <a:xfrm>
              <a:off x="1905000" y="6191250"/>
              <a:ext cx="3429000" cy="400050"/>
            </a:xfrm>
            <a:prstGeom prst="roundRect">
              <a:avLst>
                <a:gd name="adj" fmla="val 50000"/>
              </a:avLst>
            </a:prstGeom>
            <a:solidFill>
              <a:srgbClr val="F4F7FB"/>
            </a:solidFill>
            <a:ln>
              <a:noFill/>
            </a:ln>
          </p:spPr>
        </p:sp>
        <p:grpSp>
          <p:nvGrpSpPr>
            <p:cNvPr id="38" name="Group 38"/>
            <p:cNvGrpSpPr/>
            <p:nvPr/>
          </p:nvGrpSpPr>
          <p:grpSpPr>
            <a:xfrm>
              <a:off x="2081212" y="6319837"/>
              <a:ext cx="142875" cy="142875"/>
              <a:chOff x="2081212" y="6319837"/>
              <a:chExt cx="142875" cy="142875"/>
            </a:xfrm>
          </p:grpSpPr>
          <p:sp>
            <p:nvSpPr>
              <p:cNvPr id="36" name="Freeform 36"/>
              <p:cNvSpPr/>
              <p:nvPr/>
            </p:nvSpPr>
            <p:spPr>
              <a:xfrm>
                <a:off x="2081212" y="6319837"/>
                <a:ext cx="142875" cy="142875"/>
              </a:xfrm>
              <a:custGeom>
                <a:avLst/>
                <a:gdLst/>
                <a:ahLst/>
                <a:cxnLst/>
                <a:rect l="l" t="t" r="r" b="b"/>
                <a:pathLst>
                  <a:path w="142875" h="142875">
                    <a:moveTo>
                      <a:pt x="0" y="71437"/>
                    </a:moveTo>
                    <a:cubicBezTo>
                      <a:pt x="0" y="110891"/>
                      <a:pt x="31984" y="142875"/>
                      <a:pt x="71437" y="142875"/>
                    </a:cubicBezTo>
                    <a:cubicBezTo>
                      <a:pt x="110891" y="142875"/>
                      <a:pt x="142875" y="110891"/>
                      <a:pt x="142875" y="71437"/>
                    </a:cubicBezTo>
                    <a:cubicBezTo>
                      <a:pt x="142875" y="31984"/>
                      <a:pt x="110891" y="0"/>
                      <a:pt x="71437" y="0"/>
                    </a:cubicBezTo>
                    <a:cubicBezTo>
                      <a:pt x="31984" y="0"/>
                      <a:pt x="0" y="31984"/>
                      <a:pt x="0" y="71437"/>
                    </a:cubicBezTo>
                  </a:path>
                </a:pathLst>
              </a:custGeom>
              <a:noFill/>
              <a:ln w="15875">
                <a:solidFill>
                  <a:srgbClr val="2E7D32"/>
                </a:solidFill>
              </a:ln>
            </p:spPr>
          </p:sp>
          <p:sp>
            <p:nvSpPr>
              <p:cNvPr id="37" name="Freeform 37"/>
              <p:cNvSpPr/>
              <p:nvPr/>
            </p:nvSpPr>
            <p:spPr>
              <a:xfrm>
                <a:off x="2128837" y="6375400"/>
                <a:ext cx="47625" cy="31750"/>
              </a:xfrm>
              <a:custGeom>
                <a:avLst/>
                <a:gdLst/>
                <a:ahLst/>
                <a:cxnLst/>
                <a:rect l="l" t="t" r="r" b="b"/>
                <a:pathLst>
                  <a:path w="47625" h="31750">
                    <a:moveTo>
                      <a:pt x="0" y="15875"/>
                    </a:moveTo>
                    <a:lnTo>
                      <a:pt x="15875" y="31750"/>
                    </a:lnTo>
                    <a:lnTo>
                      <a:pt x="47625" y="0"/>
                    </a:lnTo>
                  </a:path>
                </a:pathLst>
              </a:custGeom>
              <a:noFill/>
              <a:ln w="15875">
                <a:solidFill>
                  <a:srgbClr val="2E7D32"/>
                </a:solidFill>
              </a:ln>
            </p:spPr>
          </p:sp>
        </p:grpSp>
        <p:sp>
          <p:nvSpPr>
            <p:cNvPr id="39" name="TextBox 39"/>
            <p:cNvSpPr txBox="1"/>
            <p:nvPr/>
          </p:nvSpPr>
          <p:spPr>
            <a:xfrm>
              <a:off x="2336292" y="6293168"/>
              <a:ext cx="2149126"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이 준비는 최초 1회만 필요</a:t>
              </a:r>
            </a:p>
          </p:txBody>
        </p:sp>
      </p:grpSp>
      <p:sp>
        <p:nvSpPr>
          <p:cNvPr id="41" name="TextBox 41"/>
          <p:cNvSpPr txBox="1"/>
          <p:nvPr/>
        </p:nvSpPr>
        <p:spPr>
          <a:xfrm>
            <a:off x="11123981" y="6442710"/>
            <a:ext cx="464515" cy="234696"/>
          </a:xfrm>
          <a:prstGeom prst="rect">
            <a:avLst/>
          </a:prstGeom>
          <a:noFill/>
          <a:ln>
            <a:noFill/>
          </a:ln>
        </p:spPr>
        <p:txBody>
          <a:bodyPr wrap="none" lIns="0" tIns="0" rIns="0" bIns="0" anchor="t" anchorCtr="0">
            <a:spAutoFit/>
          </a:bodyPr>
          <a:lstStyle/>
          <a:p>
            <a:pPr algn="r"/>
            <a:r>
              <a:rPr lang="en-US" sz="1200" dirty="0">
                <a:solidFill>
                  <a:srgbClr val="94A3B3"/>
                </a:solidFill>
                <a:latin typeface="Pretendard"/>
                <a:ea typeface="Pretendard"/>
                <a:cs typeface="Pretendard"/>
              </a:rPr>
              <a:t>5 / 14</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6713695" cy="1318259"/>
            <a:chOff x="593598" y="669608"/>
            <a:chExt cx="6713695" cy="1318259"/>
          </a:xfrm>
        </p:grpSpPr>
        <p:sp>
          <p:nvSpPr>
            <p:cNvPr id="2" name="TextBox 2"/>
            <p:cNvSpPr txBox="1"/>
            <p:nvPr/>
          </p:nvSpPr>
          <p:spPr>
            <a:xfrm>
              <a:off x="593598" y="669608"/>
              <a:ext cx="6713695" cy="616077"/>
            </a:xfrm>
            <a:prstGeom prst="rect">
              <a:avLst/>
            </a:prstGeom>
            <a:noFill/>
            <a:ln>
              <a:noFill/>
            </a:ln>
          </p:spPr>
          <p:txBody>
            <a:bodyPr wrap="none" lIns="0" tIns="0" rIns="0" bIns="0" anchor="t" anchorCtr="0">
              <a:spAutoFit/>
            </a:bodyPr>
            <a:lstStyle/>
            <a:p>
              <a:pPr algn="l"/>
              <a:r>
                <a:rPr lang="ko-KR" sz="3150" b="1" dirty="0">
                  <a:solidFill>
                    <a:srgbClr val="1D2733"/>
                  </a:solidFill>
                  <a:latin typeface="Pretendard ExtraBold"/>
                  <a:ea typeface="Pretendard ExtraBold"/>
                  <a:cs typeface="Pretendard ExtraBold"/>
                </a:rPr>
                <a:t>저장소 준비: slide-master Fork</a:t>
              </a:r>
            </a:p>
          </p:txBody>
        </p:sp>
        <p:sp>
          <p:nvSpPr>
            <p:cNvPr id="3" name="TextBox 3"/>
            <p:cNvSpPr txBox="1"/>
            <p:nvPr/>
          </p:nvSpPr>
          <p:spPr>
            <a:xfrm>
              <a:off x="598170" y="1185862"/>
              <a:ext cx="6216114"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초보자는 slide-master 저장소를 Fork해서</a:t>
              </a:r>
            </a:p>
          </p:txBody>
        </p:sp>
        <p:sp>
          <p:nvSpPr>
            <p:cNvPr id="4" name="TextBox 4"/>
            <p:cNvSpPr txBox="1"/>
            <p:nvPr/>
          </p:nvSpPr>
          <p:spPr>
            <a:xfrm>
              <a:off x="598170" y="1547812"/>
              <a:ext cx="4443613"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오늘 실습용 저장소로 사용한다</a:t>
              </a:r>
            </a:p>
          </p:txBody>
        </p:sp>
      </p:grpSp>
      <p:sp>
        <p:nvSpPr>
          <p:cNvPr id="6" name="Line 6"/>
          <p:cNvSpPr/>
          <p:nvPr/>
        </p:nvSpPr>
        <p:spPr>
          <a:xfrm>
            <a:off x="2324100" y="2857500"/>
            <a:ext cx="685800" cy="1"/>
          </a:xfrm>
          <a:prstGeom prst="line">
            <a:avLst/>
          </a:prstGeom>
          <a:noFill/>
          <a:ln w="23812">
            <a:solidFill>
              <a:srgbClr val="94A3B3"/>
            </a:solidFill>
            <a:tailEnd type="triangle" w="lg" len="lg"/>
          </a:ln>
        </p:spPr>
      </p:sp>
      <p:sp>
        <p:nvSpPr>
          <p:cNvPr id="7" name="Line 7"/>
          <p:cNvSpPr/>
          <p:nvPr/>
        </p:nvSpPr>
        <p:spPr>
          <a:xfrm>
            <a:off x="6057900" y="2857500"/>
            <a:ext cx="685800" cy="1"/>
          </a:xfrm>
          <a:prstGeom prst="line">
            <a:avLst/>
          </a:prstGeom>
          <a:noFill/>
          <a:ln w="23812">
            <a:solidFill>
              <a:srgbClr val="94A3B3"/>
            </a:solidFill>
            <a:tailEnd type="triangle" w="lg" len="lg"/>
          </a:ln>
        </p:spPr>
      </p:sp>
      <p:grpSp>
        <p:nvGrpSpPr>
          <p:cNvPr id="15" name="Group 15"/>
          <p:cNvGrpSpPr/>
          <p:nvPr/>
        </p:nvGrpSpPr>
        <p:grpSpPr>
          <a:xfrm>
            <a:off x="609600" y="2514600"/>
            <a:ext cx="3429000" cy="3009900"/>
            <a:chOff x="609600" y="2514600"/>
            <a:chExt cx="3429000" cy="3009900"/>
          </a:xfrm>
        </p:grpSpPr>
        <p:sp>
          <p:nvSpPr>
            <p:cNvPr id="8" name="Ellipse 8"/>
            <p:cNvSpPr/>
            <p:nvPr/>
          </p:nvSpPr>
          <p:spPr>
            <a:xfrm>
              <a:off x="1981200" y="2514600"/>
              <a:ext cx="685800" cy="685800"/>
            </a:xfrm>
            <a:prstGeom prst="ellipse">
              <a:avLst/>
            </a:prstGeom>
            <a:solidFill>
              <a:srgbClr val="1565C0"/>
            </a:solidFill>
            <a:ln>
              <a:noFill/>
            </a:ln>
          </p:spPr>
        </p:sp>
        <p:sp>
          <p:nvSpPr>
            <p:cNvPr id="9" name="TextBox 9"/>
            <p:cNvSpPr txBox="1"/>
            <p:nvPr/>
          </p:nvSpPr>
          <p:spPr>
            <a:xfrm>
              <a:off x="2244987" y="2748915"/>
              <a:ext cx="158225"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Pretendard ExtraBold"/>
                  <a:ea typeface="Pretendard ExtraBold"/>
                  <a:cs typeface="Pretendard ExtraBold"/>
                </a:rPr>
                <a:t>1</a:t>
              </a:r>
            </a:p>
          </p:txBody>
        </p:sp>
        <p:sp>
          <p:nvSpPr>
            <p:cNvPr id="10" name="Rectangle 10"/>
            <p:cNvSpPr/>
            <p:nvPr/>
          </p:nvSpPr>
          <p:spPr>
            <a:xfrm>
              <a:off x="609600" y="3429000"/>
              <a:ext cx="3429000" cy="2095500"/>
            </a:xfrm>
            <a:prstGeom prst="roundRect">
              <a:avLst>
                <a:gd name="adj" fmla="val 6364"/>
              </a:avLst>
            </a:prstGeom>
            <a:solidFill>
              <a:srgbClr val="F4F7FB"/>
            </a:solidFill>
            <a:ln>
              <a:noFill/>
            </a:ln>
          </p:spPr>
        </p:sp>
        <p:sp>
          <p:nvSpPr>
            <p:cNvPr id="11" name="Freeform 11"/>
            <p:cNvSpPr/>
            <p:nvPr/>
          </p:nvSpPr>
          <p:spPr>
            <a:xfrm>
              <a:off x="952500" y="3769360"/>
              <a:ext cx="215899" cy="231139"/>
            </a:xfrm>
            <a:custGeom>
              <a:avLst/>
              <a:gdLst/>
              <a:ahLst/>
              <a:cxnLst/>
              <a:rect l="l" t="t" r="r" b="b"/>
              <a:pathLst>
                <a:path w="215899" h="231139">
                  <a:moveTo>
                    <a:pt x="76200" y="205739"/>
                  </a:moveTo>
                  <a:cubicBezTo>
                    <a:pt x="21590" y="223519"/>
                    <a:pt x="21590" y="173990"/>
                    <a:pt x="0" y="167640"/>
                  </a:cubicBezTo>
                  <a:moveTo>
                    <a:pt x="152400" y="231139"/>
                  </a:moveTo>
                  <a:lnTo>
                    <a:pt x="152400" y="186690"/>
                  </a:lnTo>
                  <a:cubicBezTo>
                    <a:pt x="152400" y="173990"/>
                    <a:pt x="153670" y="168910"/>
                    <a:pt x="146050" y="161290"/>
                  </a:cubicBezTo>
                  <a:cubicBezTo>
                    <a:pt x="181610" y="157480"/>
                    <a:pt x="215899" y="143510"/>
                    <a:pt x="215899" y="85090"/>
                  </a:cubicBezTo>
                  <a:cubicBezTo>
                    <a:pt x="215884" y="69913"/>
                    <a:pt x="209963" y="55338"/>
                    <a:pt x="199390" y="44450"/>
                  </a:cubicBezTo>
                  <a:cubicBezTo>
                    <a:pt x="204348" y="31267"/>
                    <a:pt x="203892" y="16658"/>
                    <a:pt x="198120" y="3810"/>
                  </a:cubicBezTo>
                  <a:cubicBezTo>
                    <a:pt x="198120" y="3810"/>
                    <a:pt x="184150" y="0"/>
                    <a:pt x="153670" y="20320"/>
                  </a:cubicBezTo>
                  <a:cubicBezTo>
                    <a:pt x="127854" y="13596"/>
                    <a:pt x="100746" y="13596"/>
                    <a:pt x="74930" y="20320"/>
                  </a:cubicBezTo>
                  <a:cubicBezTo>
                    <a:pt x="44450" y="0"/>
                    <a:pt x="30480" y="3810"/>
                    <a:pt x="30480" y="3810"/>
                  </a:cubicBezTo>
                  <a:cubicBezTo>
                    <a:pt x="24708" y="16658"/>
                    <a:pt x="24251" y="31267"/>
                    <a:pt x="29210" y="44450"/>
                  </a:cubicBezTo>
                  <a:cubicBezTo>
                    <a:pt x="18637" y="55338"/>
                    <a:pt x="12715" y="69913"/>
                    <a:pt x="12700" y="85090"/>
                  </a:cubicBezTo>
                  <a:cubicBezTo>
                    <a:pt x="12700" y="143510"/>
                    <a:pt x="46990" y="157480"/>
                    <a:pt x="82550" y="161290"/>
                  </a:cubicBezTo>
                  <a:cubicBezTo>
                    <a:pt x="74930" y="168910"/>
                    <a:pt x="74930" y="176530"/>
                    <a:pt x="76200" y="186690"/>
                  </a:cubicBezTo>
                  <a:lnTo>
                    <a:pt x="76200" y="231139"/>
                  </a:lnTo>
                </a:path>
              </a:pathLst>
            </a:custGeom>
            <a:noFill/>
            <a:ln w="25400">
              <a:solidFill>
                <a:srgbClr val="1565C0"/>
              </a:solidFill>
            </a:ln>
          </p:spPr>
        </p:sp>
        <p:sp>
          <p:nvSpPr>
            <p:cNvPr id="12" name="TextBox 12"/>
            <p:cNvSpPr txBox="1"/>
            <p:nvPr/>
          </p:nvSpPr>
          <p:spPr>
            <a:xfrm>
              <a:off x="905256" y="4206240"/>
              <a:ext cx="1179433"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Fork 클릭</a:t>
              </a:r>
            </a:p>
          </p:txBody>
        </p:sp>
        <p:sp>
          <p:nvSpPr>
            <p:cNvPr id="13" name="TextBox 13"/>
            <p:cNvSpPr txBox="1"/>
            <p:nvPr/>
          </p:nvSpPr>
          <p:spPr>
            <a:xfrm>
              <a:off x="907542" y="4559618"/>
              <a:ext cx="1758391"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slide-master 저장소</a:t>
              </a:r>
            </a:p>
          </p:txBody>
        </p:sp>
        <p:sp>
          <p:nvSpPr>
            <p:cNvPr id="14" name="TextBox 14"/>
            <p:cNvSpPr txBox="1"/>
            <p:nvPr/>
          </p:nvSpPr>
          <p:spPr>
            <a:xfrm>
              <a:off x="907542" y="4807268"/>
              <a:ext cx="1875234"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우상단 Fork 버튼 클릭</a:t>
              </a:r>
            </a:p>
          </p:txBody>
        </p:sp>
      </p:grpSp>
      <p:grpSp>
        <p:nvGrpSpPr>
          <p:cNvPr id="25" name="Group 25"/>
          <p:cNvGrpSpPr/>
          <p:nvPr/>
        </p:nvGrpSpPr>
        <p:grpSpPr>
          <a:xfrm>
            <a:off x="4343400" y="2514600"/>
            <a:ext cx="3429000" cy="3009900"/>
            <a:chOff x="4343400" y="2514600"/>
            <a:chExt cx="3429000" cy="3009900"/>
          </a:xfrm>
        </p:grpSpPr>
        <p:sp>
          <p:nvSpPr>
            <p:cNvPr id="16" name="Ellipse 16"/>
            <p:cNvSpPr/>
            <p:nvPr/>
          </p:nvSpPr>
          <p:spPr>
            <a:xfrm>
              <a:off x="5715000" y="2514600"/>
              <a:ext cx="685800" cy="685800"/>
            </a:xfrm>
            <a:prstGeom prst="ellipse">
              <a:avLst/>
            </a:prstGeom>
            <a:solidFill>
              <a:srgbClr val="1565C0"/>
            </a:solidFill>
            <a:ln>
              <a:noFill/>
            </a:ln>
          </p:spPr>
        </p:sp>
        <p:sp>
          <p:nvSpPr>
            <p:cNvPr id="17" name="TextBox 17"/>
            <p:cNvSpPr txBox="1"/>
            <p:nvPr/>
          </p:nvSpPr>
          <p:spPr>
            <a:xfrm>
              <a:off x="5978787" y="2748915"/>
              <a:ext cx="158225"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Pretendard ExtraBold"/>
                  <a:ea typeface="Pretendard ExtraBold"/>
                  <a:cs typeface="Pretendard ExtraBold"/>
                </a:rPr>
                <a:t>2</a:t>
              </a:r>
            </a:p>
          </p:txBody>
        </p:sp>
        <p:sp>
          <p:nvSpPr>
            <p:cNvPr id="18" name="Rectangle 18"/>
            <p:cNvSpPr/>
            <p:nvPr/>
          </p:nvSpPr>
          <p:spPr>
            <a:xfrm>
              <a:off x="4343400" y="3429000"/>
              <a:ext cx="3429000" cy="2095500"/>
            </a:xfrm>
            <a:prstGeom prst="roundRect">
              <a:avLst>
                <a:gd name="adj" fmla="val 6364"/>
              </a:avLst>
            </a:prstGeom>
            <a:solidFill>
              <a:srgbClr val="F4F7FB"/>
            </a:solidFill>
            <a:ln>
              <a:noFill/>
            </a:ln>
          </p:spPr>
        </p:sp>
        <p:grpSp>
          <p:nvGrpSpPr>
            <p:cNvPr id="21" name="Group 21"/>
            <p:cNvGrpSpPr/>
            <p:nvPr/>
          </p:nvGrpSpPr>
          <p:grpSpPr>
            <a:xfrm>
              <a:off x="4686300" y="3771900"/>
              <a:ext cx="228599" cy="228599"/>
              <a:chOff x="4686300" y="3771900"/>
              <a:chExt cx="228599" cy="228599"/>
            </a:xfrm>
          </p:grpSpPr>
          <p:sp>
            <p:nvSpPr>
              <p:cNvPr id="19" name="Freeform 19"/>
              <p:cNvSpPr/>
              <p:nvPr/>
            </p:nvSpPr>
            <p:spPr>
              <a:xfrm>
                <a:off x="4686300" y="3771900"/>
                <a:ext cx="228599" cy="228599"/>
              </a:xfrm>
              <a:custGeom>
                <a:avLst/>
                <a:gdLst/>
                <a:ahLst/>
                <a:cxnLst/>
                <a:rect l="l" t="t" r="r" b="b"/>
                <a:pathLst>
                  <a:path w="228599" h="228599">
                    <a:moveTo>
                      <a:pt x="0" y="114300"/>
                    </a:moveTo>
                    <a:cubicBezTo>
                      <a:pt x="0" y="177426"/>
                      <a:pt x="51174" y="228599"/>
                      <a:pt x="114300" y="228599"/>
                    </a:cubicBezTo>
                    <a:cubicBezTo>
                      <a:pt x="177426" y="228599"/>
                      <a:pt x="228599" y="177426"/>
                      <a:pt x="228599" y="114300"/>
                    </a:cubicBezTo>
                    <a:cubicBezTo>
                      <a:pt x="228599" y="51174"/>
                      <a:pt x="177426" y="0"/>
                      <a:pt x="114300" y="0"/>
                    </a:cubicBezTo>
                    <a:cubicBezTo>
                      <a:pt x="51174" y="0"/>
                      <a:pt x="0" y="51174"/>
                      <a:pt x="0" y="114300"/>
                    </a:cubicBezTo>
                  </a:path>
                </a:pathLst>
              </a:custGeom>
              <a:noFill/>
              <a:ln w="25400">
                <a:solidFill>
                  <a:srgbClr val="1565C0"/>
                </a:solidFill>
              </a:ln>
            </p:spPr>
          </p:sp>
          <p:sp>
            <p:nvSpPr>
              <p:cNvPr id="20" name="Freeform 20"/>
              <p:cNvSpPr/>
              <p:nvPr/>
            </p:nvSpPr>
            <p:spPr>
              <a:xfrm>
                <a:off x="4762500" y="3860800"/>
                <a:ext cx="76200" cy="50800"/>
              </a:xfrm>
              <a:custGeom>
                <a:avLst/>
                <a:gdLst/>
                <a:ahLst/>
                <a:cxnLst/>
                <a:rect l="l" t="t" r="r" b="b"/>
                <a:pathLst>
                  <a:path w="76200" h="50800">
                    <a:moveTo>
                      <a:pt x="0" y="25400"/>
                    </a:moveTo>
                    <a:lnTo>
                      <a:pt x="25400" y="50800"/>
                    </a:lnTo>
                    <a:lnTo>
                      <a:pt x="76200" y="0"/>
                    </a:lnTo>
                  </a:path>
                </a:pathLst>
              </a:custGeom>
              <a:noFill/>
              <a:ln w="25400">
                <a:solidFill>
                  <a:srgbClr val="1565C0"/>
                </a:solidFill>
              </a:ln>
            </p:spPr>
          </p:sp>
        </p:grpSp>
        <p:sp>
          <p:nvSpPr>
            <p:cNvPr id="22" name="TextBox 22"/>
            <p:cNvSpPr txBox="1"/>
            <p:nvPr/>
          </p:nvSpPr>
          <p:spPr>
            <a:xfrm>
              <a:off x="4639056" y="4206240"/>
              <a:ext cx="2090851"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Create fork 클릭</a:t>
              </a:r>
            </a:p>
          </p:txBody>
        </p:sp>
        <p:sp>
          <p:nvSpPr>
            <p:cNvPr id="23" name="TextBox 23"/>
            <p:cNvSpPr txBox="1"/>
            <p:nvPr/>
          </p:nvSpPr>
          <p:spPr>
            <a:xfrm>
              <a:off x="4641342" y="4559618"/>
              <a:ext cx="2143567" cy="264033"/>
            </a:xfrm>
            <a:prstGeom prst="rect">
              <a:avLst/>
            </a:prstGeom>
            <a:noFill/>
            <a:ln>
              <a:noFill/>
            </a:ln>
          </p:spPr>
          <p:txBody>
            <a:bodyPr wrap="none" lIns="0" tIns="0" rIns="0" bIns="0" anchor="t" anchorCtr="0">
              <a:spAutoFit/>
            </a:bodyPr>
            <a:lstStyle/>
            <a:p>
              <a:pPr algn="l"/>
              <a:r>
                <a:rPr lang="en-US" sz="1350" dirty="0">
                  <a:solidFill>
                    <a:srgbClr val="5B6B7C"/>
                  </a:solidFill>
                  <a:latin typeface="Pretendard"/>
                  <a:ea typeface="Pretendard"/>
                  <a:cs typeface="Pretendard"/>
                </a:rPr>
                <a:t>Owner·Repository name</a:t>
              </a:r>
            </a:p>
          </p:txBody>
        </p:sp>
        <p:sp>
          <p:nvSpPr>
            <p:cNvPr id="24" name="TextBox 24"/>
            <p:cNvSpPr txBox="1"/>
            <p:nvPr/>
          </p:nvSpPr>
          <p:spPr>
            <a:xfrm>
              <a:off x="4641342" y="4807268"/>
              <a:ext cx="1031443"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확인 후 진행</a:t>
              </a:r>
            </a:p>
          </p:txBody>
        </p:sp>
      </p:grpSp>
      <p:grpSp>
        <p:nvGrpSpPr>
          <p:cNvPr id="39" name="Group 39"/>
          <p:cNvGrpSpPr/>
          <p:nvPr/>
        </p:nvGrpSpPr>
        <p:grpSpPr>
          <a:xfrm>
            <a:off x="8077200" y="2514600"/>
            <a:ext cx="3505200" cy="3009900"/>
            <a:chOff x="8077200" y="2514600"/>
            <a:chExt cx="3505200" cy="3009900"/>
          </a:xfrm>
        </p:grpSpPr>
        <p:sp>
          <p:nvSpPr>
            <p:cNvPr id="26" name="Ellipse 26"/>
            <p:cNvSpPr/>
            <p:nvPr/>
          </p:nvSpPr>
          <p:spPr>
            <a:xfrm>
              <a:off x="9448800" y="2514600"/>
              <a:ext cx="685800" cy="685800"/>
            </a:xfrm>
            <a:prstGeom prst="ellipse">
              <a:avLst/>
            </a:prstGeom>
            <a:solidFill>
              <a:srgbClr val="FF6B35"/>
            </a:solidFill>
            <a:ln>
              <a:noFill/>
            </a:ln>
          </p:spPr>
        </p:sp>
        <p:sp>
          <p:nvSpPr>
            <p:cNvPr id="27" name="TextBox 27"/>
            <p:cNvSpPr txBox="1"/>
            <p:nvPr/>
          </p:nvSpPr>
          <p:spPr>
            <a:xfrm>
              <a:off x="9712587" y="2748915"/>
              <a:ext cx="158225"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Pretendard ExtraBold"/>
                  <a:ea typeface="Pretendard ExtraBold"/>
                  <a:cs typeface="Pretendard ExtraBold"/>
                </a:rPr>
                <a:t>3</a:t>
              </a:r>
            </a:p>
          </p:txBody>
        </p:sp>
        <p:sp>
          <p:nvSpPr>
            <p:cNvPr id="28" name="Rectangle 28"/>
            <p:cNvSpPr/>
            <p:nvPr/>
          </p:nvSpPr>
          <p:spPr>
            <a:xfrm>
              <a:off x="8077200" y="3429000"/>
              <a:ext cx="3505200" cy="2095500"/>
            </a:xfrm>
            <a:prstGeom prst="roundRect">
              <a:avLst>
                <a:gd name="adj" fmla="val 6364"/>
              </a:avLst>
            </a:prstGeom>
            <a:solidFill>
              <a:srgbClr val="FF6B35">
                <a:alpha val="8000"/>
              </a:srgbClr>
            </a:solidFill>
            <a:ln>
              <a:noFill/>
            </a:ln>
          </p:spPr>
        </p:sp>
        <p:grpSp>
          <p:nvGrpSpPr>
            <p:cNvPr id="35" name="Group 35"/>
            <p:cNvGrpSpPr/>
            <p:nvPr/>
          </p:nvGrpSpPr>
          <p:grpSpPr>
            <a:xfrm>
              <a:off x="8445500" y="3784600"/>
              <a:ext cx="190500" cy="203199"/>
              <a:chOff x="8445500" y="3784600"/>
              <a:chExt cx="190500" cy="203199"/>
            </a:xfrm>
          </p:grpSpPr>
          <p:sp>
            <p:nvSpPr>
              <p:cNvPr id="29" name="Freeform 29"/>
              <p:cNvSpPr/>
              <p:nvPr/>
            </p:nvSpPr>
            <p:spPr>
              <a:xfrm>
                <a:off x="8445500" y="3936999"/>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rgbClr val="FF6B35"/>
                </a:solidFill>
              </a:ln>
            </p:spPr>
          </p:sp>
          <p:sp>
            <p:nvSpPr>
              <p:cNvPr id="30" name="Freeform 30"/>
              <p:cNvSpPr/>
              <p:nvPr/>
            </p:nvSpPr>
            <p:spPr>
              <a:xfrm>
                <a:off x="8445500" y="37846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rgbClr val="FF6B35"/>
                </a:solidFill>
              </a:ln>
            </p:spPr>
          </p:sp>
          <p:sp>
            <p:nvSpPr>
              <p:cNvPr id="31" name="Freeform 31"/>
              <p:cNvSpPr/>
              <p:nvPr/>
            </p:nvSpPr>
            <p:spPr>
              <a:xfrm>
                <a:off x="8572500" y="37846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rgbClr val="FF6B35"/>
                </a:solidFill>
              </a:ln>
            </p:spPr>
          </p:sp>
          <p:sp>
            <p:nvSpPr>
              <p:cNvPr id="32" name="Freeform 32"/>
              <p:cNvSpPr/>
              <p:nvPr/>
            </p:nvSpPr>
            <p:spPr>
              <a:xfrm>
                <a:off x="8470900" y="3835400"/>
                <a:ext cx="9525" cy="101600"/>
              </a:xfrm>
              <a:custGeom>
                <a:avLst/>
                <a:gdLst/>
                <a:ahLst/>
                <a:cxnLst/>
                <a:rect l="l" t="t" r="r" b="b"/>
                <a:pathLst>
                  <a:path w="9525" h="101600">
                    <a:moveTo>
                      <a:pt x="0" y="0"/>
                    </a:moveTo>
                    <a:lnTo>
                      <a:pt x="0" y="101600"/>
                    </a:lnTo>
                  </a:path>
                </a:pathLst>
              </a:custGeom>
              <a:noFill/>
              <a:ln w="25400">
                <a:solidFill>
                  <a:srgbClr val="FF6B35"/>
                </a:solidFill>
              </a:ln>
            </p:spPr>
          </p:sp>
          <p:sp>
            <p:nvSpPr>
              <p:cNvPr id="33" name="Freeform 33"/>
              <p:cNvSpPr/>
              <p:nvPr/>
            </p:nvSpPr>
            <p:spPr>
              <a:xfrm>
                <a:off x="8496300" y="3873500"/>
                <a:ext cx="101600" cy="88900"/>
              </a:xfrm>
              <a:custGeom>
                <a:avLst/>
                <a:gdLst/>
                <a:ahLst/>
                <a:cxnLst/>
                <a:rect l="l" t="t" r="r" b="b"/>
                <a:pathLst>
                  <a:path w="101600" h="88900">
                    <a:moveTo>
                      <a:pt x="0" y="88900"/>
                    </a:moveTo>
                    <a:lnTo>
                      <a:pt x="76200" y="88900"/>
                    </a:lnTo>
                    <a:cubicBezTo>
                      <a:pt x="90228" y="88900"/>
                      <a:pt x="101600" y="77528"/>
                      <a:pt x="101600" y="63500"/>
                    </a:cubicBezTo>
                    <a:lnTo>
                      <a:pt x="101600" y="0"/>
                    </a:lnTo>
                  </a:path>
                </a:pathLst>
              </a:custGeom>
              <a:noFill/>
              <a:ln w="25400">
                <a:solidFill>
                  <a:srgbClr val="FF6B35"/>
                </a:solidFill>
              </a:ln>
            </p:spPr>
          </p:sp>
          <p:sp>
            <p:nvSpPr>
              <p:cNvPr id="34" name="Freeform 34"/>
              <p:cNvSpPr/>
              <p:nvPr/>
            </p:nvSpPr>
            <p:spPr>
              <a:xfrm>
                <a:off x="8559800" y="3873500"/>
                <a:ext cx="76200" cy="38100"/>
              </a:xfrm>
              <a:custGeom>
                <a:avLst/>
                <a:gdLst/>
                <a:ahLst/>
                <a:cxnLst/>
                <a:rect l="l" t="t" r="r" b="b"/>
                <a:pathLst>
                  <a:path w="76200" h="38100">
                    <a:moveTo>
                      <a:pt x="0" y="38100"/>
                    </a:moveTo>
                    <a:lnTo>
                      <a:pt x="38100" y="0"/>
                    </a:lnTo>
                    <a:lnTo>
                      <a:pt x="76200" y="38100"/>
                    </a:lnTo>
                  </a:path>
                </a:pathLst>
              </a:custGeom>
              <a:noFill/>
              <a:ln w="25400">
                <a:solidFill>
                  <a:srgbClr val="FF6B35"/>
                </a:solidFill>
              </a:ln>
            </p:spPr>
          </p:sp>
        </p:grpSp>
        <p:sp>
          <p:nvSpPr>
            <p:cNvPr id="36" name="TextBox 36"/>
            <p:cNvSpPr txBox="1"/>
            <p:nvPr/>
          </p:nvSpPr>
          <p:spPr>
            <a:xfrm>
              <a:off x="8372856" y="4206240"/>
              <a:ext cx="1366777"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저장소 연결</a:t>
              </a:r>
            </a:p>
          </p:txBody>
        </p:sp>
        <p:sp>
          <p:nvSpPr>
            <p:cNvPr id="37" name="TextBox 37"/>
            <p:cNvSpPr txBox="1"/>
            <p:nvPr/>
          </p:nvSpPr>
          <p:spPr>
            <a:xfrm>
              <a:off x="8375142" y="4559618"/>
              <a:ext cx="2046268"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Claude Code에서 Fork한</a:t>
              </a:r>
            </a:p>
          </p:txBody>
        </p:sp>
        <p:sp>
          <p:nvSpPr>
            <p:cNvPr id="38" name="TextBox 38"/>
            <p:cNvSpPr txBox="1"/>
            <p:nvPr/>
          </p:nvSpPr>
          <p:spPr>
            <a:xfrm>
              <a:off x="8375142" y="4807268"/>
              <a:ext cx="1631175"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저장소 선택 및 연결</a:t>
              </a:r>
            </a:p>
          </p:txBody>
        </p:sp>
      </p:grpSp>
      <p:grpSp>
        <p:nvGrpSpPr>
          <p:cNvPr id="47" name="Group 47"/>
          <p:cNvGrpSpPr/>
          <p:nvPr/>
        </p:nvGrpSpPr>
        <p:grpSpPr>
          <a:xfrm>
            <a:off x="609600" y="5905500"/>
            <a:ext cx="10972800" cy="571500"/>
            <a:chOff x="609600" y="5905500"/>
            <a:chExt cx="10972800" cy="571500"/>
          </a:xfrm>
        </p:grpSpPr>
        <p:sp>
          <p:nvSpPr>
            <p:cNvPr id="40" name="Rectangle 40"/>
            <p:cNvSpPr/>
            <p:nvPr/>
          </p:nvSpPr>
          <p:spPr>
            <a:xfrm>
              <a:off x="609600" y="5905500"/>
              <a:ext cx="10972800" cy="571500"/>
            </a:xfrm>
            <a:prstGeom prst="roundRect">
              <a:avLst>
                <a:gd name="adj" fmla="val 23333"/>
              </a:avLst>
            </a:prstGeom>
            <a:solidFill>
              <a:srgbClr val="C62828">
                <a:alpha val="8000"/>
              </a:srgbClr>
            </a:solidFill>
            <a:ln>
              <a:noFill/>
            </a:ln>
          </p:spPr>
        </p:sp>
        <p:sp>
          <p:nvSpPr>
            <p:cNvPr id="41" name="Rectangle 41"/>
            <p:cNvSpPr/>
            <p:nvPr/>
          </p:nvSpPr>
          <p:spPr>
            <a:xfrm>
              <a:off x="609600" y="5905500"/>
              <a:ext cx="57150" cy="571500"/>
            </a:xfrm>
            <a:prstGeom prst="roundRect">
              <a:avLst>
                <a:gd name="adj" fmla="val 50000"/>
              </a:avLst>
            </a:prstGeom>
            <a:solidFill>
              <a:srgbClr val="C62828"/>
            </a:solidFill>
            <a:ln>
              <a:noFill/>
            </a:ln>
          </p:spPr>
        </p:sp>
        <p:grpSp>
          <p:nvGrpSpPr>
            <p:cNvPr id="45" name="Group 45"/>
            <p:cNvGrpSpPr/>
            <p:nvPr/>
          </p:nvGrpSpPr>
          <p:grpSpPr>
            <a:xfrm>
              <a:off x="969963" y="6091238"/>
              <a:ext cx="155575" cy="200025"/>
              <a:chOff x="969963" y="6091238"/>
              <a:chExt cx="155575" cy="200025"/>
            </a:xfrm>
          </p:grpSpPr>
          <p:sp>
            <p:nvSpPr>
              <p:cNvPr id="42" name="Freeform 42"/>
              <p:cNvSpPr/>
              <p:nvPr/>
            </p:nvSpPr>
            <p:spPr>
              <a:xfrm>
                <a:off x="969963" y="6180138"/>
                <a:ext cx="155575" cy="111125"/>
              </a:xfrm>
              <a:custGeom>
                <a:avLst/>
                <a:gdLst/>
                <a:ahLst/>
                <a:cxnLst/>
                <a:rect l="l" t="t" r="r" b="b"/>
                <a:pathLst>
                  <a:path w="155575" h="111125">
                    <a:moveTo>
                      <a:pt x="0" y="22225"/>
                    </a:moveTo>
                    <a:cubicBezTo>
                      <a:pt x="0" y="9950"/>
                      <a:pt x="9950" y="0"/>
                      <a:pt x="22225" y="0"/>
                    </a:cubicBezTo>
                    <a:lnTo>
                      <a:pt x="133350" y="0"/>
                    </a:lnTo>
                    <a:cubicBezTo>
                      <a:pt x="145625" y="0"/>
                      <a:pt x="155575" y="9950"/>
                      <a:pt x="155575" y="22225"/>
                    </a:cubicBezTo>
                    <a:lnTo>
                      <a:pt x="155575" y="88900"/>
                    </a:lnTo>
                    <a:cubicBezTo>
                      <a:pt x="155575" y="101175"/>
                      <a:pt x="145625" y="111125"/>
                      <a:pt x="133350" y="111125"/>
                    </a:cubicBezTo>
                    <a:lnTo>
                      <a:pt x="22225" y="111125"/>
                    </a:lnTo>
                    <a:cubicBezTo>
                      <a:pt x="9950" y="111125"/>
                      <a:pt x="0" y="101175"/>
                      <a:pt x="0" y="88900"/>
                    </a:cubicBezTo>
                    <a:lnTo>
                      <a:pt x="0" y="22225"/>
                    </a:lnTo>
                  </a:path>
                </a:pathLst>
              </a:custGeom>
              <a:noFill/>
              <a:ln w="22225">
                <a:solidFill>
                  <a:srgbClr val="C62828"/>
                </a:solidFill>
              </a:ln>
            </p:spPr>
          </p:sp>
          <p:sp>
            <p:nvSpPr>
              <p:cNvPr id="43" name="Freeform 43"/>
              <p:cNvSpPr/>
              <p:nvPr/>
            </p:nvSpPr>
            <p:spPr>
              <a:xfrm>
                <a:off x="1036638" y="6224588"/>
                <a:ext cx="22225" cy="22225"/>
              </a:xfrm>
              <a:custGeom>
                <a:avLst/>
                <a:gdLst/>
                <a:ahLst/>
                <a:cxnLst/>
                <a:rect l="l" t="t" r="r" b="b"/>
                <a:pathLst>
                  <a:path w="22225" h="22225">
                    <a:moveTo>
                      <a:pt x="0" y="11113"/>
                    </a:moveTo>
                    <a:cubicBezTo>
                      <a:pt x="0" y="17250"/>
                      <a:pt x="4975" y="22225"/>
                      <a:pt x="11113" y="22225"/>
                    </a:cubicBezTo>
                    <a:cubicBezTo>
                      <a:pt x="17250" y="22225"/>
                      <a:pt x="22225" y="17250"/>
                      <a:pt x="22225" y="11113"/>
                    </a:cubicBezTo>
                    <a:cubicBezTo>
                      <a:pt x="22225" y="4975"/>
                      <a:pt x="17250" y="0"/>
                      <a:pt x="11113" y="0"/>
                    </a:cubicBezTo>
                    <a:cubicBezTo>
                      <a:pt x="4975" y="0"/>
                      <a:pt x="0" y="4975"/>
                      <a:pt x="0" y="11113"/>
                    </a:cubicBezTo>
                  </a:path>
                </a:pathLst>
              </a:custGeom>
              <a:noFill/>
              <a:ln w="22225">
                <a:solidFill>
                  <a:srgbClr val="C62828"/>
                </a:solidFill>
              </a:ln>
            </p:spPr>
          </p:sp>
          <p:sp>
            <p:nvSpPr>
              <p:cNvPr id="44" name="Freeform 44"/>
              <p:cNvSpPr/>
              <p:nvPr/>
            </p:nvSpPr>
            <p:spPr>
              <a:xfrm>
                <a:off x="1003300" y="6091238"/>
                <a:ext cx="88900" cy="88900"/>
              </a:xfrm>
              <a:custGeom>
                <a:avLst/>
                <a:gdLst/>
                <a:ahLst/>
                <a:cxnLst/>
                <a:rect l="l" t="t" r="r" b="b"/>
                <a:pathLst>
                  <a:path w="88900" h="88900">
                    <a:moveTo>
                      <a:pt x="0" y="88900"/>
                    </a:moveTo>
                    <a:lnTo>
                      <a:pt x="0" y="44450"/>
                    </a:lnTo>
                    <a:cubicBezTo>
                      <a:pt x="0" y="19901"/>
                      <a:pt x="19901" y="0"/>
                      <a:pt x="44450" y="0"/>
                    </a:cubicBezTo>
                    <a:cubicBezTo>
                      <a:pt x="68999" y="0"/>
                      <a:pt x="88900" y="19901"/>
                      <a:pt x="88900" y="44450"/>
                    </a:cubicBezTo>
                    <a:lnTo>
                      <a:pt x="88900" y="88900"/>
                    </a:lnTo>
                  </a:path>
                </a:pathLst>
              </a:custGeom>
              <a:noFill/>
              <a:ln w="22225">
                <a:solidFill>
                  <a:srgbClr val="C62828"/>
                </a:solidFill>
              </a:ln>
            </p:spPr>
          </p:sp>
        </p:grpSp>
        <p:sp>
          <p:nvSpPr>
            <p:cNvPr id="46" name="TextBox 46"/>
            <p:cNvSpPr txBox="1"/>
            <p:nvPr/>
          </p:nvSpPr>
          <p:spPr>
            <a:xfrm>
              <a:off x="1326642" y="6121718"/>
              <a:ext cx="3687924" cy="264033"/>
            </a:xfrm>
            <a:prstGeom prst="rect">
              <a:avLst/>
            </a:prstGeom>
            <a:noFill/>
            <a:ln>
              <a:noFill/>
            </a:ln>
          </p:spPr>
          <p:txBody>
            <a:bodyPr wrap="none" lIns="0" tIns="0" rIns="0" bIns="0" anchor="t" anchorCtr="0">
              <a:spAutoFit/>
            </a:bodyPr>
            <a:lstStyle/>
            <a:p>
              <a:pPr algn="l"/>
              <a:r>
                <a:rPr lang="ko-KR" sz="1350" b="1" dirty="0">
                  <a:solidFill>
                    <a:srgbClr val="C62828"/>
                  </a:solidFill>
                  <a:latin typeface="Pretendard SemiBold"/>
                  <a:ea typeface="Pretendard SemiBold"/>
                  <a:cs typeface="Pretendard SemiBold"/>
                </a:rPr>
                <a:t>회사 기밀 저장소는 반드시 Private로 설정</a:t>
              </a:r>
            </a:p>
          </p:txBody>
        </p:sp>
      </p:grpSp>
      <p:sp>
        <p:nvSpPr>
          <p:cNvPr id="48" name="TextBox 48"/>
          <p:cNvSpPr txBox="1"/>
          <p:nvPr/>
        </p:nvSpPr>
        <p:spPr>
          <a:xfrm>
            <a:off x="11123981" y="6633210"/>
            <a:ext cx="464515" cy="234696"/>
          </a:xfrm>
          <a:prstGeom prst="rect">
            <a:avLst/>
          </a:prstGeom>
          <a:noFill/>
          <a:ln>
            <a:noFill/>
          </a:ln>
        </p:spPr>
        <p:txBody>
          <a:bodyPr wrap="none" lIns="0" tIns="0" rIns="0" bIns="0" anchor="t" anchorCtr="0">
            <a:spAutoFit/>
          </a:bodyPr>
          <a:lstStyle/>
          <a:p>
            <a:pPr algn="r"/>
            <a:r>
              <a:rPr lang="en-US" sz="1200" dirty="0">
                <a:solidFill>
                  <a:srgbClr val="94A3B3"/>
                </a:solidFill>
                <a:latin typeface="Pretendard"/>
                <a:ea typeface="Pretendard"/>
                <a:cs typeface="Pretendard"/>
              </a:rPr>
              <a:t>6 / 14</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8487289" cy="1318259"/>
            <a:chOff x="593598" y="669608"/>
            <a:chExt cx="8487289" cy="1318259"/>
          </a:xfrm>
        </p:grpSpPr>
        <p:sp>
          <p:nvSpPr>
            <p:cNvPr id="2" name="TextBox 2"/>
            <p:cNvSpPr txBox="1"/>
            <p:nvPr/>
          </p:nvSpPr>
          <p:spPr>
            <a:xfrm>
              <a:off x="593598" y="669608"/>
              <a:ext cx="6051956" cy="616077"/>
            </a:xfrm>
            <a:prstGeom prst="rect">
              <a:avLst/>
            </a:prstGeom>
            <a:noFill/>
            <a:ln>
              <a:noFill/>
            </a:ln>
          </p:spPr>
          <p:txBody>
            <a:bodyPr wrap="none" lIns="0" tIns="0" rIns="0" bIns="0" anchor="t" anchorCtr="0">
              <a:spAutoFit/>
            </a:bodyPr>
            <a:lstStyle/>
            <a:p>
              <a:pPr algn="l"/>
              <a:r>
                <a:rPr lang="ko-KR" sz="3150" b="1" dirty="0">
                  <a:solidFill>
                    <a:srgbClr val="1D2733"/>
                  </a:solidFill>
                  <a:latin typeface="Pretendard ExtraBold"/>
                  <a:ea typeface="Pretendard ExtraBold"/>
                  <a:cs typeface="Pretendard ExtraBold"/>
                </a:rPr>
                <a:t>Level 1: Skill로 DOCX 워밍업</a:t>
              </a:r>
            </a:p>
          </p:txBody>
        </p:sp>
        <p:sp>
          <p:nvSpPr>
            <p:cNvPr id="3" name="TextBox 3"/>
            <p:cNvSpPr txBox="1"/>
            <p:nvPr/>
          </p:nvSpPr>
          <p:spPr>
            <a:xfrm>
              <a:off x="598170" y="1185862"/>
              <a:ext cx="8482717"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docx 스킬 설치 후 원본을 첨부하고 한 문장 프롬프트만으로</a:t>
              </a:r>
            </a:p>
          </p:txBody>
        </p:sp>
        <p:sp>
          <p:nvSpPr>
            <p:cNvPr id="4" name="TextBox 4"/>
            <p:cNvSpPr txBox="1"/>
            <p:nvPr/>
          </p:nvSpPr>
          <p:spPr>
            <a:xfrm>
              <a:off x="598170" y="1547812"/>
              <a:ext cx="6038012"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한국어 업무보고 DOCX를 완성할 수 있다</a:t>
              </a:r>
            </a:p>
          </p:txBody>
        </p:sp>
      </p:grpSp>
      <p:sp>
        <p:nvSpPr>
          <p:cNvPr id="6" name="Line 6"/>
          <p:cNvSpPr/>
          <p:nvPr/>
        </p:nvSpPr>
        <p:spPr>
          <a:xfrm>
            <a:off x="914400" y="2571750"/>
            <a:ext cx="2495550" cy="1"/>
          </a:xfrm>
          <a:prstGeom prst="line">
            <a:avLst/>
          </a:prstGeom>
          <a:noFill/>
          <a:ln w="19050">
            <a:solidFill>
              <a:srgbClr val="94A3B3"/>
            </a:solidFill>
            <a:tailEnd type="triangle" w="lg" len="lg"/>
          </a:ln>
        </p:spPr>
      </p:sp>
      <p:sp>
        <p:nvSpPr>
          <p:cNvPr id="7" name="Line 7"/>
          <p:cNvSpPr/>
          <p:nvPr/>
        </p:nvSpPr>
        <p:spPr>
          <a:xfrm>
            <a:off x="3714750" y="2571750"/>
            <a:ext cx="2495550" cy="1"/>
          </a:xfrm>
          <a:prstGeom prst="line">
            <a:avLst/>
          </a:prstGeom>
          <a:noFill/>
          <a:ln w="19050">
            <a:solidFill>
              <a:srgbClr val="94A3B3"/>
            </a:solidFill>
            <a:tailEnd type="triangle" w="lg" len="lg"/>
          </a:ln>
        </p:spPr>
      </p:sp>
      <p:sp>
        <p:nvSpPr>
          <p:cNvPr id="8" name="Line 8"/>
          <p:cNvSpPr/>
          <p:nvPr/>
        </p:nvSpPr>
        <p:spPr>
          <a:xfrm>
            <a:off x="6515100" y="2571750"/>
            <a:ext cx="2495550" cy="1"/>
          </a:xfrm>
          <a:prstGeom prst="line">
            <a:avLst/>
          </a:prstGeom>
          <a:noFill/>
          <a:ln w="19050">
            <a:solidFill>
              <a:srgbClr val="94A3B3"/>
            </a:solidFill>
            <a:tailEnd type="triangle" w="lg" len="lg"/>
          </a:ln>
        </p:spPr>
      </p:sp>
      <p:grpSp>
        <p:nvGrpSpPr>
          <p:cNvPr id="17" name="Group 17"/>
          <p:cNvGrpSpPr/>
          <p:nvPr/>
        </p:nvGrpSpPr>
        <p:grpSpPr>
          <a:xfrm>
            <a:off x="323850" y="2286000"/>
            <a:ext cx="2857500" cy="3238500"/>
            <a:chOff x="323850" y="2286000"/>
            <a:chExt cx="2857500" cy="3238500"/>
          </a:xfrm>
        </p:grpSpPr>
        <p:sp>
          <p:nvSpPr>
            <p:cNvPr id="9" name="Ellipse 9"/>
            <p:cNvSpPr/>
            <p:nvPr/>
          </p:nvSpPr>
          <p:spPr>
            <a:xfrm>
              <a:off x="323850" y="2286000"/>
              <a:ext cx="571500" cy="571500"/>
            </a:xfrm>
            <a:prstGeom prst="ellipse">
              <a:avLst/>
            </a:prstGeom>
            <a:solidFill>
              <a:srgbClr val="1565C0"/>
            </a:solidFill>
            <a:ln>
              <a:noFill/>
            </a:ln>
          </p:spPr>
        </p:sp>
        <p:sp>
          <p:nvSpPr>
            <p:cNvPr id="10" name="TextBox 10"/>
            <p:cNvSpPr txBox="1"/>
            <p:nvPr/>
          </p:nvSpPr>
          <p:spPr>
            <a:xfrm>
              <a:off x="537080" y="2479358"/>
              <a:ext cx="145040"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Pretendard ExtraBold"/>
                  <a:ea typeface="Pretendard ExtraBold"/>
                  <a:cs typeface="Pretendard ExtraBold"/>
                </a:rPr>
                <a:t>1</a:t>
              </a:r>
            </a:p>
          </p:txBody>
        </p:sp>
        <p:sp>
          <p:nvSpPr>
            <p:cNvPr id="11" name="Rectangle 11"/>
            <p:cNvSpPr/>
            <p:nvPr/>
          </p:nvSpPr>
          <p:spPr>
            <a:xfrm>
              <a:off x="609600" y="3048000"/>
              <a:ext cx="2571750" cy="2476500"/>
            </a:xfrm>
            <a:prstGeom prst="roundRect">
              <a:avLst>
                <a:gd name="adj" fmla="val 5385"/>
              </a:avLst>
            </a:prstGeom>
            <a:solidFill>
              <a:srgbClr val="F4F7FB"/>
            </a:solidFill>
            <a:ln>
              <a:noFill/>
            </a:ln>
          </p:spPr>
        </p:sp>
        <p:sp>
          <p:nvSpPr>
            <p:cNvPr id="12" name="TextBox 12"/>
            <p:cNvSpPr txBox="1"/>
            <p:nvPr/>
          </p:nvSpPr>
          <p:spPr>
            <a:xfrm>
              <a:off x="829056" y="3196590"/>
              <a:ext cx="2130072"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마켓플레이스 추가</a:t>
              </a:r>
            </a:p>
          </p:txBody>
        </p:sp>
        <p:sp>
          <p:nvSpPr>
            <p:cNvPr id="13" name="Rectangle 13"/>
            <p:cNvSpPr/>
            <p:nvPr/>
          </p:nvSpPr>
          <p:spPr>
            <a:xfrm>
              <a:off x="838200" y="3619500"/>
              <a:ext cx="2114550" cy="666750"/>
            </a:xfrm>
            <a:prstGeom prst="roundRect">
              <a:avLst>
                <a:gd name="adj" fmla="val 11429"/>
              </a:avLst>
            </a:prstGeom>
            <a:solidFill>
              <a:srgbClr val="1D2733"/>
            </a:solidFill>
            <a:ln>
              <a:noFill/>
            </a:ln>
          </p:spPr>
        </p:sp>
        <p:sp>
          <p:nvSpPr>
            <p:cNvPr id="14" name="TextBox 14"/>
            <p:cNvSpPr txBox="1"/>
            <p:nvPr/>
          </p:nvSpPr>
          <p:spPr>
            <a:xfrm>
              <a:off x="965454" y="3718560"/>
              <a:ext cx="1571092"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Consolas"/>
                  <a:ea typeface="Consolas"/>
                  <a:cs typeface="Consolas"/>
                </a:rPr>
                <a:t>/plugin marketplace</a:t>
              </a:r>
            </a:p>
          </p:txBody>
        </p:sp>
        <p:sp>
          <p:nvSpPr>
            <p:cNvPr id="15" name="TextBox 15"/>
            <p:cNvSpPr txBox="1"/>
            <p:nvPr/>
          </p:nvSpPr>
          <p:spPr>
            <a:xfrm>
              <a:off x="965454" y="3928110"/>
              <a:ext cx="1676095"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Consolas"/>
                  <a:ea typeface="Consolas"/>
                  <a:cs typeface="Consolas"/>
                </a:rPr>
                <a:t>add anthropics/skills</a:t>
              </a:r>
            </a:p>
          </p:txBody>
        </p:sp>
        <p:sp>
          <p:nvSpPr>
            <p:cNvPr id="16" name="TextBox 16"/>
            <p:cNvSpPr txBox="1"/>
            <p:nvPr/>
          </p:nvSpPr>
          <p:spPr>
            <a:xfrm>
              <a:off x="831342" y="4407218"/>
              <a:ext cx="377190"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실행</a:t>
              </a:r>
            </a:p>
          </p:txBody>
        </p:sp>
      </p:grpSp>
      <p:grpSp>
        <p:nvGrpSpPr>
          <p:cNvPr id="27" name="Group 27"/>
          <p:cNvGrpSpPr/>
          <p:nvPr/>
        </p:nvGrpSpPr>
        <p:grpSpPr>
          <a:xfrm>
            <a:off x="3124200" y="2286000"/>
            <a:ext cx="2857500" cy="3238500"/>
            <a:chOff x="3124200" y="2286000"/>
            <a:chExt cx="2857500" cy="3238500"/>
          </a:xfrm>
        </p:grpSpPr>
        <p:sp>
          <p:nvSpPr>
            <p:cNvPr id="18" name="Ellipse 18"/>
            <p:cNvSpPr/>
            <p:nvPr/>
          </p:nvSpPr>
          <p:spPr>
            <a:xfrm>
              <a:off x="3124200" y="2286000"/>
              <a:ext cx="571500" cy="571500"/>
            </a:xfrm>
            <a:prstGeom prst="ellipse">
              <a:avLst/>
            </a:prstGeom>
            <a:solidFill>
              <a:srgbClr val="1565C0"/>
            </a:solidFill>
            <a:ln>
              <a:noFill/>
            </a:ln>
          </p:spPr>
        </p:sp>
        <p:sp>
          <p:nvSpPr>
            <p:cNvPr id="19" name="TextBox 19"/>
            <p:cNvSpPr txBox="1"/>
            <p:nvPr/>
          </p:nvSpPr>
          <p:spPr>
            <a:xfrm>
              <a:off x="3337430" y="2479358"/>
              <a:ext cx="145040"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Pretendard ExtraBold"/>
                  <a:ea typeface="Pretendard ExtraBold"/>
                  <a:cs typeface="Pretendard ExtraBold"/>
                </a:rPr>
                <a:t>2</a:t>
              </a:r>
            </a:p>
          </p:txBody>
        </p:sp>
        <p:sp>
          <p:nvSpPr>
            <p:cNvPr id="20" name="Rectangle 20"/>
            <p:cNvSpPr/>
            <p:nvPr/>
          </p:nvSpPr>
          <p:spPr>
            <a:xfrm>
              <a:off x="3409950" y="3048000"/>
              <a:ext cx="2571750" cy="2476500"/>
            </a:xfrm>
            <a:prstGeom prst="roundRect">
              <a:avLst>
                <a:gd name="adj" fmla="val 5385"/>
              </a:avLst>
            </a:prstGeom>
            <a:solidFill>
              <a:srgbClr val="F4F7FB"/>
            </a:solidFill>
            <a:ln>
              <a:noFill/>
            </a:ln>
          </p:spPr>
        </p:sp>
        <p:sp>
          <p:nvSpPr>
            <p:cNvPr id="21" name="TextBox 21"/>
            <p:cNvSpPr txBox="1"/>
            <p:nvPr/>
          </p:nvSpPr>
          <p:spPr>
            <a:xfrm>
              <a:off x="3629406" y="3196590"/>
              <a:ext cx="1124730"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Skill 설치</a:t>
              </a:r>
            </a:p>
          </p:txBody>
        </p:sp>
        <p:sp>
          <p:nvSpPr>
            <p:cNvPr id="22" name="Rectangle 22"/>
            <p:cNvSpPr/>
            <p:nvPr/>
          </p:nvSpPr>
          <p:spPr>
            <a:xfrm>
              <a:off x="3638550" y="3619500"/>
              <a:ext cx="2114550" cy="876300"/>
            </a:xfrm>
            <a:prstGeom prst="roundRect">
              <a:avLst>
                <a:gd name="adj" fmla="val 8696"/>
              </a:avLst>
            </a:prstGeom>
            <a:solidFill>
              <a:srgbClr val="1D2733"/>
            </a:solidFill>
            <a:ln>
              <a:noFill/>
            </a:ln>
          </p:spPr>
        </p:sp>
        <p:sp>
          <p:nvSpPr>
            <p:cNvPr id="23" name="TextBox 23"/>
            <p:cNvSpPr txBox="1"/>
            <p:nvPr/>
          </p:nvSpPr>
          <p:spPr>
            <a:xfrm>
              <a:off x="3765804" y="3718560"/>
              <a:ext cx="1102614"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Consolas"/>
                  <a:ea typeface="Consolas"/>
                  <a:cs typeface="Consolas"/>
                </a:rPr>
                <a:t>/plugin install</a:t>
              </a:r>
            </a:p>
          </p:txBody>
        </p:sp>
        <p:sp>
          <p:nvSpPr>
            <p:cNvPr id="24" name="TextBox 24"/>
            <p:cNvSpPr txBox="1"/>
            <p:nvPr/>
          </p:nvSpPr>
          <p:spPr>
            <a:xfrm>
              <a:off x="3765804" y="3928110"/>
              <a:ext cx="1344930"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Consolas"/>
                  <a:ea typeface="Consolas"/>
                  <a:cs typeface="Consolas"/>
                </a:rPr>
                <a:t>document-skills@</a:t>
              </a:r>
            </a:p>
          </p:txBody>
        </p:sp>
        <p:sp>
          <p:nvSpPr>
            <p:cNvPr id="25" name="TextBox 25"/>
            <p:cNvSpPr txBox="1"/>
            <p:nvPr/>
          </p:nvSpPr>
          <p:spPr>
            <a:xfrm>
              <a:off x="3765804" y="4137660"/>
              <a:ext cx="1805330" cy="234696"/>
            </a:xfrm>
            <a:prstGeom prst="rect">
              <a:avLst/>
            </a:prstGeom>
            <a:noFill/>
            <a:ln>
              <a:noFill/>
            </a:ln>
          </p:spPr>
          <p:txBody>
            <a:bodyPr wrap="none" lIns="0" tIns="0" rIns="0" bIns="0" anchor="t" anchorCtr="0">
              <a:spAutoFit/>
            </a:bodyPr>
            <a:lstStyle/>
            <a:p>
              <a:pPr algn="l"/>
              <a:r>
                <a:rPr lang="en-US" sz="1200" dirty="0">
                  <a:solidFill>
                    <a:srgbClr val="FFFFFF"/>
                  </a:solidFill>
                  <a:latin typeface="Consolas"/>
                  <a:ea typeface="Consolas"/>
                  <a:cs typeface="Consolas"/>
                </a:rPr>
                <a:t>anthropic-agent-skills</a:t>
              </a:r>
            </a:p>
          </p:txBody>
        </p:sp>
        <p:sp>
          <p:nvSpPr>
            <p:cNvPr id="26" name="TextBox 26"/>
            <p:cNvSpPr txBox="1"/>
            <p:nvPr/>
          </p:nvSpPr>
          <p:spPr>
            <a:xfrm>
              <a:off x="3631692" y="4616768"/>
              <a:ext cx="377190"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실행</a:t>
              </a:r>
            </a:p>
          </p:txBody>
        </p:sp>
      </p:grpSp>
      <p:grpSp>
        <p:nvGrpSpPr>
          <p:cNvPr id="40" name="Group 40"/>
          <p:cNvGrpSpPr/>
          <p:nvPr/>
        </p:nvGrpSpPr>
        <p:grpSpPr>
          <a:xfrm>
            <a:off x="5924550" y="2286000"/>
            <a:ext cx="2857500" cy="3238500"/>
            <a:chOff x="5924550" y="2286000"/>
            <a:chExt cx="2857500" cy="3238500"/>
          </a:xfrm>
        </p:grpSpPr>
        <p:sp>
          <p:nvSpPr>
            <p:cNvPr id="28" name="Ellipse 28"/>
            <p:cNvSpPr/>
            <p:nvPr/>
          </p:nvSpPr>
          <p:spPr>
            <a:xfrm>
              <a:off x="5924550" y="2286000"/>
              <a:ext cx="571500" cy="571500"/>
            </a:xfrm>
            <a:prstGeom prst="ellipse">
              <a:avLst/>
            </a:prstGeom>
            <a:solidFill>
              <a:srgbClr val="1565C0"/>
            </a:solidFill>
            <a:ln>
              <a:noFill/>
            </a:ln>
          </p:spPr>
        </p:sp>
        <p:sp>
          <p:nvSpPr>
            <p:cNvPr id="29" name="TextBox 29"/>
            <p:cNvSpPr txBox="1"/>
            <p:nvPr/>
          </p:nvSpPr>
          <p:spPr>
            <a:xfrm>
              <a:off x="6137780" y="2479358"/>
              <a:ext cx="145040"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Pretendard ExtraBold"/>
                  <a:ea typeface="Pretendard ExtraBold"/>
                  <a:cs typeface="Pretendard ExtraBold"/>
                </a:rPr>
                <a:t>3</a:t>
              </a:r>
            </a:p>
          </p:txBody>
        </p:sp>
        <p:sp>
          <p:nvSpPr>
            <p:cNvPr id="30" name="Rectangle 30"/>
            <p:cNvSpPr/>
            <p:nvPr/>
          </p:nvSpPr>
          <p:spPr>
            <a:xfrm>
              <a:off x="6210300" y="3048000"/>
              <a:ext cx="2571750" cy="2476500"/>
            </a:xfrm>
            <a:prstGeom prst="roundRect">
              <a:avLst>
                <a:gd name="adj" fmla="val 5385"/>
              </a:avLst>
            </a:prstGeom>
            <a:solidFill>
              <a:srgbClr val="F4F7FB"/>
            </a:solidFill>
            <a:ln>
              <a:noFill/>
            </a:ln>
          </p:spPr>
        </p:sp>
        <p:grpSp>
          <p:nvGrpSpPr>
            <p:cNvPr id="36" name="Group 36"/>
            <p:cNvGrpSpPr/>
            <p:nvPr/>
          </p:nvGrpSpPr>
          <p:grpSpPr>
            <a:xfrm>
              <a:off x="6494463" y="3309938"/>
              <a:ext cx="155575" cy="200026"/>
              <a:chOff x="6494463" y="3309938"/>
              <a:chExt cx="155575" cy="200026"/>
            </a:xfrm>
          </p:grpSpPr>
          <p:sp>
            <p:nvSpPr>
              <p:cNvPr id="31" name="Freeform 31"/>
              <p:cNvSpPr/>
              <p:nvPr/>
            </p:nvSpPr>
            <p:spPr>
              <a:xfrm>
                <a:off x="6594475" y="3309938"/>
                <a:ext cx="55563" cy="55563"/>
              </a:xfrm>
              <a:custGeom>
                <a:avLst/>
                <a:gdLst/>
                <a:ahLst/>
                <a:cxnLst/>
                <a:rect l="l" t="t" r="r" b="b"/>
                <a:pathLst>
                  <a:path w="55563" h="55563">
                    <a:moveTo>
                      <a:pt x="0" y="0"/>
                    </a:moveTo>
                    <a:lnTo>
                      <a:pt x="0" y="44450"/>
                    </a:lnTo>
                    <a:cubicBezTo>
                      <a:pt x="0" y="50587"/>
                      <a:pt x="4975" y="55563"/>
                      <a:pt x="11113" y="55563"/>
                    </a:cubicBezTo>
                    <a:lnTo>
                      <a:pt x="55563" y="55563"/>
                    </a:lnTo>
                  </a:path>
                </a:pathLst>
              </a:custGeom>
              <a:noFill/>
              <a:ln w="22225">
                <a:solidFill>
                  <a:srgbClr val="1565C0"/>
                </a:solidFill>
              </a:ln>
            </p:spPr>
          </p:sp>
          <p:sp>
            <p:nvSpPr>
              <p:cNvPr id="32" name="Freeform 32"/>
              <p:cNvSpPr/>
              <p:nvPr/>
            </p:nvSpPr>
            <p:spPr>
              <a:xfrm>
                <a:off x="6494463" y="3309938"/>
                <a:ext cx="155575" cy="200026"/>
              </a:xfrm>
              <a:custGeom>
                <a:avLst/>
                <a:gdLst/>
                <a:ahLst/>
                <a:cxnLst/>
                <a:rect l="l" t="t" r="r" b="b"/>
                <a:pathLst>
                  <a:path w="155575" h="200026">
                    <a:moveTo>
                      <a:pt x="133350" y="200026"/>
                    </a:moveTo>
                    <a:lnTo>
                      <a:pt x="22225" y="200026"/>
                    </a:lnTo>
                    <a:cubicBezTo>
                      <a:pt x="9950" y="200026"/>
                      <a:pt x="0" y="190075"/>
                      <a:pt x="0" y="177801"/>
                    </a:cubicBezTo>
                    <a:lnTo>
                      <a:pt x="0" y="22225"/>
                    </a:lnTo>
                    <a:cubicBezTo>
                      <a:pt x="0" y="9950"/>
                      <a:pt x="9950" y="0"/>
                      <a:pt x="22225" y="0"/>
                    </a:cubicBezTo>
                    <a:lnTo>
                      <a:pt x="100013" y="0"/>
                    </a:lnTo>
                    <a:lnTo>
                      <a:pt x="155575" y="55563"/>
                    </a:lnTo>
                    <a:lnTo>
                      <a:pt x="155575" y="177801"/>
                    </a:lnTo>
                    <a:cubicBezTo>
                      <a:pt x="155575" y="190075"/>
                      <a:pt x="145625" y="200026"/>
                      <a:pt x="133350" y="200026"/>
                    </a:cubicBezTo>
                  </a:path>
                </a:pathLst>
              </a:custGeom>
              <a:noFill/>
              <a:ln w="22225">
                <a:solidFill>
                  <a:srgbClr val="1565C0"/>
                </a:solidFill>
              </a:ln>
            </p:spPr>
          </p:sp>
          <p:sp>
            <p:nvSpPr>
              <p:cNvPr id="33" name="Freeform 33"/>
              <p:cNvSpPr/>
              <p:nvPr/>
            </p:nvSpPr>
            <p:spPr>
              <a:xfrm>
                <a:off x="6538913" y="3376613"/>
                <a:ext cx="11113" cy="9525"/>
              </a:xfrm>
              <a:custGeom>
                <a:avLst/>
                <a:gdLst/>
                <a:ahLst/>
                <a:cxnLst/>
                <a:rect l="l" t="t" r="r" b="b"/>
                <a:pathLst>
                  <a:path w="11113" h="9525">
                    <a:moveTo>
                      <a:pt x="0" y="0"/>
                    </a:moveTo>
                    <a:lnTo>
                      <a:pt x="11113" y="0"/>
                    </a:lnTo>
                  </a:path>
                </a:pathLst>
              </a:custGeom>
              <a:noFill/>
              <a:ln w="22225">
                <a:solidFill>
                  <a:srgbClr val="1565C0"/>
                </a:solidFill>
              </a:ln>
            </p:spPr>
          </p:sp>
          <p:sp>
            <p:nvSpPr>
              <p:cNvPr id="34" name="Freeform 34"/>
              <p:cNvSpPr/>
              <p:nvPr/>
            </p:nvSpPr>
            <p:spPr>
              <a:xfrm>
                <a:off x="6538913" y="3421063"/>
                <a:ext cx="66675" cy="9525"/>
              </a:xfrm>
              <a:custGeom>
                <a:avLst/>
                <a:gdLst/>
                <a:ahLst/>
                <a:cxnLst/>
                <a:rect l="l" t="t" r="r" b="b"/>
                <a:pathLst>
                  <a:path w="66675" h="9525">
                    <a:moveTo>
                      <a:pt x="0" y="0"/>
                    </a:moveTo>
                    <a:lnTo>
                      <a:pt x="66675" y="0"/>
                    </a:lnTo>
                  </a:path>
                </a:pathLst>
              </a:custGeom>
              <a:noFill/>
              <a:ln w="22225">
                <a:solidFill>
                  <a:srgbClr val="1565C0"/>
                </a:solidFill>
              </a:ln>
            </p:spPr>
          </p:sp>
          <p:sp>
            <p:nvSpPr>
              <p:cNvPr id="35" name="Freeform 35"/>
              <p:cNvSpPr/>
              <p:nvPr/>
            </p:nvSpPr>
            <p:spPr>
              <a:xfrm>
                <a:off x="6538913" y="3465513"/>
                <a:ext cx="66675" cy="9525"/>
              </a:xfrm>
              <a:custGeom>
                <a:avLst/>
                <a:gdLst/>
                <a:ahLst/>
                <a:cxnLst/>
                <a:rect l="l" t="t" r="r" b="b"/>
                <a:pathLst>
                  <a:path w="66675" h="9525">
                    <a:moveTo>
                      <a:pt x="0" y="0"/>
                    </a:moveTo>
                    <a:lnTo>
                      <a:pt x="66675" y="0"/>
                    </a:lnTo>
                  </a:path>
                </a:pathLst>
              </a:custGeom>
              <a:noFill/>
              <a:ln w="22225">
                <a:solidFill>
                  <a:srgbClr val="1565C0"/>
                </a:solidFill>
              </a:ln>
            </p:spPr>
          </p:sp>
        </p:grpSp>
        <p:sp>
          <p:nvSpPr>
            <p:cNvPr id="37" name="TextBox 37"/>
            <p:cNvSpPr txBox="1"/>
            <p:nvPr/>
          </p:nvSpPr>
          <p:spPr>
            <a:xfrm>
              <a:off x="6429756" y="3653790"/>
              <a:ext cx="1621208"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프롬프트 요청</a:t>
              </a:r>
            </a:p>
          </p:txBody>
        </p:sp>
        <p:sp>
          <p:nvSpPr>
            <p:cNvPr id="38" name="TextBox 38"/>
            <p:cNvSpPr txBox="1"/>
            <p:nvPr/>
          </p:nvSpPr>
          <p:spPr>
            <a:xfrm>
              <a:off x="6432042" y="4007168"/>
              <a:ext cx="1912868"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원본 첨부 후 "업무보고</a:t>
              </a:r>
            </a:p>
          </p:txBody>
        </p:sp>
        <p:sp>
          <p:nvSpPr>
            <p:cNvPr id="39" name="TextBox 39"/>
            <p:cNvSpPr txBox="1"/>
            <p:nvPr/>
          </p:nvSpPr>
          <p:spPr>
            <a:xfrm>
              <a:off x="6432042" y="4235768"/>
              <a:ext cx="1847545"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DOCX 만들어줘" 요청</a:t>
              </a:r>
            </a:p>
          </p:txBody>
        </p:sp>
      </p:grpSp>
      <p:grpSp>
        <p:nvGrpSpPr>
          <p:cNvPr id="51" name="Group 51"/>
          <p:cNvGrpSpPr/>
          <p:nvPr/>
        </p:nvGrpSpPr>
        <p:grpSpPr>
          <a:xfrm>
            <a:off x="8724900" y="2286000"/>
            <a:ext cx="2857500" cy="3238500"/>
            <a:chOff x="8724900" y="2286000"/>
            <a:chExt cx="2857500" cy="3238500"/>
          </a:xfrm>
        </p:grpSpPr>
        <p:sp>
          <p:nvSpPr>
            <p:cNvPr id="41" name="Ellipse 41"/>
            <p:cNvSpPr/>
            <p:nvPr/>
          </p:nvSpPr>
          <p:spPr>
            <a:xfrm>
              <a:off x="8724900" y="2286000"/>
              <a:ext cx="571500" cy="571500"/>
            </a:xfrm>
            <a:prstGeom prst="ellipse">
              <a:avLst/>
            </a:prstGeom>
            <a:solidFill>
              <a:srgbClr val="FF6B35"/>
            </a:solidFill>
            <a:ln>
              <a:noFill/>
            </a:ln>
          </p:spPr>
        </p:sp>
        <p:sp>
          <p:nvSpPr>
            <p:cNvPr id="42" name="TextBox 42"/>
            <p:cNvSpPr txBox="1"/>
            <p:nvPr/>
          </p:nvSpPr>
          <p:spPr>
            <a:xfrm>
              <a:off x="8938130" y="2479358"/>
              <a:ext cx="145040"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Pretendard ExtraBold"/>
                  <a:ea typeface="Pretendard ExtraBold"/>
                  <a:cs typeface="Pretendard ExtraBold"/>
                </a:rPr>
                <a:t>4</a:t>
              </a:r>
            </a:p>
          </p:txBody>
        </p:sp>
        <p:sp>
          <p:nvSpPr>
            <p:cNvPr id="43" name="Rectangle 43"/>
            <p:cNvSpPr/>
            <p:nvPr/>
          </p:nvSpPr>
          <p:spPr>
            <a:xfrm>
              <a:off x="9010650" y="3048000"/>
              <a:ext cx="2571750" cy="2476500"/>
            </a:xfrm>
            <a:prstGeom prst="roundRect">
              <a:avLst>
                <a:gd name="adj" fmla="val 5385"/>
              </a:avLst>
            </a:prstGeom>
            <a:solidFill>
              <a:srgbClr val="FF6B35">
                <a:alpha val="8000"/>
              </a:srgbClr>
            </a:solidFill>
            <a:ln>
              <a:noFill/>
            </a:ln>
          </p:spPr>
        </p:sp>
        <p:grpSp>
          <p:nvGrpSpPr>
            <p:cNvPr id="47" name="Group 47"/>
            <p:cNvGrpSpPr/>
            <p:nvPr/>
          </p:nvGrpSpPr>
          <p:grpSpPr>
            <a:xfrm>
              <a:off x="9283700" y="3321050"/>
              <a:ext cx="177801" cy="188913"/>
              <a:chOff x="9283700" y="3321050"/>
              <a:chExt cx="177801" cy="188913"/>
            </a:xfrm>
          </p:grpSpPr>
          <p:sp>
            <p:nvSpPr>
              <p:cNvPr id="44" name="Freeform 44"/>
              <p:cNvSpPr/>
              <p:nvPr/>
            </p:nvSpPr>
            <p:spPr>
              <a:xfrm>
                <a:off x="9283700" y="3465513"/>
                <a:ext cx="177801" cy="44450"/>
              </a:xfrm>
              <a:custGeom>
                <a:avLst/>
                <a:gdLst/>
                <a:ahLst/>
                <a:cxnLst/>
                <a:rect l="l" t="t" r="r" b="b"/>
                <a:pathLst>
                  <a:path w="177801" h="44450">
                    <a:moveTo>
                      <a:pt x="0" y="0"/>
                    </a:moveTo>
                    <a:lnTo>
                      <a:pt x="0" y="22225"/>
                    </a:lnTo>
                    <a:cubicBezTo>
                      <a:pt x="0" y="34500"/>
                      <a:pt x="9950" y="44450"/>
                      <a:pt x="22225" y="44450"/>
                    </a:cubicBezTo>
                    <a:lnTo>
                      <a:pt x="155575" y="44450"/>
                    </a:lnTo>
                    <a:cubicBezTo>
                      <a:pt x="167850" y="44450"/>
                      <a:pt x="177801" y="34500"/>
                      <a:pt x="177801" y="22225"/>
                    </a:cubicBezTo>
                    <a:lnTo>
                      <a:pt x="177801" y="0"/>
                    </a:lnTo>
                  </a:path>
                </a:pathLst>
              </a:custGeom>
              <a:noFill/>
              <a:ln w="22225">
                <a:solidFill>
                  <a:srgbClr val="FF6B35"/>
                </a:solidFill>
              </a:ln>
            </p:spPr>
          </p:sp>
          <p:sp>
            <p:nvSpPr>
              <p:cNvPr id="45" name="Freeform 45"/>
              <p:cNvSpPr/>
              <p:nvPr/>
            </p:nvSpPr>
            <p:spPr>
              <a:xfrm>
                <a:off x="9317038" y="3398838"/>
                <a:ext cx="111125" cy="55563"/>
              </a:xfrm>
              <a:custGeom>
                <a:avLst/>
                <a:gdLst/>
                <a:ahLst/>
                <a:cxnLst/>
                <a:rect l="l" t="t" r="r" b="b"/>
                <a:pathLst>
                  <a:path w="111125" h="55563">
                    <a:moveTo>
                      <a:pt x="0" y="0"/>
                    </a:moveTo>
                    <a:lnTo>
                      <a:pt x="55563" y="55563"/>
                    </a:lnTo>
                    <a:lnTo>
                      <a:pt x="111125" y="0"/>
                    </a:lnTo>
                  </a:path>
                </a:pathLst>
              </a:custGeom>
              <a:noFill/>
              <a:ln w="22225">
                <a:solidFill>
                  <a:srgbClr val="FF6B35"/>
                </a:solidFill>
              </a:ln>
            </p:spPr>
          </p:sp>
          <p:sp>
            <p:nvSpPr>
              <p:cNvPr id="46" name="Freeform 46"/>
              <p:cNvSpPr/>
              <p:nvPr/>
            </p:nvSpPr>
            <p:spPr>
              <a:xfrm>
                <a:off x="9372600" y="3321050"/>
                <a:ext cx="9525" cy="133350"/>
              </a:xfrm>
              <a:custGeom>
                <a:avLst/>
                <a:gdLst/>
                <a:ahLst/>
                <a:cxnLst/>
                <a:rect l="l" t="t" r="r" b="b"/>
                <a:pathLst>
                  <a:path w="9525" h="133350">
                    <a:moveTo>
                      <a:pt x="0" y="0"/>
                    </a:moveTo>
                    <a:lnTo>
                      <a:pt x="0" y="133350"/>
                    </a:lnTo>
                  </a:path>
                </a:pathLst>
              </a:custGeom>
              <a:noFill/>
              <a:ln w="22225">
                <a:solidFill>
                  <a:srgbClr val="FF6B35"/>
                </a:solidFill>
              </a:ln>
            </p:spPr>
          </p:sp>
        </p:grpSp>
        <p:sp>
          <p:nvSpPr>
            <p:cNvPr id="48" name="TextBox 48"/>
            <p:cNvSpPr txBox="1"/>
            <p:nvPr/>
          </p:nvSpPr>
          <p:spPr>
            <a:xfrm>
              <a:off x="9230106" y="3653790"/>
              <a:ext cx="1684816"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다운로드·확인</a:t>
              </a:r>
            </a:p>
          </p:txBody>
        </p:sp>
        <p:sp>
          <p:nvSpPr>
            <p:cNvPr id="49" name="TextBox 49"/>
            <p:cNvSpPr txBox="1"/>
            <p:nvPr/>
          </p:nvSpPr>
          <p:spPr>
            <a:xfrm>
              <a:off x="9232392" y="4007168"/>
              <a:ext cx="2013466"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결과 다운로드 후 Word·</a:t>
              </a:r>
            </a:p>
          </p:txBody>
        </p:sp>
        <p:sp>
          <p:nvSpPr>
            <p:cNvPr id="50" name="TextBox 50"/>
            <p:cNvSpPr txBox="1"/>
            <p:nvPr/>
          </p:nvSpPr>
          <p:spPr>
            <a:xfrm>
              <a:off x="9232392" y="4235768"/>
              <a:ext cx="1703870"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한컴오피스에서 확인</a:t>
              </a:r>
            </a:p>
          </p:txBody>
        </p:sp>
      </p:grpSp>
      <p:grpSp>
        <p:nvGrpSpPr>
          <p:cNvPr id="54" name="Group 54"/>
          <p:cNvGrpSpPr/>
          <p:nvPr/>
        </p:nvGrpSpPr>
        <p:grpSpPr>
          <a:xfrm>
            <a:off x="609600" y="5905500"/>
            <a:ext cx="4572000" cy="400050"/>
            <a:chOff x="609600" y="5905500"/>
            <a:chExt cx="4572000" cy="400050"/>
          </a:xfrm>
        </p:grpSpPr>
        <p:sp>
          <p:nvSpPr>
            <p:cNvPr id="52" name="Rectangle 52"/>
            <p:cNvSpPr/>
            <p:nvPr/>
          </p:nvSpPr>
          <p:spPr>
            <a:xfrm>
              <a:off x="609600" y="5905500"/>
              <a:ext cx="4572000" cy="400050"/>
            </a:xfrm>
            <a:prstGeom prst="roundRect">
              <a:avLst>
                <a:gd name="adj" fmla="val 50000"/>
              </a:avLst>
            </a:prstGeom>
            <a:solidFill>
              <a:srgbClr val="F4F7FB"/>
            </a:solidFill>
            <a:ln>
              <a:noFill/>
            </a:ln>
          </p:spPr>
        </p:sp>
        <p:sp>
          <p:nvSpPr>
            <p:cNvPr id="53" name="TextBox 53"/>
            <p:cNvSpPr txBox="1"/>
            <p:nvPr/>
          </p:nvSpPr>
          <p:spPr>
            <a:xfrm>
              <a:off x="888492" y="6007418"/>
              <a:ext cx="3366764"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이 단계만으로도 회의록·주간보고는 충분</a:t>
              </a:r>
            </a:p>
          </p:txBody>
        </p:sp>
      </p:grpSp>
      <p:sp>
        <p:nvSpPr>
          <p:cNvPr id="55" name="TextBox 55"/>
          <p:cNvSpPr txBox="1"/>
          <p:nvPr/>
        </p:nvSpPr>
        <p:spPr>
          <a:xfrm>
            <a:off x="11123981" y="6442710"/>
            <a:ext cx="464515" cy="234696"/>
          </a:xfrm>
          <a:prstGeom prst="rect">
            <a:avLst/>
          </a:prstGeom>
          <a:noFill/>
          <a:ln>
            <a:noFill/>
          </a:ln>
        </p:spPr>
        <p:txBody>
          <a:bodyPr wrap="none" lIns="0" tIns="0" rIns="0" bIns="0" anchor="t" anchorCtr="0">
            <a:spAutoFit/>
          </a:bodyPr>
          <a:lstStyle/>
          <a:p>
            <a:pPr algn="r"/>
            <a:r>
              <a:rPr lang="en-US" sz="1200" dirty="0">
                <a:solidFill>
                  <a:srgbClr val="94A3B3"/>
                </a:solidFill>
                <a:latin typeface="Pretendard"/>
                <a:ea typeface="Pretendard"/>
                <a:cs typeface="Pretendard"/>
              </a:rPr>
              <a:t>7 / 14</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7612680" cy="1318259"/>
            <a:chOff x="593598" y="669608"/>
            <a:chExt cx="7612680" cy="1318259"/>
          </a:xfrm>
        </p:grpSpPr>
        <p:sp>
          <p:nvSpPr>
            <p:cNvPr id="2" name="TextBox 2"/>
            <p:cNvSpPr txBox="1"/>
            <p:nvPr/>
          </p:nvSpPr>
          <p:spPr>
            <a:xfrm>
              <a:off x="593598" y="669608"/>
              <a:ext cx="7318655" cy="616077"/>
            </a:xfrm>
            <a:prstGeom prst="rect">
              <a:avLst/>
            </a:prstGeom>
            <a:noFill/>
            <a:ln>
              <a:noFill/>
            </a:ln>
          </p:spPr>
          <p:txBody>
            <a:bodyPr wrap="none" lIns="0" tIns="0" rIns="0" bIns="0" anchor="t" anchorCtr="0">
              <a:spAutoFit/>
            </a:bodyPr>
            <a:lstStyle/>
            <a:p>
              <a:pPr algn="l"/>
              <a:r>
                <a:rPr lang="ko-KR" sz="3150" b="1" dirty="0">
                  <a:solidFill>
                    <a:srgbClr val="1D2733"/>
                  </a:solidFill>
                  <a:latin typeface="Pretendard ExtraBold"/>
                  <a:ea typeface="Pretendard ExtraBold"/>
                  <a:cs typeface="Pretendard ExtraBold"/>
                </a:rPr>
                <a:t>Level 2: ppt-master로 PPT 만들기</a:t>
              </a:r>
            </a:p>
          </p:txBody>
        </p:sp>
        <p:sp>
          <p:nvSpPr>
            <p:cNvPr id="3" name="TextBox 3"/>
            <p:cNvSpPr txBox="1"/>
            <p:nvPr/>
          </p:nvSpPr>
          <p:spPr>
            <a:xfrm>
              <a:off x="598170" y="1185862"/>
              <a:ext cx="7608108"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장수·톤·색상·폰트 같은 조건을 구체적으로 붙일수록</a:t>
              </a:r>
            </a:p>
          </p:txBody>
        </p:sp>
        <p:sp>
          <p:nvSpPr>
            <p:cNvPr id="4" name="TextBox 4"/>
            <p:cNvSpPr txBox="1"/>
            <p:nvPr/>
          </p:nvSpPr>
          <p:spPr>
            <a:xfrm>
              <a:off x="598170" y="1547812"/>
              <a:ext cx="3076042"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결과 품질이 올라간다</a:t>
              </a:r>
            </a:p>
          </p:txBody>
        </p:sp>
      </p:grpSp>
      <p:sp>
        <p:nvSpPr>
          <p:cNvPr id="6" name="Line 6"/>
          <p:cNvSpPr/>
          <p:nvPr/>
        </p:nvSpPr>
        <p:spPr>
          <a:xfrm>
            <a:off x="1333500" y="2428875"/>
            <a:ext cx="9525" cy="3524250"/>
          </a:xfrm>
          <a:custGeom>
            <a:avLst/>
            <a:gdLst/>
            <a:ahLst/>
            <a:cxnLst/>
            <a:rect l="l" t="t" r="r" b="b"/>
            <a:pathLst>
              <a:path w="9525" h="3524250">
                <a:moveTo>
                  <a:pt x="0" y="0"/>
                </a:moveTo>
                <a:lnTo>
                  <a:pt x="0" y="3524250"/>
                </a:lnTo>
              </a:path>
            </a:pathLst>
          </a:custGeom>
          <a:noFill/>
          <a:ln w="38100" cap="rnd">
            <a:gradFill>
              <a:gsLst>
                <a:gs pos="0">
                  <a:srgbClr val="1565C0"/>
                </a:gs>
                <a:gs pos="100000">
                  <a:srgbClr val="FF6B35"/>
                </a:gs>
              </a:gsLst>
              <a:lin ang="5400000" scaled="1"/>
            </a:gradFill>
          </a:ln>
        </p:spPr>
      </p:sp>
      <p:grpSp>
        <p:nvGrpSpPr>
          <p:cNvPr id="11" name="Group 11"/>
          <p:cNvGrpSpPr/>
          <p:nvPr/>
        </p:nvGrpSpPr>
        <p:grpSpPr>
          <a:xfrm>
            <a:off x="1104900" y="2419350"/>
            <a:ext cx="10477500" cy="495300"/>
            <a:chOff x="1104900" y="2419350"/>
            <a:chExt cx="10477500" cy="495300"/>
          </a:xfrm>
        </p:grpSpPr>
        <p:sp>
          <p:nvSpPr>
            <p:cNvPr id="7" name="Ellipse 7"/>
            <p:cNvSpPr/>
            <p:nvPr/>
          </p:nvSpPr>
          <p:spPr>
            <a:xfrm>
              <a:off x="1104900" y="2438400"/>
              <a:ext cx="457200" cy="457200"/>
            </a:xfrm>
            <a:prstGeom prst="ellipse">
              <a:avLst/>
            </a:prstGeom>
            <a:solidFill>
              <a:srgbClr val="1565C0"/>
            </a:solidFill>
            <a:ln>
              <a:noFill/>
            </a:ln>
          </p:spPr>
        </p:sp>
        <p:sp>
          <p:nvSpPr>
            <p:cNvPr id="8" name="TextBox 8"/>
            <p:cNvSpPr txBox="1"/>
            <p:nvPr/>
          </p:nvSpPr>
          <p:spPr>
            <a:xfrm>
              <a:off x="1274165" y="25879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Pretendard"/>
                  <a:ea typeface="Pretendard"/>
                  <a:cs typeface="Pretendard"/>
                </a:rPr>
                <a:t>1</a:t>
              </a:r>
            </a:p>
          </p:txBody>
        </p:sp>
        <p:sp>
          <p:nvSpPr>
            <p:cNvPr id="9" name="Rectangle 9"/>
            <p:cNvSpPr/>
            <p:nvPr/>
          </p:nvSpPr>
          <p:spPr>
            <a:xfrm>
              <a:off x="1905000" y="2419350"/>
              <a:ext cx="9677400" cy="495300"/>
            </a:xfrm>
            <a:prstGeom prst="roundRect">
              <a:avLst>
                <a:gd name="adj" fmla="val 23077"/>
              </a:avLst>
            </a:prstGeom>
            <a:solidFill>
              <a:srgbClr val="F4F7FB"/>
            </a:solidFill>
            <a:ln>
              <a:noFill/>
            </a:ln>
          </p:spPr>
        </p:sp>
        <p:sp>
          <p:nvSpPr>
            <p:cNvPr id="10" name="TextBox 10"/>
            <p:cNvSpPr txBox="1"/>
            <p:nvPr/>
          </p:nvSpPr>
          <p:spPr>
            <a:xfrm>
              <a:off x="2162556" y="2529840"/>
              <a:ext cx="4432680"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짧은 버전 — 경로 지정만으로 초안 생성</a:t>
              </a:r>
            </a:p>
          </p:txBody>
        </p:sp>
      </p:grpSp>
      <p:grpSp>
        <p:nvGrpSpPr>
          <p:cNvPr id="16" name="Group 16"/>
          <p:cNvGrpSpPr/>
          <p:nvPr/>
        </p:nvGrpSpPr>
        <p:grpSpPr>
          <a:xfrm>
            <a:off x="1104900" y="3162300"/>
            <a:ext cx="10477500" cy="495300"/>
            <a:chOff x="1104900" y="3162300"/>
            <a:chExt cx="10477500" cy="495300"/>
          </a:xfrm>
        </p:grpSpPr>
        <p:sp>
          <p:nvSpPr>
            <p:cNvPr id="12" name="Ellipse 12"/>
            <p:cNvSpPr/>
            <p:nvPr/>
          </p:nvSpPr>
          <p:spPr>
            <a:xfrm>
              <a:off x="1104900" y="3181350"/>
              <a:ext cx="457200" cy="457200"/>
            </a:xfrm>
            <a:prstGeom prst="ellipse">
              <a:avLst/>
            </a:prstGeom>
            <a:solidFill>
              <a:srgbClr val="1565C0"/>
            </a:solidFill>
            <a:ln>
              <a:noFill/>
            </a:ln>
          </p:spPr>
        </p:sp>
        <p:sp>
          <p:nvSpPr>
            <p:cNvPr id="13" name="TextBox 13"/>
            <p:cNvSpPr txBox="1"/>
            <p:nvPr/>
          </p:nvSpPr>
          <p:spPr>
            <a:xfrm>
              <a:off x="1274165" y="33308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Pretendard"/>
                  <a:ea typeface="Pretendard"/>
                  <a:cs typeface="Pretendard"/>
                </a:rPr>
                <a:t>2</a:t>
              </a:r>
            </a:p>
          </p:txBody>
        </p:sp>
        <p:sp>
          <p:nvSpPr>
            <p:cNvPr id="14" name="Rectangle 14"/>
            <p:cNvSpPr/>
            <p:nvPr/>
          </p:nvSpPr>
          <p:spPr>
            <a:xfrm>
              <a:off x="1905000" y="3162300"/>
              <a:ext cx="9677400" cy="495300"/>
            </a:xfrm>
            <a:prstGeom prst="roundRect">
              <a:avLst>
                <a:gd name="adj" fmla="val 23077"/>
              </a:avLst>
            </a:prstGeom>
            <a:solidFill>
              <a:srgbClr val="F4F7FB"/>
            </a:solidFill>
            <a:ln>
              <a:noFill/>
            </a:ln>
          </p:spPr>
        </p:sp>
        <p:sp>
          <p:nvSpPr>
            <p:cNvPr id="15" name="TextBox 15"/>
            <p:cNvSpPr txBox="1"/>
            <p:nvPr/>
          </p:nvSpPr>
          <p:spPr>
            <a:xfrm>
              <a:off x="2162556" y="3272790"/>
              <a:ext cx="5030594"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자세한 버전 — 장수·톤·색상·폰트 조건 추가</a:t>
              </a:r>
            </a:p>
          </p:txBody>
        </p:sp>
      </p:grpSp>
      <p:grpSp>
        <p:nvGrpSpPr>
          <p:cNvPr id="21" name="Group 21"/>
          <p:cNvGrpSpPr/>
          <p:nvPr/>
        </p:nvGrpSpPr>
        <p:grpSpPr>
          <a:xfrm>
            <a:off x="1104900" y="3905250"/>
            <a:ext cx="10477500" cy="495300"/>
            <a:chOff x="1104900" y="3905250"/>
            <a:chExt cx="10477500" cy="495300"/>
          </a:xfrm>
        </p:grpSpPr>
        <p:sp>
          <p:nvSpPr>
            <p:cNvPr id="17" name="Ellipse 17"/>
            <p:cNvSpPr/>
            <p:nvPr/>
          </p:nvSpPr>
          <p:spPr>
            <a:xfrm>
              <a:off x="1104900" y="3924300"/>
              <a:ext cx="457200" cy="457200"/>
            </a:xfrm>
            <a:prstGeom prst="ellipse">
              <a:avLst/>
            </a:prstGeom>
            <a:solidFill>
              <a:srgbClr val="1565C0"/>
            </a:solidFill>
            <a:ln>
              <a:noFill/>
            </a:ln>
          </p:spPr>
        </p:sp>
        <p:sp>
          <p:nvSpPr>
            <p:cNvPr id="18" name="TextBox 18"/>
            <p:cNvSpPr txBox="1"/>
            <p:nvPr/>
          </p:nvSpPr>
          <p:spPr>
            <a:xfrm>
              <a:off x="1274165" y="40738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Pretendard"/>
                  <a:ea typeface="Pretendard"/>
                  <a:cs typeface="Pretendard"/>
                </a:rPr>
                <a:t>3</a:t>
              </a:r>
            </a:p>
          </p:txBody>
        </p:sp>
        <p:sp>
          <p:nvSpPr>
            <p:cNvPr id="19" name="Rectangle 19"/>
            <p:cNvSpPr/>
            <p:nvPr/>
          </p:nvSpPr>
          <p:spPr>
            <a:xfrm>
              <a:off x="1905000" y="3905250"/>
              <a:ext cx="9677400" cy="495300"/>
            </a:xfrm>
            <a:prstGeom prst="roundRect">
              <a:avLst>
                <a:gd name="adj" fmla="val 23077"/>
              </a:avLst>
            </a:prstGeom>
            <a:solidFill>
              <a:srgbClr val="F4F7FB"/>
            </a:solidFill>
            <a:ln>
              <a:noFill/>
            </a:ln>
          </p:spPr>
        </p:sp>
        <p:sp>
          <p:nvSpPr>
            <p:cNvPr id="20" name="TextBox 20"/>
            <p:cNvSpPr txBox="1"/>
            <p:nvPr/>
          </p:nvSpPr>
          <p:spPr>
            <a:xfrm>
              <a:off x="2162556" y="4015740"/>
              <a:ext cx="2935133"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핵심 KPI·숫자 강조 지정</a:t>
              </a:r>
            </a:p>
          </p:txBody>
        </p:sp>
      </p:grpSp>
      <p:grpSp>
        <p:nvGrpSpPr>
          <p:cNvPr id="26" name="Group 26"/>
          <p:cNvGrpSpPr/>
          <p:nvPr/>
        </p:nvGrpSpPr>
        <p:grpSpPr>
          <a:xfrm>
            <a:off x="1104900" y="4648200"/>
            <a:ext cx="10477500" cy="495300"/>
            <a:chOff x="1104900" y="4648200"/>
            <a:chExt cx="10477500" cy="495300"/>
          </a:xfrm>
        </p:grpSpPr>
        <p:sp>
          <p:nvSpPr>
            <p:cNvPr id="22" name="Ellipse 22"/>
            <p:cNvSpPr/>
            <p:nvPr/>
          </p:nvSpPr>
          <p:spPr>
            <a:xfrm>
              <a:off x="1104900" y="4667250"/>
              <a:ext cx="457200" cy="457200"/>
            </a:xfrm>
            <a:prstGeom prst="ellipse">
              <a:avLst/>
            </a:prstGeom>
            <a:solidFill>
              <a:srgbClr val="1565C0"/>
            </a:solidFill>
            <a:ln>
              <a:noFill/>
            </a:ln>
          </p:spPr>
        </p:sp>
        <p:sp>
          <p:nvSpPr>
            <p:cNvPr id="23" name="TextBox 23"/>
            <p:cNvSpPr txBox="1"/>
            <p:nvPr/>
          </p:nvSpPr>
          <p:spPr>
            <a:xfrm>
              <a:off x="1274165" y="48167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Pretendard"/>
                  <a:ea typeface="Pretendard"/>
                  <a:cs typeface="Pretendard"/>
                </a:rPr>
                <a:t>4</a:t>
              </a:r>
            </a:p>
          </p:txBody>
        </p:sp>
        <p:sp>
          <p:nvSpPr>
            <p:cNvPr id="24" name="Rectangle 24"/>
            <p:cNvSpPr/>
            <p:nvPr/>
          </p:nvSpPr>
          <p:spPr>
            <a:xfrm>
              <a:off x="1905000" y="4648200"/>
              <a:ext cx="9677400" cy="495300"/>
            </a:xfrm>
            <a:prstGeom prst="roundRect">
              <a:avLst>
                <a:gd name="adj" fmla="val 23077"/>
              </a:avLst>
            </a:prstGeom>
            <a:solidFill>
              <a:srgbClr val="F4F7FB"/>
            </a:solidFill>
            <a:ln>
              <a:noFill/>
            </a:ln>
          </p:spPr>
        </p:sp>
        <p:sp>
          <p:nvSpPr>
            <p:cNvPr id="25" name="TextBox 25"/>
            <p:cNvSpPr txBox="1"/>
            <p:nvPr/>
          </p:nvSpPr>
          <p:spPr>
            <a:xfrm>
              <a:off x="2162556" y="4758690"/>
              <a:ext cx="3516725"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표·차트 적합 구간 시각화 지정</a:t>
              </a:r>
            </a:p>
          </p:txBody>
        </p:sp>
      </p:grpSp>
      <p:grpSp>
        <p:nvGrpSpPr>
          <p:cNvPr id="31" name="Group 31"/>
          <p:cNvGrpSpPr/>
          <p:nvPr/>
        </p:nvGrpSpPr>
        <p:grpSpPr>
          <a:xfrm>
            <a:off x="1066800" y="5391150"/>
            <a:ext cx="10515600" cy="647700"/>
            <a:chOff x="1066800" y="5391150"/>
            <a:chExt cx="10515600" cy="647700"/>
          </a:xfrm>
        </p:grpSpPr>
        <p:sp>
          <p:nvSpPr>
            <p:cNvPr id="27" name="Ellipse 27"/>
            <p:cNvSpPr/>
            <p:nvPr/>
          </p:nvSpPr>
          <p:spPr>
            <a:xfrm>
              <a:off x="1066800" y="5448300"/>
              <a:ext cx="533400" cy="533400"/>
            </a:xfrm>
            <a:prstGeom prst="ellipse">
              <a:avLst/>
            </a:prstGeom>
            <a:solidFill>
              <a:srgbClr val="FF6B35"/>
            </a:solidFill>
            <a:ln>
              <a:noFill/>
            </a:ln>
          </p:spPr>
        </p:sp>
        <p:sp>
          <p:nvSpPr>
            <p:cNvPr id="28" name="TextBox 28"/>
            <p:cNvSpPr txBox="1"/>
            <p:nvPr/>
          </p:nvSpPr>
          <p:spPr>
            <a:xfrm>
              <a:off x="1274165" y="56359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Pretendard"/>
                  <a:ea typeface="Pretendard"/>
                  <a:cs typeface="Pretendard"/>
                </a:rPr>
                <a:t>5</a:t>
              </a:r>
            </a:p>
          </p:txBody>
        </p:sp>
        <p:sp>
          <p:nvSpPr>
            <p:cNvPr id="29" name="Rectangle 29"/>
            <p:cNvSpPr/>
            <p:nvPr/>
          </p:nvSpPr>
          <p:spPr>
            <a:xfrm>
              <a:off x="1905000" y="5391150"/>
              <a:ext cx="9677400" cy="647700"/>
            </a:xfrm>
            <a:prstGeom prst="roundRect">
              <a:avLst>
                <a:gd name="adj" fmla="val 17647"/>
              </a:avLst>
            </a:prstGeom>
            <a:solidFill>
              <a:srgbClr val="FF6B35">
                <a:alpha val="8000"/>
              </a:srgbClr>
            </a:solidFill>
            <a:ln>
              <a:noFill/>
            </a:ln>
          </p:spPr>
        </p:sp>
        <p:sp>
          <p:nvSpPr>
            <p:cNvPr id="30" name="TextBox 30"/>
            <p:cNvSpPr txBox="1"/>
            <p:nvPr/>
          </p:nvSpPr>
          <p:spPr>
            <a:xfrm>
              <a:off x="2162556" y="5577840"/>
              <a:ext cx="4140083"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조건이 구체적일수록 결과 품질 향상</a:t>
              </a:r>
            </a:p>
          </p:txBody>
        </p:sp>
      </p:grpSp>
      <p:sp>
        <p:nvSpPr>
          <p:cNvPr id="32" name="TextBox 32"/>
          <p:cNvSpPr txBox="1"/>
          <p:nvPr/>
        </p:nvSpPr>
        <p:spPr>
          <a:xfrm>
            <a:off x="11123981" y="6442710"/>
            <a:ext cx="464515" cy="234696"/>
          </a:xfrm>
          <a:prstGeom prst="rect">
            <a:avLst/>
          </a:prstGeom>
          <a:noFill/>
          <a:ln>
            <a:noFill/>
          </a:ln>
        </p:spPr>
        <p:txBody>
          <a:bodyPr wrap="none" lIns="0" tIns="0" rIns="0" bIns="0" anchor="t" anchorCtr="0">
            <a:spAutoFit/>
          </a:bodyPr>
          <a:lstStyle/>
          <a:p>
            <a:pPr algn="r"/>
            <a:r>
              <a:rPr lang="en-US" sz="1200" dirty="0">
                <a:solidFill>
                  <a:srgbClr val="94A3B3"/>
                </a:solidFill>
                <a:latin typeface="Pretendard"/>
                <a:ea typeface="Pretendard"/>
                <a:cs typeface="Pretendard"/>
              </a:rPr>
              <a:t>8 / 14</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8027195" cy="1318259"/>
            <a:chOff x="593598" y="669608"/>
            <a:chExt cx="8027195" cy="1318259"/>
          </a:xfrm>
        </p:grpSpPr>
        <p:sp>
          <p:nvSpPr>
            <p:cNvPr id="2" name="TextBox 2"/>
            <p:cNvSpPr txBox="1"/>
            <p:nvPr/>
          </p:nvSpPr>
          <p:spPr>
            <a:xfrm>
              <a:off x="593598" y="669608"/>
              <a:ext cx="6042955" cy="616077"/>
            </a:xfrm>
            <a:prstGeom prst="rect">
              <a:avLst/>
            </a:prstGeom>
            <a:noFill/>
            <a:ln>
              <a:noFill/>
            </a:ln>
          </p:spPr>
          <p:txBody>
            <a:bodyPr wrap="none" lIns="0" tIns="0" rIns="0" bIns="0" anchor="t" anchorCtr="0">
              <a:spAutoFit/>
            </a:bodyPr>
            <a:lstStyle/>
            <a:p>
              <a:pPr algn="l"/>
              <a:r>
                <a:rPr lang="ko-KR" sz="3150" b="1" dirty="0">
                  <a:solidFill>
                    <a:srgbClr val="1D2733"/>
                  </a:solidFill>
                  <a:latin typeface="Pretendard ExtraBold"/>
                  <a:ea typeface="Pretendard ExtraBold"/>
                  <a:cs typeface="Pretendard ExtraBold"/>
                </a:rPr>
                <a:t>결과 확인과 GitHub 자동 반영</a:t>
              </a:r>
            </a:p>
          </p:txBody>
        </p:sp>
        <p:sp>
          <p:nvSpPr>
            <p:cNvPr id="3" name="TextBox 3"/>
            <p:cNvSpPr txBox="1"/>
            <p:nvPr/>
          </p:nvSpPr>
          <p:spPr>
            <a:xfrm>
              <a:off x="598170" y="1185862"/>
              <a:ext cx="8022623"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Claude가 만든 PPT는 자동으로 브랜치·PR로 올라오며,</a:t>
              </a:r>
            </a:p>
          </p:txBody>
        </p:sp>
        <p:sp>
          <p:nvSpPr>
            <p:cNvPr id="4" name="TextBox 4"/>
            <p:cNvSpPr txBox="1"/>
            <p:nvPr/>
          </p:nvSpPr>
          <p:spPr>
            <a:xfrm>
              <a:off x="598170" y="1547812"/>
              <a:ext cx="7889843"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사용자는 PR 링크에서 Merge 한 번으로 최종 반영한다</a:t>
              </a:r>
            </a:p>
          </p:txBody>
        </p:sp>
      </p:grpSp>
      <p:sp>
        <p:nvSpPr>
          <p:cNvPr id="6" name="Line 6"/>
          <p:cNvSpPr/>
          <p:nvPr/>
        </p:nvSpPr>
        <p:spPr>
          <a:xfrm>
            <a:off x="2419350" y="3190875"/>
            <a:ext cx="361950" cy="1"/>
          </a:xfrm>
          <a:prstGeom prst="line">
            <a:avLst/>
          </a:prstGeom>
          <a:noFill/>
          <a:ln w="23812">
            <a:solidFill>
              <a:srgbClr val="94A3B3"/>
            </a:solidFill>
            <a:tailEnd type="triangle" w="lg" len="lg"/>
          </a:ln>
        </p:spPr>
      </p:sp>
      <p:sp>
        <p:nvSpPr>
          <p:cNvPr id="7" name="Line 7"/>
          <p:cNvSpPr/>
          <p:nvPr/>
        </p:nvSpPr>
        <p:spPr>
          <a:xfrm>
            <a:off x="4591050" y="3190875"/>
            <a:ext cx="361950" cy="1"/>
          </a:xfrm>
          <a:prstGeom prst="line">
            <a:avLst/>
          </a:prstGeom>
          <a:noFill/>
          <a:ln w="23812">
            <a:solidFill>
              <a:srgbClr val="94A3B3"/>
            </a:solidFill>
            <a:tailEnd type="triangle" w="lg" len="lg"/>
          </a:ln>
        </p:spPr>
      </p:sp>
      <p:sp>
        <p:nvSpPr>
          <p:cNvPr id="8" name="Line 8"/>
          <p:cNvSpPr/>
          <p:nvPr/>
        </p:nvSpPr>
        <p:spPr>
          <a:xfrm>
            <a:off x="6762750" y="3190875"/>
            <a:ext cx="361950" cy="1"/>
          </a:xfrm>
          <a:prstGeom prst="line">
            <a:avLst/>
          </a:prstGeom>
          <a:noFill/>
          <a:ln w="23812">
            <a:solidFill>
              <a:srgbClr val="94A3B3"/>
            </a:solidFill>
            <a:tailEnd type="triangle" w="lg" len="lg"/>
          </a:ln>
        </p:spPr>
      </p:sp>
      <p:sp>
        <p:nvSpPr>
          <p:cNvPr id="9" name="Line 9"/>
          <p:cNvSpPr/>
          <p:nvPr/>
        </p:nvSpPr>
        <p:spPr>
          <a:xfrm>
            <a:off x="8934450" y="3190875"/>
            <a:ext cx="361950" cy="1"/>
          </a:xfrm>
          <a:prstGeom prst="line">
            <a:avLst/>
          </a:prstGeom>
          <a:noFill/>
          <a:ln w="23812">
            <a:solidFill>
              <a:srgbClr val="94A3B3"/>
            </a:solidFill>
            <a:custDash>
              <a:ds d="240000" sp="160000"/>
            </a:custDash>
            <a:tailEnd type="triangle" w="lg" len="lg"/>
          </a:ln>
        </p:spPr>
      </p:sp>
      <p:grpSp>
        <p:nvGrpSpPr>
          <p:cNvPr id="23" name="Group 23"/>
          <p:cNvGrpSpPr/>
          <p:nvPr/>
        </p:nvGrpSpPr>
        <p:grpSpPr>
          <a:xfrm>
            <a:off x="609600" y="2476500"/>
            <a:ext cx="1809750" cy="1428750"/>
            <a:chOff x="609600" y="2476500"/>
            <a:chExt cx="1809750" cy="1428750"/>
          </a:xfrm>
        </p:grpSpPr>
        <p:sp>
          <p:nvSpPr>
            <p:cNvPr id="10" name="Rectangle 10"/>
            <p:cNvSpPr/>
            <p:nvPr/>
          </p:nvSpPr>
          <p:spPr>
            <a:xfrm>
              <a:off x="609600" y="2476500"/>
              <a:ext cx="1809750" cy="1428750"/>
            </a:xfrm>
            <a:prstGeom prst="roundRect">
              <a:avLst>
                <a:gd name="adj" fmla="val 10667"/>
              </a:avLst>
            </a:prstGeom>
            <a:solidFill>
              <a:srgbClr val="F4F7FB"/>
            </a:solidFill>
            <a:ln>
              <a:noFill/>
            </a:ln>
          </p:spPr>
        </p:sp>
        <p:grpSp>
          <p:nvGrpSpPr>
            <p:cNvPr id="20" name="Group 20"/>
            <p:cNvGrpSpPr/>
            <p:nvPr/>
          </p:nvGrpSpPr>
          <p:grpSpPr>
            <a:xfrm>
              <a:off x="973931" y="2728912"/>
              <a:ext cx="166688" cy="226219"/>
              <a:chOff x="973931" y="2728912"/>
              <a:chExt cx="166688" cy="226219"/>
            </a:xfrm>
          </p:grpSpPr>
          <p:sp>
            <p:nvSpPr>
              <p:cNvPr id="11" name="Freeform 11"/>
              <p:cNvSpPr/>
              <p:nvPr/>
            </p:nvSpPr>
            <p:spPr>
              <a:xfrm>
                <a:off x="985838" y="2752725"/>
                <a:ext cx="142875" cy="95250"/>
              </a:xfrm>
              <a:custGeom>
                <a:avLst/>
                <a:gdLst/>
                <a:ahLst/>
                <a:cxnLst/>
                <a:rect l="l" t="t" r="r" b="b"/>
                <a:pathLst>
                  <a:path w="142875" h="95250">
                    <a:moveTo>
                      <a:pt x="0" y="23812"/>
                    </a:moveTo>
                    <a:cubicBezTo>
                      <a:pt x="0" y="10661"/>
                      <a:pt x="10661" y="0"/>
                      <a:pt x="23812" y="0"/>
                    </a:cubicBezTo>
                    <a:lnTo>
                      <a:pt x="119062" y="0"/>
                    </a:lnTo>
                    <a:cubicBezTo>
                      <a:pt x="132214" y="0"/>
                      <a:pt x="142875" y="10661"/>
                      <a:pt x="142875" y="23812"/>
                    </a:cubicBezTo>
                    <a:lnTo>
                      <a:pt x="142875" y="71438"/>
                    </a:lnTo>
                    <a:cubicBezTo>
                      <a:pt x="142875" y="84589"/>
                      <a:pt x="132214" y="95250"/>
                      <a:pt x="119062" y="95250"/>
                    </a:cubicBezTo>
                    <a:lnTo>
                      <a:pt x="23812" y="95250"/>
                    </a:lnTo>
                    <a:cubicBezTo>
                      <a:pt x="10661" y="95250"/>
                      <a:pt x="0" y="84589"/>
                      <a:pt x="0" y="71438"/>
                    </a:cubicBezTo>
                    <a:lnTo>
                      <a:pt x="0" y="23812"/>
                    </a:lnTo>
                  </a:path>
                </a:pathLst>
              </a:custGeom>
              <a:noFill/>
              <a:ln w="23812">
                <a:solidFill>
                  <a:srgbClr val="1565C0"/>
                </a:solidFill>
              </a:ln>
            </p:spPr>
          </p:sp>
          <p:sp>
            <p:nvSpPr>
              <p:cNvPr id="12" name="Freeform 12"/>
              <p:cNvSpPr/>
              <p:nvPr/>
            </p:nvSpPr>
            <p:spPr>
              <a:xfrm>
                <a:off x="1057275" y="2728912"/>
                <a:ext cx="9525" cy="23812"/>
              </a:xfrm>
              <a:custGeom>
                <a:avLst/>
                <a:gdLst/>
                <a:ahLst/>
                <a:cxnLst/>
                <a:rect l="l" t="t" r="r" b="b"/>
                <a:pathLst>
                  <a:path w="9525" h="23812">
                    <a:moveTo>
                      <a:pt x="0" y="0"/>
                    </a:moveTo>
                    <a:lnTo>
                      <a:pt x="0" y="23812"/>
                    </a:lnTo>
                  </a:path>
                </a:pathLst>
              </a:custGeom>
              <a:noFill/>
              <a:ln w="23812">
                <a:solidFill>
                  <a:srgbClr val="1565C0"/>
                </a:solidFill>
              </a:ln>
            </p:spPr>
          </p:sp>
          <p:sp>
            <p:nvSpPr>
              <p:cNvPr id="13" name="Freeform 13"/>
              <p:cNvSpPr/>
              <p:nvPr/>
            </p:nvSpPr>
            <p:spPr>
              <a:xfrm>
                <a:off x="1021556" y="2847975"/>
                <a:ext cx="9525" cy="107156"/>
              </a:xfrm>
              <a:custGeom>
                <a:avLst/>
                <a:gdLst/>
                <a:ahLst/>
                <a:cxnLst/>
                <a:rect l="l" t="t" r="r" b="b"/>
                <a:pathLst>
                  <a:path w="9525" h="107156">
                    <a:moveTo>
                      <a:pt x="0" y="0"/>
                    </a:moveTo>
                    <a:lnTo>
                      <a:pt x="0" y="107156"/>
                    </a:lnTo>
                  </a:path>
                </a:pathLst>
              </a:custGeom>
              <a:noFill/>
              <a:ln w="23812">
                <a:solidFill>
                  <a:srgbClr val="1565C0"/>
                </a:solidFill>
              </a:ln>
            </p:spPr>
          </p:sp>
          <p:sp>
            <p:nvSpPr>
              <p:cNvPr id="14" name="Freeform 14"/>
              <p:cNvSpPr/>
              <p:nvPr/>
            </p:nvSpPr>
            <p:spPr>
              <a:xfrm>
                <a:off x="1092994" y="2847975"/>
                <a:ext cx="9525" cy="107156"/>
              </a:xfrm>
              <a:custGeom>
                <a:avLst/>
                <a:gdLst/>
                <a:ahLst/>
                <a:cxnLst/>
                <a:rect l="l" t="t" r="r" b="b"/>
                <a:pathLst>
                  <a:path w="9525" h="107156">
                    <a:moveTo>
                      <a:pt x="0" y="0"/>
                    </a:moveTo>
                    <a:lnTo>
                      <a:pt x="0" y="107156"/>
                    </a:lnTo>
                  </a:path>
                </a:pathLst>
              </a:custGeom>
              <a:noFill/>
              <a:ln w="23812">
                <a:solidFill>
                  <a:srgbClr val="1565C0"/>
                </a:solidFill>
              </a:ln>
            </p:spPr>
          </p:sp>
          <p:sp>
            <p:nvSpPr>
              <p:cNvPr id="15" name="Freeform 15"/>
              <p:cNvSpPr/>
              <p:nvPr/>
            </p:nvSpPr>
            <p:spPr>
              <a:xfrm>
                <a:off x="973931" y="2871788"/>
                <a:ext cx="47625" cy="23812"/>
              </a:xfrm>
              <a:custGeom>
                <a:avLst/>
                <a:gdLst/>
                <a:ahLst/>
                <a:cxnLst/>
                <a:rect l="l" t="t" r="r" b="b"/>
                <a:pathLst>
                  <a:path w="47625" h="23812">
                    <a:moveTo>
                      <a:pt x="0" y="23812"/>
                    </a:moveTo>
                    <a:lnTo>
                      <a:pt x="47625" y="0"/>
                    </a:lnTo>
                  </a:path>
                </a:pathLst>
              </a:custGeom>
              <a:noFill/>
              <a:ln w="23812">
                <a:solidFill>
                  <a:srgbClr val="1565C0"/>
                </a:solidFill>
              </a:ln>
            </p:spPr>
          </p:sp>
          <p:sp>
            <p:nvSpPr>
              <p:cNvPr id="16" name="Freeform 16"/>
              <p:cNvSpPr/>
              <p:nvPr/>
            </p:nvSpPr>
            <p:spPr>
              <a:xfrm>
                <a:off x="1092994" y="2871788"/>
                <a:ext cx="47625" cy="23812"/>
              </a:xfrm>
              <a:custGeom>
                <a:avLst/>
                <a:gdLst/>
                <a:ahLst/>
                <a:cxnLst/>
                <a:rect l="l" t="t" r="r" b="b"/>
                <a:pathLst>
                  <a:path w="47625" h="23812">
                    <a:moveTo>
                      <a:pt x="0" y="0"/>
                    </a:moveTo>
                    <a:lnTo>
                      <a:pt x="47625" y="23812"/>
                    </a:lnTo>
                  </a:path>
                </a:pathLst>
              </a:custGeom>
              <a:noFill/>
              <a:ln w="23812">
                <a:solidFill>
                  <a:srgbClr val="1565C0"/>
                </a:solidFill>
              </a:ln>
            </p:spPr>
          </p:sp>
          <p:sp>
            <p:nvSpPr>
              <p:cNvPr id="17" name="Freeform 17"/>
              <p:cNvSpPr/>
              <p:nvPr/>
            </p:nvSpPr>
            <p:spPr>
              <a:xfrm>
                <a:off x="1021556" y="2919412"/>
                <a:ext cx="71438" cy="9525"/>
              </a:xfrm>
              <a:custGeom>
                <a:avLst/>
                <a:gdLst/>
                <a:ahLst/>
                <a:cxnLst/>
                <a:rect l="l" t="t" r="r" b="b"/>
                <a:pathLst>
                  <a:path w="71438" h="9525">
                    <a:moveTo>
                      <a:pt x="0" y="0"/>
                    </a:moveTo>
                    <a:lnTo>
                      <a:pt x="71438" y="0"/>
                    </a:lnTo>
                  </a:path>
                </a:pathLst>
              </a:custGeom>
              <a:noFill/>
              <a:ln w="23812">
                <a:solidFill>
                  <a:srgbClr val="1565C0"/>
                </a:solidFill>
              </a:ln>
            </p:spPr>
          </p:sp>
          <p:sp>
            <p:nvSpPr>
              <p:cNvPr id="18" name="Freeform 18"/>
              <p:cNvSpPr/>
              <p:nvPr/>
            </p:nvSpPr>
            <p:spPr>
              <a:xfrm>
                <a:off x="1033462" y="2800350"/>
                <a:ext cx="9525" cy="9525"/>
              </a:xfrm>
              <a:custGeom>
                <a:avLst/>
                <a:gdLst/>
                <a:ahLst/>
                <a:cxnLst/>
                <a:rect l="l" t="t" r="r" b="b"/>
                <a:pathLst>
                  <a:path w="9525" h="9525">
                    <a:moveTo>
                      <a:pt x="0" y="0"/>
                    </a:moveTo>
                    <a:lnTo>
                      <a:pt x="0" y="119"/>
                    </a:lnTo>
                  </a:path>
                </a:pathLst>
              </a:custGeom>
              <a:noFill/>
              <a:ln w="23812">
                <a:solidFill>
                  <a:srgbClr val="1565C0"/>
                </a:solidFill>
              </a:ln>
            </p:spPr>
          </p:sp>
          <p:sp>
            <p:nvSpPr>
              <p:cNvPr id="19" name="Freeform 19"/>
              <p:cNvSpPr/>
              <p:nvPr/>
            </p:nvSpPr>
            <p:spPr>
              <a:xfrm>
                <a:off x="1081088" y="2800350"/>
                <a:ext cx="9525" cy="9525"/>
              </a:xfrm>
              <a:custGeom>
                <a:avLst/>
                <a:gdLst/>
                <a:ahLst/>
                <a:cxnLst/>
                <a:rect l="l" t="t" r="r" b="b"/>
                <a:pathLst>
                  <a:path w="9525" h="9525">
                    <a:moveTo>
                      <a:pt x="0" y="0"/>
                    </a:moveTo>
                    <a:lnTo>
                      <a:pt x="0" y="119"/>
                    </a:lnTo>
                  </a:path>
                </a:pathLst>
              </a:custGeom>
              <a:noFill/>
              <a:ln w="23812">
                <a:solidFill>
                  <a:srgbClr val="1565C0"/>
                </a:solidFill>
              </a:ln>
            </p:spPr>
          </p:sp>
        </p:grpSp>
        <p:sp>
          <p:nvSpPr>
            <p:cNvPr id="21" name="TextBox 21"/>
            <p:cNvSpPr txBox="1"/>
            <p:nvPr/>
          </p:nvSpPr>
          <p:spPr>
            <a:xfrm>
              <a:off x="905256" y="3120390"/>
              <a:ext cx="986089"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격리 VM</a:t>
              </a:r>
            </a:p>
          </p:txBody>
        </p:sp>
        <p:sp>
          <p:nvSpPr>
            <p:cNvPr id="22" name="TextBox 22"/>
            <p:cNvSpPr txBox="1"/>
            <p:nvPr/>
          </p:nvSpPr>
          <p:spPr>
            <a:xfrm>
              <a:off x="907542" y="3454718"/>
              <a:ext cx="795185"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파일 생성</a:t>
              </a:r>
            </a:p>
          </p:txBody>
        </p:sp>
      </p:grpSp>
      <p:grpSp>
        <p:nvGrpSpPr>
          <p:cNvPr id="34" name="Group 34"/>
          <p:cNvGrpSpPr/>
          <p:nvPr/>
        </p:nvGrpSpPr>
        <p:grpSpPr>
          <a:xfrm>
            <a:off x="2781300" y="2476500"/>
            <a:ext cx="1809750" cy="1428750"/>
            <a:chOff x="2781300" y="2476500"/>
            <a:chExt cx="1809750" cy="1428750"/>
          </a:xfrm>
        </p:grpSpPr>
        <p:sp>
          <p:nvSpPr>
            <p:cNvPr id="24" name="Rectangle 24"/>
            <p:cNvSpPr/>
            <p:nvPr/>
          </p:nvSpPr>
          <p:spPr>
            <a:xfrm>
              <a:off x="2781300" y="2476500"/>
              <a:ext cx="1809750" cy="1428750"/>
            </a:xfrm>
            <a:prstGeom prst="roundRect">
              <a:avLst>
                <a:gd name="adj" fmla="val 10667"/>
              </a:avLst>
            </a:prstGeom>
            <a:solidFill>
              <a:srgbClr val="F4F7FB"/>
            </a:solidFill>
            <a:ln>
              <a:noFill/>
            </a:ln>
          </p:spPr>
        </p:sp>
        <p:grpSp>
          <p:nvGrpSpPr>
            <p:cNvPr id="31" name="Group 31"/>
            <p:cNvGrpSpPr/>
            <p:nvPr/>
          </p:nvGrpSpPr>
          <p:grpSpPr>
            <a:xfrm>
              <a:off x="3145631" y="2752725"/>
              <a:ext cx="178595" cy="190500"/>
              <a:chOff x="3145631" y="2752725"/>
              <a:chExt cx="178595" cy="190500"/>
            </a:xfrm>
          </p:grpSpPr>
          <p:sp>
            <p:nvSpPr>
              <p:cNvPr id="25" name="Freeform 25"/>
              <p:cNvSpPr/>
              <p:nvPr/>
            </p:nvSpPr>
            <p:spPr>
              <a:xfrm>
                <a:off x="3145631" y="2895600"/>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23812">
                <a:solidFill>
                  <a:srgbClr val="1565C0"/>
                </a:solidFill>
              </a:ln>
            </p:spPr>
          </p:sp>
          <p:sp>
            <p:nvSpPr>
              <p:cNvPr id="26" name="Freeform 26"/>
              <p:cNvSpPr/>
              <p:nvPr/>
            </p:nvSpPr>
            <p:spPr>
              <a:xfrm>
                <a:off x="3145631" y="2752725"/>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23812">
                <a:solidFill>
                  <a:srgbClr val="1565C0"/>
                </a:solidFill>
              </a:ln>
            </p:spPr>
          </p:sp>
          <p:sp>
            <p:nvSpPr>
              <p:cNvPr id="27" name="Freeform 27"/>
              <p:cNvSpPr/>
              <p:nvPr/>
            </p:nvSpPr>
            <p:spPr>
              <a:xfrm>
                <a:off x="3264694" y="2752725"/>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23812">
                <a:solidFill>
                  <a:srgbClr val="1565C0"/>
                </a:solidFill>
              </a:ln>
            </p:spPr>
          </p:sp>
          <p:sp>
            <p:nvSpPr>
              <p:cNvPr id="28" name="Freeform 28"/>
              <p:cNvSpPr/>
              <p:nvPr/>
            </p:nvSpPr>
            <p:spPr>
              <a:xfrm>
                <a:off x="3169444" y="2800350"/>
                <a:ext cx="9525" cy="95250"/>
              </a:xfrm>
              <a:custGeom>
                <a:avLst/>
                <a:gdLst/>
                <a:ahLst/>
                <a:cxnLst/>
                <a:rect l="l" t="t" r="r" b="b"/>
                <a:pathLst>
                  <a:path w="9525" h="95250">
                    <a:moveTo>
                      <a:pt x="0" y="0"/>
                    </a:moveTo>
                    <a:lnTo>
                      <a:pt x="0" y="95250"/>
                    </a:lnTo>
                  </a:path>
                </a:pathLst>
              </a:custGeom>
              <a:noFill/>
              <a:ln w="23812">
                <a:solidFill>
                  <a:srgbClr val="1565C0"/>
                </a:solidFill>
              </a:ln>
            </p:spPr>
          </p:sp>
          <p:sp>
            <p:nvSpPr>
              <p:cNvPr id="29" name="Freeform 29"/>
              <p:cNvSpPr/>
              <p:nvPr/>
            </p:nvSpPr>
            <p:spPr>
              <a:xfrm>
                <a:off x="3193256" y="2836069"/>
                <a:ext cx="95250" cy="83344"/>
              </a:xfrm>
              <a:custGeom>
                <a:avLst/>
                <a:gdLst/>
                <a:ahLst/>
                <a:cxnLst/>
                <a:rect l="l" t="t" r="r" b="b"/>
                <a:pathLst>
                  <a:path w="95250" h="83344">
                    <a:moveTo>
                      <a:pt x="0" y="83344"/>
                    </a:moveTo>
                    <a:lnTo>
                      <a:pt x="71438" y="83344"/>
                    </a:lnTo>
                    <a:cubicBezTo>
                      <a:pt x="84589" y="83344"/>
                      <a:pt x="95250" y="72683"/>
                      <a:pt x="95250" y="59531"/>
                    </a:cubicBezTo>
                    <a:lnTo>
                      <a:pt x="95250" y="0"/>
                    </a:lnTo>
                  </a:path>
                </a:pathLst>
              </a:custGeom>
              <a:noFill/>
              <a:ln w="23812">
                <a:solidFill>
                  <a:srgbClr val="1565C0"/>
                </a:solidFill>
              </a:ln>
            </p:spPr>
          </p:sp>
          <p:sp>
            <p:nvSpPr>
              <p:cNvPr id="30" name="Freeform 30"/>
              <p:cNvSpPr/>
              <p:nvPr/>
            </p:nvSpPr>
            <p:spPr>
              <a:xfrm>
                <a:off x="3252788" y="2836069"/>
                <a:ext cx="71438" cy="35719"/>
              </a:xfrm>
              <a:custGeom>
                <a:avLst/>
                <a:gdLst/>
                <a:ahLst/>
                <a:cxnLst/>
                <a:rect l="l" t="t" r="r" b="b"/>
                <a:pathLst>
                  <a:path w="71438" h="35719">
                    <a:moveTo>
                      <a:pt x="0" y="35719"/>
                    </a:moveTo>
                    <a:lnTo>
                      <a:pt x="35719" y="0"/>
                    </a:lnTo>
                    <a:lnTo>
                      <a:pt x="71438" y="35719"/>
                    </a:lnTo>
                  </a:path>
                </a:pathLst>
              </a:custGeom>
              <a:noFill/>
              <a:ln w="23812">
                <a:solidFill>
                  <a:srgbClr val="1565C0"/>
                </a:solidFill>
              </a:ln>
            </p:spPr>
          </p:sp>
        </p:grpSp>
        <p:sp>
          <p:nvSpPr>
            <p:cNvPr id="32" name="TextBox 32"/>
            <p:cNvSpPr txBox="1"/>
            <p:nvPr/>
          </p:nvSpPr>
          <p:spPr>
            <a:xfrm>
              <a:off x="3076956" y="3120390"/>
              <a:ext cx="781583"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브랜치</a:t>
              </a:r>
            </a:p>
          </p:txBody>
        </p:sp>
        <p:sp>
          <p:nvSpPr>
            <p:cNvPr id="33" name="TextBox 33"/>
            <p:cNvSpPr txBox="1"/>
            <p:nvPr/>
          </p:nvSpPr>
          <p:spPr>
            <a:xfrm>
              <a:off x="3079242" y="3454718"/>
              <a:ext cx="795185"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자동 생성</a:t>
              </a:r>
            </a:p>
          </p:txBody>
        </p:sp>
      </p:grpSp>
      <p:grpSp>
        <p:nvGrpSpPr>
          <p:cNvPr id="44" name="Group 44"/>
          <p:cNvGrpSpPr/>
          <p:nvPr/>
        </p:nvGrpSpPr>
        <p:grpSpPr>
          <a:xfrm>
            <a:off x="4953000" y="2476500"/>
            <a:ext cx="1809750" cy="1428750"/>
            <a:chOff x="4953000" y="2476500"/>
            <a:chExt cx="1809750" cy="1428750"/>
          </a:xfrm>
        </p:grpSpPr>
        <p:sp>
          <p:nvSpPr>
            <p:cNvPr id="35" name="Rectangle 35"/>
            <p:cNvSpPr/>
            <p:nvPr/>
          </p:nvSpPr>
          <p:spPr>
            <a:xfrm>
              <a:off x="4953000" y="2476500"/>
              <a:ext cx="1809750" cy="1428750"/>
            </a:xfrm>
            <a:prstGeom prst="roundRect">
              <a:avLst>
                <a:gd name="adj" fmla="val 10667"/>
              </a:avLst>
            </a:prstGeom>
            <a:solidFill>
              <a:srgbClr val="F4F7FB"/>
            </a:solidFill>
            <a:ln>
              <a:noFill/>
            </a:ln>
          </p:spPr>
        </p:sp>
        <p:grpSp>
          <p:nvGrpSpPr>
            <p:cNvPr id="41" name="Group 41"/>
            <p:cNvGrpSpPr/>
            <p:nvPr/>
          </p:nvGrpSpPr>
          <p:grpSpPr>
            <a:xfrm>
              <a:off x="5317331" y="2740819"/>
              <a:ext cx="166688" cy="214312"/>
              <a:chOff x="5317331" y="2740819"/>
              <a:chExt cx="166688" cy="214312"/>
            </a:xfrm>
          </p:grpSpPr>
          <p:sp>
            <p:nvSpPr>
              <p:cNvPr id="36" name="Freeform 36"/>
              <p:cNvSpPr/>
              <p:nvPr/>
            </p:nvSpPr>
            <p:spPr>
              <a:xfrm>
                <a:off x="5424488" y="2740819"/>
                <a:ext cx="59531" cy="59531"/>
              </a:xfrm>
              <a:custGeom>
                <a:avLst/>
                <a:gdLst/>
                <a:ahLst/>
                <a:cxnLst/>
                <a:rect l="l" t="t" r="r" b="b"/>
                <a:pathLst>
                  <a:path w="59531" h="59531">
                    <a:moveTo>
                      <a:pt x="0" y="0"/>
                    </a:moveTo>
                    <a:lnTo>
                      <a:pt x="0" y="47625"/>
                    </a:lnTo>
                    <a:cubicBezTo>
                      <a:pt x="0" y="54201"/>
                      <a:pt x="5331" y="59531"/>
                      <a:pt x="11906" y="59531"/>
                    </a:cubicBezTo>
                    <a:lnTo>
                      <a:pt x="59531" y="59531"/>
                    </a:lnTo>
                  </a:path>
                </a:pathLst>
              </a:custGeom>
              <a:noFill/>
              <a:ln w="23812">
                <a:solidFill>
                  <a:srgbClr val="1565C0"/>
                </a:solidFill>
              </a:ln>
            </p:spPr>
          </p:sp>
          <p:sp>
            <p:nvSpPr>
              <p:cNvPr id="37" name="Freeform 37"/>
              <p:cNvSpPr/>
              <p:nvPr/>
            </p:nvSpPr>
            <p:spPr>
              <a:xfrm>
                <a:off x="5317331" y="2740819"/>
                <a:ext cx="166688" cy="214312"/>
              </a:xfrm>
              <a:custGeom>
                <a:avLst/>
                <a:gdLst/>
                <a:ahLst/>
                <a:cxnLst/>
                <a:rect l="l" t="t" r="r" b="b"/>
                <a:pathLst>
                  <a:path w="166688" h="214312">
                    <a:moveTo>
                      <a:pt x="142875" y="214312"/>
                    </a:moveTo>
                    <a:lnTo>
                      <a:pt x="23812" y="214312"/>
                    </a:lnTo>
                    <a:cubicBezTo>
                      <a:pt x="10661" y="214312"/>
                      <a:pt x="0" y="203651"/>
                      <a:pt x="0" y="190500"/>
                    </a:cubicBezTo>
                    <a:lnTo>
                      <a:pt x="0" y="23812"/>
                    </a:lnTo>
                    <a:cubicBezTo>
                      <a:pt x="0" y="10661"/>
                      <a:pt x="10661" y="0"/>
                      <a:pt x="23812" y="0"/>
                    </a:cubicBezTo>
                    <a:lnTo>
                      <a:pt x="107156" y="0"/>
                    </a:lnTo>
                    <a:lnTo>
                      <a:pt x="166688" y="59531"/>
                    </a:lnTo>
                    <a:lnTo>
                      <a:pt x="166688" y="190500"/>
                    </a:lnTo>
                    <a:cubicBezTo>
                      <a:pt x="166688" y="203651"/>
                      <a:pt x="156026" y="214312"/>
                      <a:pt x="142875" y="214312"/>
                    </a:cubicBezTo>
                  </a:path>
                </a:pathLst>
              </a:custGeom>
              <a:noFill/>
              <a:ln w="23812">
                <a:solidFill>
                  <a:srgbClr val="1565C0"/>
                </a:solidFill>
              </a:ln>
            </p:spPr>
          </p:sp>
          <p:sp>
            <p:nvSpPr>
              <p:cNvPr id="38" name="Freeform 38"/>
              <p:cNvSpPr/>
              <p:nvPr/>
            </p:nvSpPr>
            <p:spPr>
              <a:xfrm>
                <a:off x="5364956" y="2812256"/>
                <a:ext cx="11906" cy="9525"/>
              </a:xfrm>
              <a:custGeom>
                <a:avLst/>
                <a:gdLst/>
                <a:ahLst/>
                <a:cxnLst/>
                <a:rect l="l" t="t" r="r" b="b"/>
                <a:pathLst>
                  <a:path w="11906" h="9525">
                    <a:moveTo>
                      <a:pt x="0" y="0"/>
                    </a:moveTo>
                    <a:lnTo>
                      <a:pt x="11906" y="0"/>
                    </a:lnTo>
                  </a:path>
                </a:pathLst>
              </a:custGeom>
              <a:noFill/>
              <a:ln w="23812">
                <a:solidFill>
                  <a:srgbClr val="1565C0"/>
                </a:solidFill>
              </a:ln>
            </p:spPr>
          </p:sp>
          <p:sp>
            <p:nvSpPr>
              <p:cNvPr id="39" name="Freeform 39"/>
              <p:cNvSpPr/>
              <p:nvPr/>
            </p:nvSpPr>
            <p:spPr>
              <a:xfrm>
                <a:off x="5364956" y="2859881"/>
                <a:ext cx="71438" cy="9525"/>
              </a:xfrm>
              <a:custGeom>
                <a:avLst/>
                <a:gdLst/>
                <a:ahLst/>
                <a:cxnLst/>
                <a:rect l="l" t="t" r="r" b="b"/>
                <a:pathLst>
                  <a:path w="71438" h="9525">
                    <a:moveTo>
                      <a:pt x="0" y="0"/>
                    </a:moveTo>
                    <a:lnTo>
                      <a:pt x="71438" y="0"/>
                    </a:lnTo>
                  </a:path>
                </a:pathLst>
              </a:custGeom>
              <a:noFill/>
              <a:ln w="23812">
                <a:solidFill>
                  <a:srgbClr val="1565C0"/>
                </a:solidFill>
              </a:ln>
            </p:spPr>
          </p:sp>
          <p:sp>
            <p:nvSpPr>
              <p:cNvPr id="40" name="Freeform 40"/>
              <p:cNvSpPr/>
              <p:nvPr/>
            </p:nvSpPr>
            <p:spPr>
              <a:xfrm>
                <a:off x="5364956" y="2907506"/>
                <a:ext cx="71438" cy="9525"/>
              </a:xfrm>
              <a:custGeom>
                <a:avLst/>
                <a:gdLst/>
                <a:ahLst/>
                <a:cxnLst/>
                <a:rect l="l" t="t" r="r" b="b"/>
                <a:pathLst>
                  <a:path w="71438" h="9525">
                    <a:moveTo>
                      <a:pt x="0" y="0"/>
                    </a:moveTo>
                    <a:lnTo>
                      <a:pt x="71438" y="0"/>
                    </a:lnTo>
                  </a:path>
                </a:pathLst>
              </a:custGeom>
              <a:noFill/>
              <a:ln w="23812">
                <a:solidFill>
                  <a:srgbClr val="1565C0"/>
                </a:solidFill>
              </a:ln>
            </p:spPr>
          </p:sp>
        </p:grpSp>
        <p:sp>
          <p:nvSpPr>
            <p:cNvPr id="42" name="TextBox 42"/>
            <p:cNvSpPr txBox="1"/>
            <p:nvPr/>
          </p:nvSpPr>
          <p:spPr>
            <a:xfrm>
              <a:off x="5248656" y="3120390"/>
              <a:ext cx="1226839"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커밋·push</a:t>
              </a:r>
            </a:p>
          </p:txBody>
        </p:sp>
        <p:sp>
          <p:nvSpPr>
            <p:cNvPr id="43" name="TextBox 43"/>
            <p:cNvSpPr txBox="1"/>
            <p:nvPr/>
          </p:nvSpPr>
          <p:spPr>
            <a:xfrm>
              <a:off x="5250942" y="3454718"/>
              <a:ext cx="1213180"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변경 내용 반영</a:t>
              </a:r>
            </a:p>
          </p:txBody>
        </p:sp>
      </p:grpSp>
      <p:grpSp>
        <p:nvGrpSpPr>
          <p:cNvPr id="55" name="Group 55"/>
          <p:cNvGrpSpPr/>
          <p:nvPr/>
        </p:nvGrpSpPr>
        <p:grpSpPr>
          <a:xfrm>
            <a:off x="7124700" y="2476500"/>
            <a:ext cx="1809750" cy="1428750"/>
            <a:chOff x="7124700" y="2476500"/>
            <a:chExt cx="1809750" cy="1428750"/>
          </a:xfrm>
        </p:grpSpPr>
        <p:sp>
          <p:nvSpPr>
            <p:cNvPr id="45" name="Rectangle 45"/>
            <p:cNvSpPr/>
            <p:nvPr/>
          </p:nvSpPr>
          <p:spPr>
            <a:xfrm>
              <a:off x="7124700" y="2476500"/>
              <a:ext cx="1809750" cy="1428750"/>
            </a:xfrm>
            <a:prstGeom prst="roundRect">
              <a:avLst>
                <a:gd name="adj" fmla="val 10667"/>
              </a:avLst>
            </a:prstGeom>
            <a:solidFill>
              <a:srgbClr val="F4F7FB"/>
            </a:solidFill>
            <a:ln>
              <a:noFill/>
            </a:ln>
          </p:spPr>
        </p:sp>
        <p:grpSp>
          <p:nvGrpSpPr>
            <p:cNvPr id="52" name="Group 52"/>
            <p:cNvGrpSpPr/>
            <p:nvPr/>
          </p:nvGrpSpPr>
          <p:grpSpPr>
            <a:xfrm>
              <a:off x="7477125" y="2740819"/>
              <a:ext cx="190500" cy="202406"/>
              <a:chOff x="7477125" y="2740819"/>
              <a:chExt cx="190500" cy="202406"/>
            </a:xfrm>
          </p:grpSpPr>
          <p:sp>
            <p:nvSpPr>
              <p:cNvPr id="46" name="Freeform 46"/>
              <p:cNvSpPr/>
              <p:nvPr/>
            </p:nvSpPr>
            <p:spPr>
              <a:xfrm>
                <a:off x="7477125" y="2895600"/>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23812">
                <a:solidFill>
                  <a:srgbClr val="1565C0"/>
                </a:solidFill>
              </a:ln>
            </p:spPr>
          </p:sp>
          <p:sp>
            <p:nvSpPr>
              <p:cNvPr id="47" name="Freeform 47"/>
              <p:cNvSpPr/>
              <p:nvPr/>
            </p:nvSpPr>
            <p:spPr>
              <a:xfrm>
                <a:off x="7477125" y="2752725"/>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23812">
                <a:solidFill>
                  <a:srgbClr val="1565C0"/>
                </a:solidFill>
              </a:ln>
            </p:spPr>
          </p:sp>
          <p:sp>
            <p:nvSpPr>
              <p:cNvPr id="48" name="Freeform 48"/>
              <p:cNvSpPr/>
              <p:nvPr/>
            </p:nvSpPr>
            <p:spPr>
              <a:xfrm>
                <a:off x="7620000" y="2895600"/>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23812">
                <a:solidFill>
                  <a:srgbClr val="1565C0"/>
                </a:solidFill>
              </a:ln>
            </p:spPr>
          </p:sp>
          <p:sp>
            <p:nvSpPr>
              <p:cNvPr id="49" name="Freeform 49"/>
              <p:cNvSpPr/>
              <p:nvPr/>
            </p:nvSpPr>
            <p:spPr>
              <a:xfrm>
                <a:off x="7500938" y="2800350"/>
                <a:ext cx="9525" cy="95250"/>
              </a:xfrm>
              <a:custGeom>
                <a:avLst/>
                <a:gdLst/>
                <a:ahLst/>
                <a:cxnLst/>
                <a:rect l="l" t="t" r="r" b="b"/>
                <a:pathLst>
                  <a:path w="9525" h="95250">
                    <a:moveTo>
                      <a:pt x="0" y="0"/>
                    </a:moveTo>
                    <a:lnTo>
                      <a:pt x="0" y="95250"/>
                    </a:lnTo>
                  </a:path>
                </a:pathLst>
              </a:custGeom>
              <a:noFill/>
              <a:ln w="23812">
                <a:solidFill>
                  <a:srgbClr val="1565C0"/>
                </a:solidFill>
              </a:ln>
            </p:spPr>
          </p:sp>
          <p:sp>
            <p:nvSpPr>
              <p:cNvPr id="50" name="Freeform 50"/>
              <p:cNvSpPr/>
              <p:nvPr/>
            </p:nvSpPr>
            <p:spPr>
              <a:xfrm>
                <a:off x="7560469" y="2776538"/>
                <a:ext cx="83344" cy="119062"/>
              </a:xfrm>
              <a:custGeom>
                <a:avLst/>
                <a:gdLst/>
                <a:ahLst/>
                <a:cxnLst/>
                <a:rect l="l" t="t" r="r" b="b"/>
                <a:pathLst>
                  <a:path w="83344" h="119062">
                    <a:moveTo>
                      <a:pt x="0" y="0"/>
                    </a:moveTo>
                    <a:lnTo>
                      <a:pt x="59531" y="0"/>
                    </a:lnTo>
                    <a:cubicBezTo>
                      <a:pt x="72683" y="0"/>
                      <a:pt x="83344" y="10661"/>
                      <a:pt x="83344" y="23812"/>
                    </a:cubicBezTo>
                    <a:lnTo>
                      <a:pt x="83344" y="119062"/>
                    </a:lnTo>
                  </a:path>
                </a:pathLst>
              </a:custGeom>
              <a:noFill/>
              <a:ln w="23812">
                <a:solidFill>
                  <a:srgbClr val="1565C0"/>
                </a:solidFill>
              </a:ln>
            </p:spPr>
          </p:sp>
          <p:sp>
            <p:nvSpPr>
              <p:cNvPr id="51" name="Freeform 51"/>
              <p:cNvSpPr/>
              <p:nvPr/>
            </p:nvSpPr>
            <p:spPr>
              <a:xfrm>
                <a:off x="7560469" y="2740819"/>
                <a:ext cx="35719" cy="71438"/>
              </a:xfrm>
              <a:custGeom>
                <a:avLst/>
                <a:gdLst/>
                <a:ahLst/>
                <a:cxnLst/>
                <a:rect l="l" t="t" r="r" b="b"/>
                <a:pathLst>
                  <a:path w="35719" h="71438">
                    <a:moveTo>
                      <a:pt x="35719" y="71438"/>
                    </a:moveTo>
                    <a:lnTo>
                      <a:pt x="0" y="35719"/>
                    </a:lnTo>
                    <a:lnTo>
                      <a:pt x="35719" y="0"/>
                    </a:lnTo>
                  </a:path>
                </a:pathLst>
              </a:custGeom>
              <a:noFill/>
              <a:ln w="23812">
                <a:solidFill>
                  <a:srgbClr val="1565C0"/>
                </a:solidFill>
              </a:ln>
            </p:spPr>
          </p:sp>
        </p:grpSp>
        <p:sp>
          <p:nvSpPr>
            <p:cNvPr id="53" name="TextBox 53"/>
            <p:cNvSpPr txBox="1"/>
            <p:nvPr/>
          </p:nvSpPr>
          <p:spPr>
            <a:xfrm>
              <a:off x="7420356" y="3120390"/>
              <a:ext cx="932322"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PR 생성</a:t>
              </a:r>
            </a:p>
          </p:txBody>
        </p:sp>
        <p:sp>
          <p:nvSpPr>
            <p:cNvPr id="54" name="TextBox 54"/>
            <p:cNvSpPr txBox="1"/>
            <p:nvPr/>
          </p:nvSpPr>
          <p:spPr>
            <a:xfrm>
              <a:off x="7422642" y="3454718"/>
              <a:ext cx="1213180"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초안 자동 생성</a:t>
              </a:r>
            </a:p>
          </p:txBody>
        </p:sp>
      </p:grpSp>
      <p:grpSp>
        <p:nvGrpSpPr>
          <p:cNvPr id="62" name="Group 62"/>
          <p:cNvGrpSpPr/>
          <p:nvPr/>
        </p:nvGrpSpPr>
        <p:grpSpPr>
          <a:xfrm>
            <a:off x="9296400" y="2476500"/>
            <a:ext cx="1809750" cy="1428750"/>
            <a:chOff x="9296400" y="2476500"/>
            <a:chExt cx="1809750" cy="1428750"/>
          </a:xfrm>
        </p:grpSpPr>
        <p:sp>
          <p:nvSpPr>
            <p:cNvPr id="56" name="Rectangle 56"/>
            <p:cNvSpPr/>
            <p:nvPr/>
          </p:nvSpPr>
          <p:spPr>
            <a:xfrm>
              <a:off x="9296400" y="2476500"/>
              <a:ext cx="1809750" cy="1428750"/>
            </a:xfrm>
            <a:prstGeom prst="roundRect">
              <a:avLst>
                <a:gd name="adj" fmla="val 10667"/>
              </a:avLst>
            </a:prstGeom>
            <a:solidFill>
              <a:srgbClr val="FF6B35"/>
            </a:solidFill>
            <a:ln>
              <a:noFill/>
            </a:ln>
          </p:spPr>
        </p:sp>
        <p:grpSp>
          <p:nvGrpSpPr>
            <p:cNvPr id="59" name="Group 59"/>
            <p:cNvGrpSpPr/>
            <p:nvPr/>
          </p:nvGrpSpPr>
          <p:grpSpPr>
            <a:xfrm>
              <a:off x="9636919" y="2740819"/>
              <a:ext cx="214312" cy="214312"/>
              <a:chOff x="9636919" y="2740819"/>
              <a:chExt cx="214312" cy="214312"/>
            </a:xfrm>
          </p:grpSpPr>
          <p:sp>
            <p:nvSpPr>
              <p:cNvPr id="57" name="Freeform 57"/>
              <p:cNvSpPr/>
              <p:nvPr/>
            </p:nvSpPr>
            <p:spPr>
              <a:xfrm>
                <a:off x="9636919" y="2740819"/>
                <a:ext cx="214312" cy="214312"/>
              </a:xfrm>
              <a:custGeom>
                <a:avLst/>
                <a:gdLst/>
                <a:ahLst/>
                <a:cxnLst/>
                <a:rect l="l" t="t" r="r" b="b"/>
                <a:pathLst>
                  <a:path w="214312" h="214312">
                    <a:moveTo>
                      <a:pt x="0" y="107156"/>
                    </a:moveTo>
                    <a:cubicBezTo>
                      <a:pt x="0" y="166337"/>
                      <a:pt x="47975" y="214312"/>
                      <a:pt x="107156" y="214312"/>
                    </a:cubicBezTo>
                    <a:cubicBezTo>
                      <a:pt x="166337" y="214312"/>
                      <a:pt x="214312" y="166337"/>
                      <a:pt x="214312" y="107156"/>
                    </a:cubicBezTo>
                    <a:cubicBezTo>
                      <a:pt x="214312" y="47975"/>
                      <a:pt x="166337" y="0"/>
                      <a:pt x="107156" y="0"/>
                    </a:cubicBezTo>
                    <a:cubicBezTo>
                      <a:pt x="47975" y="0"/>
                      <a:pt x="0" y="47975"/>
                      <a:pt x="0" y="107156"/>
                    </a:cubicBezTo>
                  </a:path>
                </a:pathLst>
              </a:custGeom>
              <a:noFill/>
              <a:ln w="23812">
                <a:solidFill>
                  <a:srgbClr val="FFFFFF"/>
                </a:solidFill>
              </a:ln>
            </p:spPr>
          </p:sp>
          <p:sp>
            <p:nvSpPr>
              <p:cNvPr id="58" name="Freeform 58"/>
              <p:cNvSpPr/>
              <p:nvPr/>
            </p:nvSpPr>
            <p:spPr>
              <a:xfrm>
                <a:off x="9708356" y="2824162"/>
                <a:ext cx="71438" cy="47625"/>
              </a:xfrm>
              <a:custGeom>
                <a:avLst/>
                <a:gdLst/>
                <a:ahLst/>
                <a:cxnLst/>
                <a:rect l="l" t="t" r="r" b="b"/>
                <a:pathLst>
                  <a:path w="71438" h="47625">
                    <a:moveTo>
                      <a:pt x="0" y="23812"/>
                    </a:moveTo>
                    <a:lnTo>
                      <a:pt x="23812" y="47625"/>
                    </a:lnTo>
                    <a:lnTo>
                      <a:pt x="71438" y="0"/>
                    </a:lnTo>
                  </a:path>
                </a:pathLst>
              </a:custGeom>
              <a:noFill/>
              <a:ln w="23812">
                <a:solidFill>
                  <a:srgbClr val="FFFFFF"/>
                </a:solidFill>
              </a:ln>
            </p:spPr>
          </p:sp>
        </p:grpSp>
        <p:sp>
          <p:nvSpPr>
            <p:cNvPr id="60" name="TextBox 60"/>
            <p:cNvSpPr txBox="1"/>
            <p:nvPr/>
          </p:nvSpPr>
          <p:spPr>
            <a:xfrm>
              <a:off x="9592056" y="3120390"/>
              <a:ext cx="777359"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Pretendard SemiBold"/>
                  <a:ea typeface="Pretendard SemiBold"/>
                  <a:cs typeface="Pretendard SemiBold"/>
                </a:rPr>
                <a:t>Merge</a:t>
              </a:r>
            </a:p>
          </p:txBody>
        </p:sp>
        <p:sp>
          <p:nvSpPr>
            <p:cNvPr id="61" name="TextBox 61"/>
            <p:cNvSpPr txBox="1"/>
            <p:nvPr/>
          </p:nvSpPr>
          <p:spPr>
            <a:xfrm>
              <a:off x="9594342" y="3454718"/>
              <a:ext cx="976922" cy="264033"/>
            </a:xfrm>
            <a:prstGeom prst="rect">
              <a:avLst/>
            </a:prstGeom>
            <a:noFill/>
            <a:ln>
              <a:noFill/>
            </a:ln>
          </p:spPr>
          <p:txBody>
            <a:bodyPr wrap="none" lIns="0" tIns="0" rIns="0" bIns="0" anchor="t" anchorCtr="0">
              <a:spAutoFit/>
            </a:bodyPr>
            <a:lstStyle/>
            <a:p>
              <a:pPr algn="l"/>
              <a:r>
                <a:rPr lang="ko-KR" sz="1350" dirty="0">
                  <a:solidFill>
                    <a:srgbClr val="FFFFFF"/>
                  </a:solidFill>
                  <a:latin typeface="Pretendard"/>
                  <a:ea typeface="Pretendard"/>
                  <a:cs typeface="Pretendard"/>
                </a:rPr>
                <a:t>사람이 클릭</a:t>
              </a:r>
            </a:p>
          </p:txBody>
        </p:sp>
      </p:grpSp>
      <p:grpSp>
        <p:nvGrpSpPr>
          <p:cNvPr id="65" name="Group 65"/>
          <p:cNvGrpSpPr/>
          <p:nvPr/>
        </p:nvGrpSpPr>
        <p:grpSpPr>
          <a:xfrm>
            <a:off x="609600" y="4286250"/>
            <a:ext cx="4000500" cy="400050"/>
            <a:chOff x="609600" y="4286250"/>
            <a:chExt cx="4000500" cy="400050"/>
          </a:xfrm>
        </p:grpSpPr>
        <p:sp>
          <p:nvSpPr>
            <p:cNvPr id="63" name="Rectangle 63"/>
            <p:cNvSpPr/>
            <p:nvPr/>
          </p:nvSpPr>
          <p:spPr>
            <a:xfrm>
              <a:off x="609600" y="4286250"/>
              <a:ext cx="4000500" cy="400050"/>
            </a:xfrm>
            <a:prstGeom prst="roundRect">
              <a:avLst>
                <a:gd name="adj" fmla="val 50000"/>
              </a:avLst>
            </a:prstGeom>
            <a:solidFill>
              <a:srgbClr val="F4F7FB"/>
            </a:solidFill>
            <a:ln>
              <a:noFill/>
            </a:ln>
          </p:spPr>
        </p:sp>
        <p:sp>
          <p:nvSpPr>
            <p:cNvPr id="64" name="TextBox 64"/>
            <p:cNvSpPr txBox="1"/>
            <p:nvPr/>
          </p:nvSpPr>
          <p:spPr>
            <a:xfrm>
              <a:off x="888492" y="4388168"/>
              <a:ext cx="3094428"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PR 확인과 Merge는 사람이 직접 클릭</a:t>
              </a:r>
            </a:p>
          </p:txBody>
        </p:sp>
      </p:grpSp>
      <p:grpSp>
        <p:nvGrpSpPr>
          <p:cNvPr id="68" name="Group 68"/>
          <p:cNvGrpSpPr/>
          <p:nvPr/>
        </p:nvGrpSpPr>
        <p:grpSpPr>
          <a:xfrm>
            <a:off x="4800600" y="4286250"/>
            <a:ext cx="4572000" cy="400050"/>
            <a:chOff x="4800600" y="4286250"/>
            <a:chExt cx="4572000" cy="400050"/>
          </a:xfrm>
        </p:grpSpPr>
        <p:sp>
          <p:nvSpPr>
            <p:cNvPr id="66" name="Rectangle 66"/>
            <p:cNvSpPr/>
            <p:nvPr/>
          </p:nvSpPr>
          <p:spPr>
            <a:xfrm>
              <a:off x="4800600" y="4286250"/>
              <a:ext cx="4572000" cy="400050"/>
            </a:xfrm>
            <a:prstGeom prst="roundRect">
              <a:avLst>
                <a:gd name="adj" fmla="val 50000"/>
              </a:avLst>
            </a:prstGeom>
            <a:solidFill>
              <a:srgbClr val="F4F7FB"/>
            </a:solidFill>
            <a:ln>
              <a:noFill/>
            </a:ln>
          </p:spPr>
        </p:sp>
        <p:sp>
          <p:nvSpPr>
            <p:cNvPr id="67" name="TextBox 67"/>
            <p:cNvSpPr txBox="1"/>
            <p:nvPr/>
          </p:nvSpPr>
          <p:spPr>
            <a:xfrm>
              <a:off x="5079492" y="4388168"/>
              <a:ext cx="3012376"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부분 수정은 채팅으로 즉시 요청 가능</a:t>
              </a:r>
            </a:p>
          </p:txBody>
        </p:sp>
      </p:grpSp>
      <p:sp>
        <p:nvSpPr>
          <p:cNvPr id="69" name="TextBox 69"/>
          <p:cNvSpPr txBox="1"/>
          <p:nvPr/>
        </p:nvSpPr>
        <p:spPr>
          <a:xfrm>
            <a:off x="11123981" y="6442710"/>
            <a:ext cx="464515" cy="234696"/>
          </a:xfrm>
          <a:prstGeom prst="rect">
            <a:avLst/>
          </a:prstGeom>
          <a:noFill/>
          <a:ln>
            <a:noFill/>
          </a:ln>
        </p:spPr>
        <p:txBody>
          <a:bodyPr wrap="none" lIns="0" tIns="0" rIns="0" bIns="0" anchor="t" anchorCtr="0">
            <a:spAutoFit/>
          </a:bodyPr>
          <a:lstStyle/>
          <a:p>
            <a:pPr algn="r"/>
            <a:r>
              <a:rPr lang="en-US" sz="1200" dirty="0">
                <a:solidFill>
                  <a:srgbClr val="94A3B3"/>
                </a:solidFill>
                <a:latin typeface="Pretendard"/>
                <a:ea typeface="Pretendard"/>
                <a:cs typeface="Pretendard"/>
              </a:rPr>
              <a:t>9 / 14</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7844644" cy="1318259"/>
            <a:chOff x="593598" y="669608"/>
            <a:chExt cx="7844644" cy="1318259"/>
          </a:xfrm>
        </p:grpSpPr>
        <p:sp>
          <p:nvSpPr>
            <p:cNvPr id="2" name="TextBox 2"/>
            <p:cNvSpPr txBox="1"/>
            <p:nvPr/>
          </p:nvSpPr>
          <p:spPr>
            <a:xfrm>
              <a:off x="593598" y="669608"/>
              <a:ext cx="7844644" cy="616077"/>
            </a:xfrm>
            <a:prstGeom prst="rect">
              <a:avLst/>
            </a:prstGeom>
            <a:noFill/>
            <a:ln>
              <a:noFill/>
            </a:ln>
          </p:spPr>
          <p:txBody>
            <a:bodyPr wrap="none" lIns="0" tIns="0" rIns="0" bIns="0" anchor="t" anchorCtr="0">
              <a:spAutoFit/>
            </a:bodyPr>
            <a:lstStyle/>
            <a:p>
              <a:pPr algn="l"/>
              <a:r>
                <a:rPr lang="ko-KR" sz="3150" b="1" dirty="0">
                  <a:solidFill>
                    <a:srgbClr val="1D2733"/>
                  </a:solidFill>
                  <a:latin typeface="Pretendard ExtraBold"/>
                  <a:ea typeface="Pretendard ExtraBold"/>
                  <a:cs typeface="Pretendard ExtraBold"/>
                </a:rPr>
                <a:t>Level 3: 4개 서브에이전트 파이프라인</a:t>
              </a:r>
            </a:p>
          </p:txBody>
        </p:sp>
        <p:sp>
          <p:nvSpPr>
            <p:cNvPr id="3" name="TextBox 3"/>
            <p:cNvSpPr txBox="1"/>
            <p:nvPr/>
          </p:nvSpPr>
          <p:spPr>
            <a:xfrm>
              <a:off x="598170" y="1185862"/>
              <a:ext cx="6642887"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PPT 제작 과정을 4개 서브에이전트로 나누면</a:t>
              </a:r>
            </a:p>
          </p:txBody>
        </p:sp>
        <p:sp>
          <p:nvSpPr>
            <p:cNvPr id="4" name="TextBox 4"/>
            <p:cNvSpPr txBox="1"/>
            <p:nvPr/>
          </p:nvSpPr>
          <p:spPr>
            <a:xfrm>
              <a:off x="598170" y="1547812"/>
              <a:ext cx="5397732"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단계별 재실행과 재사용이 가능해진다</a:t>
              </a:r>
            </a:p>
          </p:txBody>
        </p:sp>
      </p:grpSp>
      <p:sp>
        <p:nvSpPr>
          <p:cNvPr id="6" name="Line 6"/>
          <p:cNvSpPr/>
          <p:nvPr/>
        </p:nvSpPr>
        <p:spPr>
          <a:xfrm>
            <a:off x="3086100" y="3600450"/>
            <a:ext cx="228600" cy="1"/>
          </a:xfrm>
          <a:prstGeom prst="line">
            <a:avLst/>
          </a:prstGeom>
          <a:noFill/>
          <a:ln w="23812">
            <a:solidFill>
              <a:srgbClr val="94A3B3"/>
            </a:solidFill>
            <a:tailEnd type="triangle" w="lg" len="lg"/>
          </a:ln>
        </p:spPr>
      </p:sp>
      <p:sp>
        <p:nvSpPr>
          <p:cNvPr id="7" name="Line 7"/>
          <p:cNvSpPr/>
          <p:nvPr/>
        </p:nvSpPr>
        <p:spPr>
          <a:xfrm>
            <a:off x="5791200" y="3600450"/>
            <a:ext cx="228600" cy="1"/>
          </a:xfrm>
          <a:prstGeom prst="line">
            <a:avLst/>
          </a:prstGeom>
          <a:noFill/>
          <a:ln w="23812">
            <a:solidFill>
              <a:srgbClr val="94A3B3"/>
            </a:solidFill>
            <a:tailEnd type="triangle" w="lg" len="lg"/>
          </a:ln>
        </p:spPr>
      </p:sp>
      <p:sp>
        <p:nvSpPr>
          <p:cNvPr id="8" name="Line 8"/>
          <p:cNvSpPr/>
          <p:nvPr/>
        </p:nvSpPr>
        <p:spPr>
          <a:xfrm>
            <a:off x="8496300" y="3600450"/>
            <a:ext cx="228600" cy="1"/>
          </a:xfrm>
          <a:prstGeom prst="line">
            <a:avLst/>
          </a:prstGeom>
          <a:noFill/>
          <a:ln w="23812">
            <a:solidFill>
              <a:srgbClr val="94A3B3"/>
            </a:solidFill>
            <a:tailEnd type="triangle" w="lg" len="lg"/>
          </a:ln>
        </p:spPr>
      </p:sp>
      <p:grpSp>
        <p:nvGrpSpPr>
          <p:cNvPr id="18" name="Group 18"/>
          <p:cNvGrpSpPr/>
          <p:nvPr/>
        </p:nvGrpSpPr>
        <p:grpSpPr>
          <a:xfrm>
            <a:off x="609600" y="2381250"/>
            <a:ext cx="2476500" cy="2762250"/>
            <a:chOff x="609600" y="2381250"/>
            <a:chExt cx="2476500" cy="2762250"/>
          </a:xfrm>
        </p:grpSpPr>
        <p:sp>
          <p:nvSpPr>
            <p:cNvPr id="9" name="Rectangle 9"/>
            <p:cNvSpPr/>
            <p:nvPr/>
          </p:nvSpPr>
          <p:spPr>
            <a:xfrm>
              <a:off x="609600" y="2381250"/>
              <a:ext cx="2476500" cy="2762250"/>
            </a:xfrm>
            <a:prstGeom prst="roundRect">
              <a:avLst>
                <a:gd name="adj" fmla="val 5385"/>
              </a:avLst>
            </a:prstGeom>
            <a:solidFill>
              <a:srgbClr val="F4F7FB"/>
            </a:solidFill>
            <a:ln>
              <a:noFill/>
            </a:ln>
          </p:spPr>
        </p:sp>
        <p:sp>
          <p:nvSpPr>
            <p:cNvPr id="10" name="Freeform 10"/>
            <p:cNvSpPr/>
            <p:nvPr/>
          </p:nvSpPr>
          <p:spPr>
            <a:xfrm>
              <a:off x="609600" y="2381250"/>
              <a:ext cx="2476500" cy="552450"/>
            </a:xfrm>
            <a:custGeom>
              <a:avLst/>
              <a:gdLst/>
              <a:ahLst/>
              <a:cxnLst/>
              <a:rect l="l" t="t" r="r" b="b"/>
              <a:pathLst>
                <a:path w="2476500" h="552450">
                  <a:moveTo>
                    <a:pt x="114300" y="0"/>
                  </a:moveTo>
                  <a:lnTo>
                    <a:pt x="2362200" y="0"/>
                  </a:lnTo>
                  <a:cubicBezTo>
                    <a:pt x="2425326" y="0"/>
                    <a:pt x="2476500" y="51174"/>
                    <a:pt x="2476500" y="114300"/>
                  </a:cubicBezTo>
                  <a:lnTo>
                    <a:pt x="2476500" y="552450"/>
                  </a:lnTo>
                  <a:lnTo>
                    <a:pt x="0" y="552450"/>
                  </a:lnTo>
                  <a:lnTo>
                    <a:pt x="0" y="114300"/>
                  </a:lnTo>
                  <a:cubicBezTo>
                    <a:pt x="0" y="51174"/>
                    <a:pt x="51174" y="0"/>
                    <a:pt x="114300" y="0"/>
                  </a:cubicBezTo>
                  <a:close/>
                </a:path>
              </a:pathLst>
            </a:custGeom>
            <a:solidFill>
              <a:srgbClr val="1565C0"/>
            </a:solidFill>
            <a:ln>
              <a:noFill/>
            </a:ln>
          </p:spPr>
        </p:sp>
        <p:sp>
          <p:nvSpPr>
            <p:cNvPr id="11" name="Ellipse 11"/>
            <p:cNvSpPr/>
            <p:nvPr/>
          </p:nvSpPr>
          <p:spPr>
            <a:xfrm>
              <a:off x="762000" y="2552700"/>
              <a:ext cx="304800" cy="304800"/>
            </a:xfrm>
            <a:prstGeom prst="ellipse">
              <a:avLst/>
            </a:prstGeom>
            <a:solidFill>
              <a:srgbClr val="FFFFFF"/>
            </a:solidFill>
            <a:ln>
              <a:noFill/>
            </a:ln>
          </p:spPr>
        </p:sp>
        <p:sp>
          <p:nvSpPr>
            <p:cNvPr id="12" name="TextBox 12"/>
            <p:cNvSpPr txBox="1"/>
            <p:nvPr/>
          </p:nvSpPr>
          <p:spPr>
            <a:xfrm>
              <a:off x="855065" y="2616518"/>
              <a:ext cx="118669" cy="264033"/>
            </a:xfrm>
            <a:prstGeom prst="rect">
              <a:avLst/>
            </a:prstGeom>
            <a:noFill/>
            <a:ln>
              <a:noFill/>
            </a:ln>
          </p:spPr>
          <p:txBody>
            <a:bodyPr wrap="none" lIns="0" tIns="0" rIns="0" bIns="0" anchor="t" anchorCtr="0">
              <a:spAutoFit/>
            </a:bodyPr>
            <a:lstStyle/>
            <a:p>
              <a:pPr algn="ctr"/>
              <a:r>
                <a:rPr lang="en-US" sz="1350" b="1" dirty="0">
                  <a:solidFill>
                    <a:srgbClr val="1565C0"/>
                  </a:solidFill>
                  <a:latin typeface="Pretendard ExtraBold"/>
                  <a:ea typeface="Pretendard ExtraBold"/>
                  <a:cs typeface="Pretendard ExtraBold"/>
                </a:rPr>
                <a:t>1</a:t>
              </a:r>
            </a:p>
          </p:txBody>
        </p:sp>
        <p:sp>
          <p:nvSpPr>
            <p:cNvPr id="13" name="TextBox 13"/>
            <p:cNvSpPr txBox="1"/>
            <p:nvPr/>
          </p:nvSpPr>
          <p:spPr>
            <a:xfrm>
              <a:off x="1154430" y="2600325"/>
              <a:ext cx="1711452"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Pretendard SemiBold"/>
                  <a:ea typeface="Pretendard SemiBold"/>
                  <a:cs typeface="Pretendard SemiBold"/>
                </a:rPr>
                <a:t>content-planner</a:t>
              </a:r>
            </a:p>
          </p:txBody>
        </p:sp>
        <p:sp>
          <p:nvSpPr>
            <p:cNvPr id="14" name="TextBox 14"/>
            <p:cNvSpPr txBox="1"/>
            <p:nvPr/>
          </p:nvSpPr>
          <p:spPr>
            <a:xfrm>
              <a:off x="831342" y="3207068"/>
              <a:ext cx="1031443"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원본 분석 후</a:t>
              </a:r>
            </a:p>
          </p:txBody>
        </p:sp>
        <p:sp>
          <p:nvSpPr>
            <p:cNvPr id="15" name="TextBox 15"/>
            <p:cNvSpPr txBox="1"/>
            <p:nvPr/>
          </p:nvSpPr>
          <p:spPr>
            <a:xfrm>
              <a:off x="831342" y="3435668"/>
              <a:ext cx="1576654"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슬라이드 구조 설계</a:t>
              </a:r>
            </a:p>
          </p:txBody>
        </p:sp>
        <p:sp>
          <p:nvSpPr>
            <p:cNvPr id="16" name="Rectangle 16"/>
            <p:cNvSpPr/>
            <p:nvPr/>
          </p:nvSpPr>
          <p:spPr>
            <a:xfrm>
              <a:off x="838200" y="4476750"/>
              <a:ext cx="1752600" cy="438150"/>
            </a:xfrm>
            <a:prstGeom prst="roundRect">
              <a:avLst>
                <a:gd name="adj" fmla="val 17391"/>
              </a:avLst>
            </a:prstGeom>
            <a:solidFill>
              <a:srgbClr val="0D47A1">
                <a:alpha val="8000"/>
              </a:srgbClr>
            </a:solidFill>
            <a:ln>
              <a:noFill/>
            </a:ln>
          </p:spPr>
        </p:sp>
        <p:sp>
          <p:nvSpPr>
            <p:cNvPr id="17" name="TextBox 17"/>
            <p:cNvSpPr txBox="1"/>
            <p:nvPr/>
          </p:nvSpPr>
          <p:spPr>
            <a:xfrm>
              <a:off x="809412" y="4566285"/>
              <a:ext cx="1810177" cy="234696"/>
            </a:xfrm>
            <a:prstGeom prst="rect">
              <a:avLst/>
            </a:prstGeom>
            <a:noFill/>
            <a:ln>
              <a:noFill/>
            </a:ln>
          </p:spPr>
          <p:txBody>
            <a:bodyPr wrap="none" lIns="0" tIns="0" rIns="0" bIns="0" anchor="t" anchorCtr="0">
              <a:spAutoFit/>
            </a:bodyPr>
            <a:lstStyle/>
            <a:p>
              <a:pPr algn="ctr"/>
              <a:r>
                <a:rPr lang="ko-KR" sz="1200" b="1" dirty="0">
                  <a:solidFill>
                    <a:srgbClr val="0D47A1"/>
                  </a:solidFill>
                  <a:latin typeface="Pretendard SemiBold"/>
                  <a:ea typeface="Pretendard SemiBold"/>
                  <a:cs typeface="Pretendard SemiBold"/>
                </a:rPr>
                <a:t>출력 · structure.json</a:t>
              </a:r>
            </a:p>
          </p:txBody>
        </p:sp>
      </p:grpSp>
      <p:grpSp>
        <p:nvGrpSpPr>
          <p:cNvPr id="28" name="Group 28"/>
          <p:cNvGrpSpPr/>
          <p:nvPr/>
        </p:nvGrpSpPr>
        <p:grpSpPr>
          <a:xfrm>
            <a:off x="3314700" y="2381250"/>
            <a:ext cx="2476500" cy="2762250"/>
            <a:chOff x="3314700" y="2381250"/>
            <a:chExt cx="2476500" cy="2762250"/>
          </a:xfrm>
        </p:grpSpPr>
        <p:sp>
          <p:nvSpPr>
            <p:cNvPr id="19" name="Rectangle 19"/>
            <p:cNvSpPr/>
            <p:nvPr/>
          </p:nvSpPr>
          <p:spPr>
            <a:xfrm>
              <a:off x="3314700" y="2381250"/>
              <a:ext cx="2476500" cy="2762250"/>
            </a:xfrm>
            <a:prstGeom prst="roundRect">
              <a:avLst>
                <a:gd name="adj" fmla="val 5385"/>
              </a:avLst>
            </a:prstGeom>
            <a:solidFill>
              <a:srgbClr val="F4F7FB"/>
            </a:solidFill>
            <a:ln>
              <a:noFill/>
            </a:ln>
          </p:spPr>
        </p:sp>
        <p:sp>
          <p:nvSpPr>
            <p:cNvPr id="20" name="Freeform 20"/>
            <p:cNvSpPr/>
            <p:nvPr/>
          </p:nvSpPr>
          <p:spPr>
            <a:xfrm>
              <a:off x="3314700" y="2381250"/>
              <a:ext cx="2476500" cy="552450"/>
            </a:xfrm>
            <a:custGeom>
              <a:avLst/>
              <a:gdLst/>
              <a:ahLst/>
              <a:cxnLst/>
              <a:rect l="l" t="t" r="r" b="b"/>
              <a:pathLst>
                <a:path w="2476500" h="552450">
                  <a:moveTo>
                    <a:pt x="114300" y="0"/>
                  </a:moveTo>
                  <a:lnTo>
                    <a:pt x="2362200" y="0"/>
                  </a:lnTo>
                  <a:cubicBezTo>
                    <a:pt x="2425326" y="0"/>
                    <a:pt x="2476500" y="51174"/>
                    <a:pt x="2476500" y="114300"/>
                  </a:cubicBezTo>
                  <a:lnTo>
                    <a:pt x="2476500" y="552450"/>
                  </a:lnTo>
                  <a:lnTo>
                    <a:pt x="0" y="552450"/>
                  </a:lnTo>
                  <a:lnTo>
                    <a:pt x="0" y="114300"/>
                  </a:lnTo>
                  <a:cubicBezTo>
                    <a:pt x="0" y="51174"/>
                    <a:pt x="51174" y="0"/>
                    <a:pt x="114300" y="0"/>
                  </a:cubicBezTo>
                  <a:close/>
                </a:path>
              </a:pathLst>
            </a:custGeom>
            <a:solidFill>
              <a:srgbClr val="0D47A1"/>
            </a:solidFill>
            <a:ln>
              <a:noFill/>
            </a:ln>
          </p:spPr>
        </p:sp>
        <p:sp>
          <p:nvSpPr>
            <p:cNvPr id="21" name="Ellipse 21"/>
            <p:cNvSpPr/>
            <p:nvPr/>
          </p:nvSpPr>
          <p:spPr>
            <a:xfrm>
              <a:off x="3467100" y="2552700"/>
              <a:ext cx="304800" cy="304800"/>
            </a:xfrm>
            <a:prstGeom prst="ellipse">
              <a:avLst/>
            </a:prstGeom>
            <a:solidFill>
              <a:srgbClr val="FFFFFF"/>
            </a:solidFill>
            <a:ln>
              <a:noFill/>
            </a:ln>
          </p:spPr>
        </p:sp>
        <p:sp>
          <p:nvSpPr>
            <p:cNvPr id="22" name="TextBox 22"/>
            <p:cNvSpPr txBox="1"/>
            <p:nvPr/>
          </p:nvSpPr>
          <p:spPr>
            <a:xfrm>
              <a:off x="3560165" y="2616518"/>
              <a:ext cx="118669" cy="264033"/>
            </a:xfrm>
            <a:prstGeom prst="rect">
              <a:avLst/>
            </a:prstGeom>
            <a:noFill/>
            <a:ln>
              <a:noFill/>
            </a:ln>
          </p:spPr>
          <p:txBody>
            <a:bodyPr wrap="none" lIns="0" tIns="0" rIns="0" bIns="0" anchor="t" anchorCtr="0">
              <a:spAutoFit/>
            </a:bodyPr>
            <a:lstStyle/>
            <a:p>
              <a:pPr algn="ctr"/>
              <a:r>
                <a:rPr lang="en-US" sz="1350" b="1" dirty="0">
                  <a:solidFill>
                    <a:srgbClr val="0D47A1"/>
                  </a:solidFill>
                  <a:latin typeface="Pretendard ExtraBold"/>
                  <a:ea typeface="Pretendard ExtraBold"/>
                  <a:cs typeface="Pretendard ExtraBold"/>
                </a:rPr>
                <a:t>2</a:t>
              </a:r>
            </a:p>
          </p:txBody>
        </p:sp>
        <p:sp>
          <p:nvSpPr>
            <p:cNvPr id="23" name="TextBox 23"/>
            <p:cNvSpPr txBox="1"/>
            <p:nvPr/>
          </p:nvSpPr>
          <p:spPr>
            <a:xfrm>
              <a:off x="3859530" y="2600325"/>
              <a:ext cx="1298000"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Pretendard SemiBold"/>
                  <a:ea typeface="Pretendard SemiBold"/>
                  <a:cs typeface="Pretendard SemiBold"/>
                </a:rPr>
                <a:t>slide-writer</a:t>
              </a:r>
            </a:p>
          </p:txBody>
        </p:sp>
        <p:sp>
          <p:nvSpPr>
            <p:cNvPr id="24" name="TextBox 24"/>
            <p:cNvSpPr txBox="1"/>
            <p:nvPr/>
          </p:nvSpPr>
          <p:spPr>
            <a:xfrm>
              <a:off x="3536442" y="3207068"/>
              <a:ext cx="1357884"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구조 JSON 기반</a:t>
              </a:r>
            </a:p>
          </p:txBody>
        </p:sp>
        <p:sp>
          <p:nvSpPr>
            <p:cNvPr id="25" name="TextBox 25"/>
            <p:cNvSpPr txBox="1"/>
            <p:nvPr/>
          </p:nvSpPr>
          <p:spPr>
            <a:xfrm>
              <a:off x="3536442" y="3435668"/>
              <a:ext cx="1758391"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슬라이드별 문구 작성</a:t>
              </a:r>
            </a:p>
          </p:txBody>
        </p:sp>
        <p:sp>
          <p:nvSpPr>
            <p:cNvPr id="26" name="Rectangle 26"/>
            <p:cNvSpPr/>
            <p:nvPr/>
          </p:nvSpPr>
          <p:spPr>
            <a:xfrm>
              <a:off x="3543300" y="4476750"/>
              <a:ext cx="1752600" cy="438150"/>
            </a:xfrm>
            <a:prstGeom prst="roundRect">
              <a:avLst>
                <a:gd name="adj" fmla="val 17391"/>
              </a:avLst>
            </a:prstGeom>
            <a:solidFill>
              <a:srgbClr val="0D47A1">
                <a:alpha val="8000"/>
              </a:srgbClr>
            </a:solidFill>
            <a:ln>
              <a:noFill/>
            </a:ln>
          </p:spPr>
        </p:sp>
        <p:sp>
          <p:nvSpPr>
            <p:cNvPr id="27" name="TextBox 27"/>
            <p:cNvSpPr txBox="1"/>
            <p:nvPr/>
          </p:nvSpPr>
          <p:spPr>
            <a:xfrm>
              <a:off x="3747741" y="4566285"/>
              <a:ext cx="1343718" cy="234696"/>
            </a:xfrm>
            <a:prstGeom prst="rect">
              <a:avLst/>
            </a:prstGeom>
            <a:noFill/>
            <a:ln>
              <a:noFill/>
            </a:ln>
          </p:spPr>
          <p:txBody>
            <a:bodyPr wrap="none" lIns="0" tIns="0" rIns="0" bIns="0" anchor="t" anchorCtr="0">
              <a:spAutoFit/>
            </a:bodyPr>
            <a:lstStyle/>
            <a:p>
              <a:pPr algn="ctr"/>
              <a:r>
                <a:rPr lang="ko-KR" sz="1200" b="1" dirty="0">
                  <a:solidFill>
                    <a:srgbClr val="0D47A1"/>
                  </a:solidFill>
                  <a:latin typeface="Pretendard SemiBold"/>
                  <a:ea typeface="Pretendard SemiBold"/>
                  <a:cs typeface="Pretendard SemiBold"/>
                </a:rPr>
                <a:t>출력 · copy.json</a:t>
              </a:r>
            </a:p>
          </p:txBody>
        </p:sp>
      </p:grpSp>
      <p:grpSp>
        <p:nvGrpSpPr>
          <p:cNvPr id="38" name="Group 38"/>
          <p:cNvGrpSpPr/>
          <p:nvPr/>
        </p:nvGrpSpPr>
        <p:grpSpPr>
          <a:xfrm>
            <a:off x="6019800" y="2381250"/>
            <a:ext cx="2476500" cy="2762250"/>
            <a:chOff x="6019800" y="2381250"/>
            <a:chExt cx="2476500" cy="2762250"/>
          </a:xfrm>
        </p:grpSpPr>
        <p:sp>
          <p:nvSpPr>
            <p:cNvPr id="29" name="Rectangle 29"/>
            <p:cNvSpPr/>
            <p:nvPr/>
          </p:nvSpPr>
          <p:spPr>
            <a:xfrm>
              <a:off x="6019800" y="2381250"/>
              <a:ext cx="2476500" cy="2762250"/>
            </a:xfrm>
            <a:prstGeom prst="roundRect">
              <a:avLst>
                <a:gd name="adj" fmla="val 5385"/>
              </a:avLst>
            </a:prstGeom>
            <a:solidFill>
              <a:srgbClr val="F4F7FB"/>
            </a:solidFill>
            <a:ln>
              <a:noFill/>
            </a:ln>
          </p:spPr>
        </p:sp>
        <p:sp>
          <p:nvSpPr>
            <p:cNvPr id="30" name="Freeform 30"/>
            <p:cNvSpPr/>
            <p:nvPr/>
          </p:nvSpPr>
          <p:spPr>
            <a:xfrm>
              <a:off x="6019800" y="2381250"/>
              <a:ext cx="2476500" cy="552450"/>
            </a:xfrm>
            <a:custGeom>
              <a:avLst/>
              <a:gdLst/>
              <a:ahLst/>
              <a:cxnLst/>
              <a:rect l="l" t="t" r="r" b="b"/>
              <a:pathLst>
                <a:path w="2476500" h="552450">
                  <a:moveTo>
                    <a:pt x="114300" y="0"/>
                  </a:moveTo>
                  <a:lnTo>
                    <a:pt x="2362200" y="0"/>
                  </a:lnTo>
                  <a:cubicBezTo>
                    <a:pt x="2425326" y="0"/>
                    <a:pt x="2476500" y="51174"/>
                    <a:pt x="2476500" y="114300"/>
                  </a:cubicBezTo>
                  <a:lnTo>
                    <a:pt x="2476500" y="552450"/>
                  </a:lnTo>
                  <a:lnTo>
                    <a:pt x="0" y="552450"/>
                  </a:lnTo>
                  <a:lnTo>
                    <a:pt x="0" y="114300"/>
                  </a:lnTo>
                  <a:cubicBezTo>
                    <a:pt x="0" y="51174"/>
                    <a:pt x="51174" y="0"/>
                    <a:pt x="114300" y="0"/>
                  </a:cubicBezTo>
                  <a:close/>
                </a:path>
              </a:pathLst>
            </a:custGeom>
            <a:solidFill>
              <a:srgbClr val="FF6B35"/>
            </a:solidFill>
            <a:ln>
              <a:noFill/>
            </a:ln>
          </p:spPr>
        </p:sp>
        <p:sp>
          <p:nvSpPr>
            <p:cNvPr id="31" name="Ellipse 31"/>
            <p:cNvSpPr/>
            <p:nvPr/>
          </p:nvSpPr>
          <p:spPr>
            <a:xfrm>
              <a:off x="6172200" y="2552700"/>
              <a:ext cx="304800" cy="304800"/>
            </a:xfrm>
            <a:prstGeom prst="ellipse">
              <a:avLst/>
            </a:prstGeom>
            <a:solidFill>
              <a:srgbClr val="FFFFFF"/>
            </a:solidFill>
            <a:ln>
              <a:noFill/>
            </a:ln>
          </p:spPr>
        </p:sp>
        <p:sp>
          <p:nvSpPr>
            <p:cNvPr id="32" name="TextBox 32"/>
            <p:cNvSpPr txBox="1"/>
            <p:nvPr/>
          </p:nvSpPr>
          <p:spPr>
            <a:xfrm>
              <a:off x="6265265" y="2616518"/>
              <a:ext cx="118669" cy="264033"/>
            </a:xfrm>
            <a:prstGeom prst="rect">
              <a:avLst/>
            </a:prstGeom>
            <a:noFill/>
            <a:ln>
              <a:noFill/>
            </a:ln>
          </p:spPr>
          <p:txBody>
            <a:bodyPr wrap="none" lIns="0" tIns="0" rIns="0" bIns="0" anchor="t" anchorCtr="0">
              <a:spAutoFit/>
            </a:bodyPr>
            <a:lstStyle/>
            <a:p>
              <a:pPr algn="ctr"/>
              <a:r>
                <a:rPr lang="en-US" sz="1350" b="1" dirty="0">
                  <a:solidFill>
                    <a:srgbClr val="FF6B35"/>
                  </a:solidFill>
                  <a:latin typeface="Pretendard ExtraBold"/>
                  <a:ea typeface="Pretendard ExtraBold"/>
                  <a:cs typeface="Pretendard ExtraBold"/>
                </a:rPr>
                <a:t>3</a:t>
              </a:r>
            </a:p>
          </p:txBody>
        </p:sp>
        <p:sp>
          <p:nvSpPr>
            <p:cNvPr id="33" name="TextBox 33"/>
            <p:cNvSpPr txBox="1"/>
            <p:nvPr/>
          </p:nvSpPr>
          <p:spPr>
            <a:xfrm>
              <a:off x="6564630" y="2600325"/>
              <a:ext cx="1191987"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Pretendard SemiBold"/>
                  <a:ea typeface="Pretendard SemiBold"/>
                  <a:cs typeface="Pretendard SemiBold"/>
                </a:rPr>
                <a:t>ppt-builder</a:t>
              </a:r>
            </a:p>
          </p:txBody>
        </p:sp>
        <p:sp>
          <p:nvSpPr>
            <p:cNvPr id="34" name="TextBox 34"/>
            <p:cNvSpPr txBox="1"/>
            <p:nvPr/>
          </p:nvSpPr>
          <p:spPr>
            <a:xfrm>
              <a:off x="6241542" y="3207068"/>
              <a:ext cx="1649349"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ppt-master 스킬로</a:t>
              </a:r>
            </a:p>
          </p:txBody>
        </p:sp>
        <p:sp>
          <p:nvSpPr>
            <p:cNvPr id="35" name="TextBox 35"/>
            <p:cNvSpPr txBox="1"/>
            <p:nvPr/>
          </p:nvSpPr>
          <p:spPr>
            <a:xfrm>
              <a:off x="6241542" y="3435668"/>
              <a:ext cx="1319479"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PPTX 실제 생성</a:t>
              </a:r>
            </a:p>
          </p:txBody>
        </p:sp>
        <p:sp>
          <p:nvSpPr>
            <p:cNvPr id="36" name="Rectangle 36"/>
            <p:cNvSpPr/>
            <p:nvPr/>
          </p:nvSpPr>
          <p:spPr>
            <a:xfrm>
              <a:off x="6248400" y="4476750"/>
              <a:ext cx="1752600" cy="438150"/>
            </a:xfrm>
            <a:prstGeom prst="roundRect">
              <a:avLst>
                <a:gd name="adj" fmla="val 17391"/>
              </a:avLst>
            </a:prstGeom>
            <a:solidFill>
              <a:srgbClr val="FF6B35">
                <a:alpha val="10000"/>
              </a:srgbClr>
            </a:solidFill>
            <a:ln>
              <a:noFill/>
            </a:ln>
          </p:spPr>
        </p:sp>
        <p:sp>
          <p:nvSpPr>
            <p:cNvPr id="37" name="TextBox 37"/>
            <p:cNvSpPr txBox="1"/>
            <p:nvPr/>
          </p:nvSpPr>
          <p:spPr>
            <a:xfrm>
              <a:off x="6427398" y="4566285"/>
              <a:ext cx="1394605" cy="234696"/>
            </a:xfrm>
            <a:prstGeom prst="rect">
              <a:avLst/>
            </a:prstGeom>
            <a:noFill/>
            <a:ln>
              <a:noFill/>
            </a:ln>
          </p:spPr>
          <p:txBody>
            <a:bodyPr wrap="none" lIns="0" tIns="0" rIns="0" bIns="0" anchor="t" anchorCtr="0">
              <a:spAutoFit/>
            </a:bodyPr>
            <a:lstStyle/>
            <a:p>
              <a:pPr algn="ctr"/>
              <a:r>
                <a:rPr lang="ko-KR" sz="1200" b="1" dirty="0">
                  <a:solidFill>
                    <a:srgbClr val="FF6B35"/>
                  </a:solidFill>
                  <a:latin typeface="Pretendard SemiBold"/>
                  <a:ea typeface="Pretendard SemiBold"/>
                  <a:cs typeface="Pretendard SemiBold"/>
                </a:rPr>
                <a:t>출력 · final.pptx</a:t>
              </a:r>
            </a:p>
          </p:txBody>
        </p:sp>
      </p:grpSp>
      <p:grpSp>
        <p:nvGrpSpPr>
          <p:cNvPr id="48" name="Group 48"/>
          <p:cNvGrpSpPr/>
          <p:nvPr/>
        </p:nvGrpSpPr>
        <p:grpSpPr>
          <a:xfrm>
            <a:off x="8724900" y="2381250"/>
            <a:ext cx="2476500" cy="2762250"/>
            <a:chOff x="8724900" y="2381250"/>
            <a:chExt cx="2476500" cy="2762250"/>
          </a:xfrm>
        </p:grpSpPr>
        <p:sp>
          <p:nvSpPr>
            <p:cNvPr id="39" name="Rectangle 39"/>
            <p:cNvSpPr/>
            <p:nvPr/>
          </p:nvSpPr>
          <p:spPr>
            <a:xfrm>
              <a:off x="8724900" y="2381250"/>
              <a:ext cx="2476500" cy="2762250"/>
            </a:xfrm>
            <a:prstGeom prst="roundRect">
              <a:avLst>
                <a:gd name="adj" fmla="val 5385"/>
              </a:avLst>
            </a:prstGeom>
            <a:solidFill>
              <a:srgbClr val="F4F7FB"/>
            </a:solidFill>
            <a:ln>
              <a:noFill/>
            </a:ln>
          </p:spPr>
        </p:sp>
        <p:sp>
          <p:nvSpPr>
            <p:cNvPr id="40" name="Freeform 40"/>
            <p:cNvSpPr/>
            <p:nvPr/>
          </p:nvSpPr>
          <p:spPr>
            <a:xfrm>
              <a:off x="8724900" y="2381250"/>
              <a:ext cx="2476500" cy="552450"/>
            </a:xfrm>
            <a:custGeom>
              <a:avLst/>
              <a:gdLst/>
              <a:ahLst/>
              <a:cxnLst/>
              <a:rect l="l" t="t" r="r" b="b"/>
              <a:pathLst>
                <a:path w="2476500" h="552450">
                  <a:moveTo>
                    <a:pt x="114300" y="0"/>
                  </a:moveTo>
                  <a:lnTo>
                    <a:pt x="2362200" y="0"/>
                  </a:lnTo>
                  <a:cubicBezTo>
                    <a:pt x="2425326" y="0"/>
                    <a:pt x="2476500" y="51174"/>
                    <a:pt x="2476500" y="114300"/>
                  </a:cubicBezTo>
                  <a:lnTo>
                    <a:pt x="2476500" y="552450"/>
                  </a:lnTo>
                  <a:lnTo>
                    <a:pt x="0" y="552450"/>
                  </a:lnTo>
                  <a:lnTo>
                    <a:pt x="0" y="114300"/>
                  </a:lnTo>
                  <a:cubicBezTo>
                    <a:pt x="0" y="51174"/>
                    <a:pt x="51174" y="0"/>
                    <a:pt x="114300" y="0"/>
                  </a:cubicBezTo>
                  <a:close/>
                </a:path>
              </a:pathLst>
            </a:custGeom>
            <a:solidFill>
              <a:srgbClr val="2E7D32"/>
            </a:solidFill>
            <a:ln>
              <a:noFill/>
            </a:ln>
          </p:spPr>
        </p:sp>
        <p:sp>
          <p:nvSpPr>
            <p:cNvPr id="41" name="Ellipse 41"/>
            <p:cNvSpPr/>
            <p:nvPr/>
          </p:nvSpPr>
          <p:spPr>
            <a:xfrm>
              <a:off x="8877300" y="2552700"/>
              <a:ext cx="304800" cy="304800"/>
            </a:xfrm>
            <a:prstGeom prst="ellipse">
              <a:avLst/>
            </a:prstGeom>
            <a:solidFill>
              <a:srgbClr val="FFFFFF"/>
            </a:solidFill>
            <a:ln>
              <a:noFill/>
            </a:ln>
          </p:spPr>
        </p:sp>
        <p:sp>
          <p:nvSpPr>
            <p:cNvPr id="42" name="TextBox 42"/>
            <p:cNvSpPr txBox="1"/>
            <p:nvPr/>
          </p:nvSpPr>
          <p:spPr>
            <a:xfrm>
              <a:off x="8970365" y="2616518"/>
              <a:ext cx="118669" cy="264033"/>
            </a:xfrm>
            <a:prstGeom prst="rect">
              <a:avLst/>
            </a:prstGeom>
            <a:noFill/>
            <a:ln>
              <a:noFill/>
            </a:ln>
          </p:spPr>
          <p:txBody>
            <a:bodyPr wrap="none" lIns="0" tIns="0" rIns="0" bIns="0" anchor="t" anchorCtr="0">
              <a:spAutoFit/>
            </a:bodyPr>
            <a:lstStyle/>
            <a:p>
              <a:pPr algn="ctr"/>
              <a:r>
                <a:rPr lang="en-US" sz="1350" b="1" dirty="0">
                  <a:solidFill>
                    <a:srgbClr val="2E7D32"/>
                  </a:solidFill>
                  <a:latin typeface="Pretendard ExtraBold"/>
                  <a:ea typeface="Pretendard ExtraBold"/>
                  <a:cs typeface="Pretendard ExtraBold"/>
                </a:rPr>
                <a:t>4</a:t>
              </a:r>
            </a:p>
          </p:txBody>
        </p:sp>
        <p:sp>
          <p:nvSpPr>
            <p:cNvPr id="43" name="TextBox 43"/>
            <p:cNvSpPr txBox="1"/>
            <p:nvPr/>
          </p:nvSpPr>
          <p:spPr>
            <a:xfrm>
              <a:off x="9269730" y="2600325"/>
              <a:ext cx="1404014"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Pretendard SemiBold"/>
                  <a:ea typeface="Pretendard SemiBold"/>
                  <a:cs typeface="Pretendard SemiBold"/>
                </a:rPr>
                <a:t>ppt-reviewer</a:t>
              </a:r>
            </a:p>
          </p:txBody>
        </p:sp>
        <p:sp>
          <p:nvSpPr>
            <p:cNvPr id="44" name="TextBox 44"/>
            <p:cNvSpPr txBox="1"/>
            <p:nvPr/>
          </p:nvSpPr>
          <p:spPr>
            <a:xfrm>
              <a:off x="8946642" y="3207068"/>
              <a:ext cx="1069848"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원본과 PPTX</a:t>
              </a:r>
            </a:p>
          </p:txBody>
        </p:sp>
        <p:sp>
          <p:nvSpPr>
            <p:cNvPr id="45" name="TextBox 45"/>
            <p:cNvSpPr txBox="1"/>
            <p:nvPr/>
          </p:nvSpPr>
          <p:spPr>
            <a:xfrm>
              <a:off x="8946642" y="3435668"/>
              <a:ext cx="795185"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대조 검수</a:t>
              </a:r>
            </a:p>
          </p:txBody>
        </p:sp>
        <p:sp>
          <p:nvSpPr>
            <p:cNvPr id="46" name="Rectangle 46"/>
            <p:cNvSpPr/>
            <p:nvPr/>
          </p:nvSpPr>
          <p:spPr>
            <a:xfrm>
              <a:off x="8953500" y="4476750"/>
              <a:ext cx="1752600" cy="438150"/>
            </a:xfrm>
            <a:prstGeom prst="roundRect">
              <a:avLst>
                <a:gd name="adj" fmla="val 17391"/>
              </a:avLst>
            </a:prstGeom>
            <a:solidFill>
              <a:srgbClr val="2E7D32">
                <a:alpha val="10000"/>
              </a:srgbClr>
            </a:solidFill>
            <a:ln>
              <a:noFill/>
            </a:ln>
          </p:spPr>
        </p:sp>
        <p:sp>
          <p:nvSpPr>
            <p:cNvPr id="47" name="TextBox 47"/>
            <p:cNvSpPr txBox="1"/>
            <p:nvPr/>
          </p:nvSpPr>
          <p:spPr>
            <a:xfrm>
              <a:off x="9107054" y="4566285"/>
              <a:ext cx="1445491" cy="234696"/>
            </a:xfrm>
            <a:prstGeom prst="rect">
              <a:avLst/>
            </a:prstGeom>
            <a:noFill/>
            <a:ln>
              <a:noFill/>
            </a:ln>
          </p:spPr>
          <p:txBody>
            <a:bodyPr wrap="none" lIns="0" tIns="0" rIns="0" bIns="0" anchor="t" anchorCtr="0">
              <a:spAutoFit/>
            </a:bodyPr>
            <a:lstStyle/>
            <a:p>
              <a:pPr algn="ctr"/>
              <a:r>
                <a:rPr lang="ko-KR" sz="1200" b="1" dirty="0">
                  <a:solidFill>
                    <a:srgbClr val="2E7D32"/>
                  </a:solidFill>
                  <a:latin typeface="Pretendard SemiBold"/>
                  <a:ea typeface="Pretendard SemiBold"/>
                  <a:cs typeface="Pretendard SemiBold"/>
                </a:rPr>
                <a:t>출력 · 검수 리포트</a:t>
              </a:r>
            </a:p>
          </p:txBody>
        </p:sp>
      </p:grpSp>
      <p:grpSp>
        <p:nvGrpSpPr>
          <p:cNvPr id="51" name="Group 51"/>
          <p:cNvGrpSpPr/>
          <p:nvPr/>
        </p:nvGrpSpPr>
        <p:grpSpPr>
          <a:xfrm>
            <a:off x="609600" y="5715000"/>
            <a:ext cx="6096000" cy="400050"/>
            <a:chOff x="609600" y="5715000"/>
            <a:chExt cx="6096000" cy="400050"/>
          </a:xfrm>
        </p:grpSpPr>
        <p:sp>
          <p:nvSpPr>
            <p:cNvPr id="49" name="Rectangle 49"/>
            <p:cNvSpPr/>
            <p:nvPr/>
          </p:nvSpPr>
          <p:spPr>
            <a:xfrm>
              <a:off x="609600" y="5715000"/>
              <a:ext cx="6096000" cy="400050"/>
            </a:xfrm>
            <a:prstGeom prst="roundRect">
              <a:avLst>
                <a:gd name="adj" fmla="val 50000"/>
              </a:avLst>
            </a:prstGeom>
            <a:solidFill>
              <a:srgbClr val="F4F7FB"/>
            </a:solidFill>
            <a:ln>
              <a:noFill/>
            </a:ln>
          </p:spPr>
        </p:sp>
        <p:sp>
          <p:nvSpPr>
            <p:cNvPr id="50" name="TextBox 50"/>
            <p:cNvSpPr txBox="1"/>
            <p:nvPr/>
          </p:nvSpPr>
          <p:spPr>
            <a:xfrm>
              <a:off x="888492" y="5816918"/>
              <a:ext cx="4230014"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단발성이면 생략 가능, 반복 업무·팀 표준화 시 필요</a:t>
              </a:r>
            </a:p>
          </p:txBody>
        </p:sp>
      </p:grpSp>
      <p:sp>
        <p:nvSpPr>
          <p:cNvPr id="52" name="TextBox 5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en-US" sz="1200" dirty="0">
                <a:solidFill>
                  <a:srgbClr val="94A3B3"/>
                </a:solidFill>
                <a:latin typeface="Pretendard"/>
                <a:ea typeface="Pretendard"/>
                <a:cs typeface="Pretendard"/>
              </a:rPr>
              <a:t>10 / 14</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7135620" cy="1318259"/>
            <a:chOff x="593598" y="669608"/>
            <a:chExt cx="7135620" cy="1318259"/>
          </a:xfrm>
        </p:grpSpPr>
        <p:sp>
          <p:nvSpPr>
            <p:cNvPr id="2" name="TextBox 2"/>
            <p:cNvSpPr txBox="1"/>
            <p:nvPr/>
          </p:nvSpPr>
          <p:spPr>
            <a:xfrm>
              <a:off x="593598" y="669608"/>
              <a:ext cx="6799890" cy="616077"/>
            </a:xfrm>
            <a:prstGeom prst="rect">
              <a:avLst/>
            </a:prstGeom>
            <a:noFill/>
            <a:ln>
              <a:noFill/>
            </a:ln>
          </p:spPr>
          <p:txBody>
            <a:bodyPr wrap="none" lIns="0" tIns="0" rIns="0" bIns="0" anchor="t" anchorCtr="0">
              <a:spAutoFit/>
            </a:bodyPr>
            <a:lstStyle/>
            <a:p>
              <a:pPr algn="l"/>
              <a:r>
                <a:rPr lang="ko-KR" sz="3150" b="1" dirty="0">
                  <a:solidFill>
                    <a:srgbClr val="1D2733"/>
                  </a:solidFill>
                  <a:latin typeface="Pretendard ExtraBold"/>
                  <a:ea typeface="Pretendard ExtraBold"/>
                  <a:cs typeface="Pretendard ExtraBold"/>
                </a:rPr>
                <a:t>파이프라인 실행과 다음 번 재사용</a:t>
              </a:r>
            </a:p>
          </p:txBody>
        </p:sp>
        <p:sp>
          <p:nvSpPr>
            <p:cNvPr id="3" name="TextBox 3"/>
            <p:cNvSpPr txBox="1"/>
            <p:nvPr/>
          </p:nvSpPr>
          <p:spPr>
            <a:xfrm>
              <a:off x="598170" y="1185862"/>
              <a:ext cx="7051538"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한 번 만들어두면 다음 달부터는 원본 경로만 바꾼</a:t>
              </a:r>
            </a:p>
          </p:txBody>
        </p:sp>
        <p:sp>
          <p:nvSpPr>
            <p:cNvPr id="4" name="TextBox 4"/>
            <p:cNvSpPr txBox="1"/>
            <p:nvPr/>
          </p:nvSpPr>
          <p:spPr>
            <a:xfrm>
              <a:off x="598170" y="1547812"/>
              <a:ext cx="7131048"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세 줄 프롬프트로 같은 4단계가 그대로 재사용된다</a:t>
              </a:r>
            </a:p>
          </p:txBody>
        </p:sp>
      </p:grpSp>
      <p:grpSp>
        <p:nvGrpSpPr>
          <p:cNvPr id="18" name="Group 18"/>
          <p:cNvGrpSpPr/>
          <p:nvPr/>
        </p:nvGrpSpPr>
        <p:grpSpPr>
          <a:xfrm>
            <a:off x="609600" y="2362200"/>
            <a:ext cx="5181600" cy="2571750"/>
            <a:chOff x="609600" y="2362200"/>
            <a:chExt cx="5181600" cy="2571750"/>
          </a:xfrm>
        </p:grpSpPr>
        <p:sp>
          <p:nvSpPr>
            <p:cNvPr id="6" name="Rectangle 6"/>
            <p:cNvSpPr/>
            <p:nvPr/>
          </p:nvSpPr>
          <p:spPr>
            <a:xfrm>
              <a:off x="609600" y="2362200"/>
              <a:ext cx="5181600" cy="2571750"/>
            </a:xfrm>
            <a:prstGeom prst="roundRect">
              <a:avLst>
                <a:gd name="adj" fmla="val 5926"/>
              </a:avLst>
            </a:prstGeom>
            <a:solidFill>
              <a:srgbClr val="F4F7FB"/>
            </a:solidFill>
            <a:ln>
              <a:noFill/>
            </a:ln>
          </p:spPr>
        </p:sp>
        <p:grpSp>
          <p:nvGrpSpPr>
            <p:cNvPr id="10" name="Group 10"/>
            <p:cNvGrpSpPr/>
            <p:nvPr/>
          </p:nvGrpSpPr>
          <p:grpSpPr>
            <a:xfrm>
              <a:off x="945356" y="2621756"/>
              <a:ext cx="185737" cy="185737"/>
              <a:chOff x="945356" y="2621756"/>
              <a:chExt cx="185737" cy="185737"/>
            </a:xfrm>
          </p:grpSpPr>
          <p:sp>
            <p:nvSpPr>
              <p:cNvPr id="7" name="Freeform 7"/>
              <p:cNvSpPr/>
              <p:nvPr/>
            </p:nvSpPr>
            <p:spPr>
              <a:xfrm>
                <a:off x="945356" y="2766218"/>
                <a:ext cx="41275" cy="41275"/>
              </a:xfrm>
              <a:custGeom>
                <a:avLst/>
                <a:gdLst/>
                <a:ahLst/>
                <a:cxnLst/>
                <a:rect l="l" t="t" r="r" b="b"/>
                <a:pathLst>
                  <a:path w="41275" h="41275">
                    <a:moveTo>
                      <a:pt x="0" y="20637"/>
                    </a:moveTo>
                    <a:cubicBezTo>
                      <a:pt x="0" y="32035"/>
                      <a:pt x="9240" y="41275"/>
                      <a:pt x="20637" y="41275"/>
                    </a:cubicBezTo>
                    <a:cubicBezTo>
                      <a:pt x="32035" y="41275"/>
                      <a:pt x="41275" y="32035"/>
                      <a:pt x="41275" y="20637"/>
                    </a:cubicBezTo>
                    <a:cubicBezTo>
                      <a:pt x="41275" y="9240"/>
                      <a:pt x="32035" y="0"/>
                      <a:pt x="20637" y="0"/>
                    </a:cubicBezTo>
                    <a:cubicBezTo>
                      <a:pt x="9240" y="0"/>
                      <a:pt x="0" y="9240"/>
                      <a:pt x="0" y="20637"/>
                    </a:cubicBezTo>
                  </a:path>
                </a:pathLst>
              </a:custGeom>
              <a:noFill/>
              <a:ln w="20637">
                <a:solidFill>
                  <a:srgbClr val="1565C0"/>
                </a:solidFill>
              </a:ln>
            </p:spPr>
          </p:sp>
          <p:sp>
            <p:nvSpPr>
              <p:cNvPr id="8" name="Freeform 8"/>
              <p:cNvSpPr/>
              <p:nvPr/>
            </p:nvSpPr>
            <p:spPr>
              <a:xfrm>
                <a:off x="1089818" y="2621756"/>
                <a:ext cx="41275" cy="41275"/>
              </a:xfrm>
              <a:custGeom>
                <a:avLst/>
                <a:gdLst/>
                <a:ahLst/>
                <a:cxnLst/>
                <a:rect l="l" t="t" r="r" b="b"/>
                <a:pathLst>
                  <a:path w="41275" h="41275">
                    <a:moveTo>
                      <a:pt x="20637" y="41275"/>
                    </a:moveTo>
                    <a:cubicBezTo>
                      <a:pt x="32035" y="41275"/>
                      <a:pt x="41275" y="32035"/>
                      <a:pt x="41275" y="20637"/>
                    </a:cubicBezTo>
                    <a:cubicBezTo>
                      <a:pt x="41275" y="9240"/>
                      <a:pt x="32035" y="0"/>
                      <a:pt x="20637" y="0"/>
                    </a:cubicBezTo>
                    <a:cubicBezTo>
                      <a:pt x="9240" y="0"/>
                      <a:pt x="0" y="9240"/>
                      <a:pt x="0" y="20637"/>
                    </a:cubicBezTo>
                    <a:cubicBezTo>
                      <a:pt x="0" y="32035"/>
                      <a:pt x="9240" y="41275"/>
                      <a:pt x="20637" y="41275"/>
                    </a:cubicBezTo>
                  </a:path>
                </a:pathLst>
              </a:custGeom>
              <a:noFill/>
              <a:ln w="20637">
                <a:solidFill>
                  <a:srgbClr val="1565C0"/>
                </a:solidFill>
              </a:ln>
            </p:spPr>
          </p:sp>
          <p:sp>
            <p:nvSpPr>
              <p:cNvPr id="9" name="Freeform 9"/>
              <p:cNvSpPr/>
              <p:nvPr/>
            </p:nvSpPr>
            <p:spPr>
              <a:xfrm>
                <a:off x="1017587" y="2642394"/>
                <a:ext cx="41275" cy="144462"/>
              </a:xfrm>
              <a:custGeom>
                <a:avLst/>
                <a:gdLst/>
                <a:ahLst/>
                <a:cxnLst/>
                <a:rect l="l" t="t" r="r" b="b"/>
                <a:pathLst>
                  <a:path w="41275" h="144462">
                    <a:moveTo>
                      <a:pt x="41275" y="0"/>
                    </a:moveTo>
                    <a:cubicBezTo>
                      <a:pt x="29877" y="0"/>
                      <a:pt x="20637" y="9240"/>
                      <a:pt x="20637" y="20637"/>
                    </a:cubicBezTo>
                    <a:lnTo>
                      <a:pt x="20637" y="123825"/>
                    </a:lnTo>
                    <a:cubicBezTo>
                      <a:pt x="20637" y="135222"/>
                      <a:pt x="11398" y="144462"/>
                      <a:pt x="0" y="144462"/>
                    </a:cubicBezTo>
                  </a:path>
                </a:pathLst>
              </a:custGeom>
              <a:noFill/>
              <a:ln w="20637">
                <a:solidFill>
                  <a:srgbClr val="1565C0"/>
                </a:solidFill>
              </a:ln>
            </p:spPr>
          </p:sp>
        </p:grpSp>
        <p:sp>
          <p:nvSpPr>
            <p:cNvPr id="11" name="TextBox 11"/>
            <p:cNvSpPr txBox="1"/>
            <p:nvPr/>
          </p:nvSpPr>
          <p:spPr>
            <a:xfrm>
              <a:off x="1248156" y="2586990"/>
              <a:ext cx="3224129"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최초 실행 — 4단계 상세 지시</a:t>
              </a:r>
            </a:p>
          </p:txBody>
        </p:sp>
        <p:sp>
          <p:nvSpPr>
            <p:cNvPr id="12" name="Rectangle 12"/>
            <p:cNvSpPr/>
            <p:nvPr/>
          </p:nvSpPr>
          <p:spPr>
            <a:xfrm>
              <a:off x="914400" y="3009900"/>
              <a:ext cx="4572000" cy="1676400"/>
            </a:xfrm>
            <a:prstGeom prst="roundRect">
              <a:avLst>
                <a:gd name="adj" fmla="val 5682"/>
              </a:avLst>
            </a:prstGeom>
            <a:solidFill>
              <a:srgbClr val="1D2733"/>
            </a:solidFill>
            <a:ln>
              <a:noFill/>
            </a:ln>
          </p:spPr>
        </p:sp>
        <p:sp>
          <p:nvSpPr>
            <p:cNvPr id="13" name="TextBox 13"/>
            <p:cNvSpPr txBox="1"/>
            <p:nvPr/>
          </p:nvSpPr>
          <p:spPr>
            <a:xfrm>
              <a:off x="1098804" y="3166110"/>
              <a:ext cx="2758440" cy="234696"/>
            </a:xfrm>
            <a:prstGeom prst="rect">
              <a:avLst/>
            </a:prstGeom>
            <a:noFill/>
            <a:ln>
              <a:noFill/>
            </a:ln>
          </p:spPr>
          <p:txBody>
            <a:bodyPr wrap="none" lIns="0" tIns="0" rIns="0" bIns="0" anchor="t" anchorCtr="0">
              <a:spAutoFit/>
            </a:bodyPr>
            <a:lstStyle/>
            <a:p>
              <a:pPr algn="l"/>
              <a:r>
                <a:rPr lang="ko-KR" sz="1200" dirty="0">
                  <a:solidFill>
                    <a:srgbClr val="FFFFFF"/>
                  </a:solidFill>
                  <a:latin typeface="Consolas"/>
                  <a:ea typeface="Microsoft YaHei"/>
                  <a:cs typeface="Consolas"/>
                </a:rPr>
                <a:t>1단계: content-planner로 구조 설계</a:t>
              </a:r>
            </a:p>
          </p:txBody>
        </p:sp>
        <p:sp>
          <p:nvSpPr>
            <p:cNvPr id="14" name="TextBox 14"/>
            <p:cNvSpPr txBox="1"/>
            <p:nvPr/>
          </p:nvSpPr>
          <p:spPr>
            <a:xfrm>
              <a:off x="1098804" y="3432810"/>
              <a:ext cx="2443429" cy="234696"/>
            </a:xfrm>
            <a:prstGeom prst="rect">
              <a:avLst/>
            </a:prstGeom>
            <a:noFill/>
            <a:ln>
              <a:noFill/>
            </a:ln>
          </p:spPr>
          <p:txBody>
            <a:bodyPr wrap="none" lIns="0" tIns="0" rIns="0" bIns="0" anchor="t" anchorCtr="0">
              <a:spAutoFit/>
            </a:bodyPr>
            <a:lstStyle/>
            <a:p>
              <a:pPr algn="l"/>
              <a:r>
                <a:rPr lang="ko-KR" sz="1200" dirty="0">
                  <a:solidFill>
                    <a:srgbClr val="FFFFFF"/>
                  </a:solidFill>
                  <a:latin typeface="Consolas"/>
                  <a:ea typeface="Microsoft YaHei"/>
                  <a:cs typeface="Consolas"/>
                </a:rPr>
                <a:t>2단계: slide-writer로 문구 작성</a:t>
              </a:r>
            </a:p>
          </p:txBody>
        </p:sp>
        <p:sp>
          <p:nvSpPr>
            <p:cNvPr id="15" name="TextBox 15"/>
            <p:cNvSpPr txBox="1"/>
            <p:nvPr/>
          </p:nvSpPr>
          <p:spPr>
            <a:xfrm>
              <a:off x="1098804" y="3699510"/>
              <a:ext cx="2433501" cy="234696"/>
            </a:xfrm>
            <a:prstGeom prst="rect">
              <a:avLst/>
            </a:prstGeom>
            <a:noFill/>
            <a:ln>
              <a:noFill/>
            </a:ln>
          </p:spPr>
          <p:txBody>
            <a:bodyPr wrap="none" lIns="0" tIns="0" rIns="0" bIns="0" anchor="t" anchorCtr="0">
              <a:spAutoFit/>
            </a:bodyPr>
            <a:lstStyle/>
            <a:p>
              <a:pPr algn="l"/>
              <a:r>
                <a:rPr lang="ko-KR" sz="1200" dirty="0">
                  <a:solidFill>
                    <a:srgbClr val="FFFFFF"/>
                  </a:solidFill>
                  <a:latin typeface="Consolas"/>
                  <a:ea typeface="Microsoft YaHei"/>
                  <a:cs typeface="Consolas"/>
                </a:rPr>
                <a:t>3단계: ppt-builder로 PPTX 생성</a:t>
              </a:r>
            </a:p>
          </p:txBody>
        </p:sp>
        <p:sp>
          <p:nvSpPr>
            <p:cNvPr id="16" name="TextBox 16"/>
            <p:cNvSpPr txBox="1"/>
            <p:nvPr/>
          </p:nvSpPr>
          <p:spPr>
            <a:xfrm>
              <a:off x="1098804" y="3966210"/>
              <a:ext cx="2152650" cy="234696"/>
            </a:xfrm>
            <a:prstGeom prst="rect">
              <a:avLst/>
            </a:prstGeom>
            <a:noFill/>
            <a:ln>
              <a:noFill/>
            </a:ln>
          </p:spPr>
          <p:txBody>
            <a:bodyPr wrap="none" lIns="0" tIns="0" rIns="0" bIns="0" anchor="t" anchorCtr="0">
              <a:spAutoFit/>
            </a:bodyPr>
            <a:lstStyle/>
            <a:p>
              <a:pPr algn="l"/>
              <a:r>
                <a:rPr lang="ko-KR" sz="1200" dirty="0">
                  <a:solidFill>
                    <a:srgbClr val="FFFFFF"/>
                  </a:solidFill>
                  <a:latin typeface="Consolas"/>
                  <a:ea typeface="Microsoft YaHei"/>
                  <a:cs typeface="Consolas"/>
                </a:rPr>
                <a:t>4단계: ppt-reviewer로 검수</a:t>
              </a:r>
            </a:p>
          </p:txBody>
        </p:sp>
        <p:sp>
          <p:nvSpPr>
            <p:cNvPr id="17" name="TextBox 17"/>
            <p:cNvSpPr txBox="1"/>
            <p:nvPr/>
          </p:nvSpPr>
          <p:spPr>
            <a:xfrm>
              <a:off x="1098804" y="4309110"/>
              <a:ext cx="2879598" cy="234696"/>
            </a:xfrm>
            <a:prstGeom prst="rect">
              <a:avLst/>
            </a:prstGeom>
            <a:noFill/>
            <a:ln>
              <a:noFill/>
            </a:ln>
          </p:spPr>
          <p:txBody>
            <a:bodyPr wrap="none" lIns="0" tIns="0" rIns="0" bIns="0" anchor="t" anchorCtr="0">
              <a:spAutoFit/>
            </a:bodyPr>
            <a:lstStyle/>
            <a:p>
              <a:pPr algn="l"/>
              <a:r>
                <a:rPr lang="ko-KR" sz="1200" dirty="0">
                  <a:solidFill>
                    <a:srgbClr val="94A3B3"/>
                  </a:solidFill>
                  <a:latin typeface="Pretendard"/>
                  <a:ea typeface="Pretendard"/>
                  <a:cs typeface="Pretendard"/>
                </a:rPr>
                <a:t>각 단계 결과는 artifacts/ 폴더에 저장</a:t>
              </a:r>
            </a:p>
          </p:txBody>
        </p:sp>
      </p:grpSp>
      <p:grpSp>
        <p:nvGrpSpPr>
          <p:cNvPr id="29" name="Group 29"/>
          <p:cNvGrpSpPr/>
          <p:nvPr/>
        </p:nvGrpSpPr>
        <p:grpSpPr>
          <a:xfrm>
            <a:off x="6400800" y="2362200"/>
            <a:ext cx="5181600" cy="2571750"/>
            <a:chOff x="6400800" y="2362200"/>
            <a:chExt cx="5181600" cy="2571750"/>
          </a:xfrm>
        </p:grpSpPr>
        <p:sp>
          <p:nvSpPr>
            <p:cNvPr id="19" name="Rectangle 19"/>
            <p:cNvSpPr/>
            <p:nvPr/>
          </p:nvSpPr>
          <p:spPr>
            <a:xfrm>
              <a:off x="6400800" y="2362200"/>
              <a:ext cx="5181600" cy="2571750"/>
            </a:xfrm>
            <a:prstGeom prst="roundRect">
              <a:avLst>
                <a:gd name="adj" fmla="val 5926"/>
              </a:avLst>
            </a:prstGeom>
            <a:solidFill>
              <a:srgbClr val="FF6B35">
                <a:alpha val="8000"/>
              </a:srgbClr>
            </a:solidFill>
            <a:ln>
              <a:noFill/>
            </a:ln>
          </p:spPr>
        </p:sp>
        <p:grpSp>
          <p:nvGrpSpPr>
            <p:cNvPr id="22" name="Group 22"/>
            <p:cNvGrpSpPr/>
            <p:nvPr/>
          </p:nvGrpSpPr>
          <p:grpSpPr>
            <a:xfrm>
              <a:off x="6736556" y="2621756"/>
              <a:ext cx="185737" cy="185737"/>
              <a:chOff x="6736556" y="2621756"/>
              <a:chExt cx="185737" cy="185737"/>
            </a:xfrm>
          </p:grpSpPr>
          <p:sp>
            <p:nvSpPr>
              <p:cNvPr id="20" name="Freeform 20"/>
              <p:cNvSpPr/>
              <p:nvPr/>
            </p:nvSpPr>
            <p:spPr>
              <a:xfrm>
                <a:off x="6736556" y="2621756"/>
                <a:ext cx="185737" cy="185737"/>
              </a:xfrm>
              <a:custGeom>
                <a:avLst/>
                <a:gdLst/>
                <a:ahLst/>
                <a:cxnLst/>
                <a:rect l="l" t="t" r="r" b="b"/>
                <a:pathLst>
                  <a:path w="185737" h="185737">
                    <a:moveTo>
                      <a:pt x="0" y="92868"/>
                    </a:moveTo>
                    <a:cubicBezTo>
                      <a:pt x="0" y="144158"/>
                      <a:pt x="41579" y="185737"/>
                      <a:pt x="92868" y="185737"/>
                    </a:cubicBezTo>
                    <a:cubicBezTo>
                      <a:pt x="144158" y="185737"/>
                      <a:pt x="185737" y="144158"/>
                      <a:pt x="185737" y="92868"/>
                    </a:cubicBezTo>
                    <a:cubicBezTo>
                      <a:pt x="185737" y="41579"/>
                      <a:pt x="144158" y="0"/>
                      <a:pt x="92868" y="0"/>
                    </a:cubicBezTo>
                    <a:cubicBezTo>
                      <a:pt x="41579" y="0"/>
                      <a:pt x="0" y="41579"/>
                      <a:pt x="0" y="92868"/>
                    </a:cubicBezTo>
                  </a:path>
                </a:pathLst>
              </a:custGeom>
              <a:noFill/>
              <a:ln w="20637">
                <a:solidFill>
                  <a:srgbClr val="FF6B35"/>
                </a:solidFill>
              </a:ln>
            </p:spPr>
          </p:sp>
          <p:sp>
            <p:nvSpPr>
              <p:cNvPr id="21" name="Freeform 21"/>
              <p:cNvSpPr/>
              <p:nvPr/>
            </p:nvSpPr>
            <p:spPr>
              <a:xfrm>
                <a:off x="6798468" y="2693987"/>
                <a:ext cx="61912" cy="41275"/>
              </a:xfrm>
              <a:custGeom>
                <a:avLst/>
                <a:gdLst/>
                <a:ahLst/>
                <a:cxnLst/>
                <a:rect l="l" t="t" r="r" b="b"/>
                <a:pathLst>
                  <a:path w="61912" h="41275">
                    <a:moveTo>
                      <a:pt x="0" y="20637"/>
                    </a:moveTo>
                    <a:lnTo>
                      <a:pt x="20637" y="41275"/>
                    </a:lnTo>
                    <a:lnTo>
                      <a:pt x="61912" y="0"/>
                    </a:lnTo>
                  </a:path>
                </a:pathLst>
              </a:custGeom>
              <a:noFill/>
              <a:ln w="20637">
                <a:solidFill>
                  <a:srgbClr val="FF6B35"/>
                </a:solidFill>
              </a:ln>
            </p:spPr>
          </p:sp>
        </p:grpSp>
        <p:sp>
          <p:nvSpPr>
            <p:cNvPr id="23" name="TextBox 23"/>
            <p:cNvSpPr txBox="1"/>
            <p:nvPr/>
          </p:nvSpPr>
          <p:spPr>
            <a:xfrm>
              <a:off x="7039356" y="2586990"/>
              <a:ext cx="2753430"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재사용 — 세 줄 프롬프트</a:t>
              </a:r>
            </a:p>
          </p:txBody>
        </p:sp>
        <p:sp>
          <p:nvSpPr>
            <p:cNvPr id="24" name="Rectangle 24"/>
            <p:cNvSpPr/>
            <p:nvPr/>
          </p:nvSpPr>
          <p:spPr>
            <a:xfrm>
              <a:off x="6705600" y="3009900"/>
              <a:ext cx="4572000" cy="1676400"/>
            </a:xfrm>
            <a:prstGeom prst="roundRect">
              <a:avLst>
                <a:gd name="adj" fmla="val 5682"/>
              </a:avLst>
            </a:prstGeom>
            <a:solidFill>
              <a:srgbClr val="1D2733"/>
            </a:solidFill>
            <a:ln>
              <a:noFill/>
            </a:ln>
          </p:spPr>
        </p:sp>
        <p:sp>
          <p:nvSpPr>
            <p:cNvPr id="25" name="TextBox 25"/>
            <p:cNvSpPr txBox="1"/>
            <p:nvPr/>
          </p:nvSpPr>
          <p:spPr>
            <a:xfrm>
              <a:off x="6890004" y="3223260"/>
              <a:ext cx="3016910" cy="234696"/>
            </a:xfrm>
            <a:prstGeom prst="rect">
              <a:avLst/>
            </a:prstGeom>
            <a:noFill/>
            <a:ln>
              <a:noFill/>
            </a:ln>
          </p:spPr>
          <p:txBody>
            <a:bodyPr wrap="none" lIns="0" tIns="0" rIns="0" bIns="0" anchor="t" anchorCtr="0">
              <a:spAutoFit/>
            </a:bodyPr>
            <a:lstStyle/>
            <a:p>
              <a:pPr algn="l"/>
              <a:r>
                <a:rPr lang="ko-KR" sz="1200" dirty="0">
                  <a:solidFill>
                    <a:srgbClr val="FFFFFF"/>
                  </a:solidFill>
                  <a:latin typeface="Consolas"/>
                  <a:ea typeface="Microsoft YaHei"/>
                  <a:cs typeface="Consolas"/>
                </a:rPr>
                <a:t>projects/2026-10/실적보고서.pdf 원본</a:t>
              </a:r>
            </a:p>
          </p:txBody>
        </p:sp>
        <p:sp>
          <p:nvSpPr>
            <p:cNvPr id="26" name="TextBox 26"/>
            <p:cNvSpPr txBox="1"/>
            <p:nvPr/>
          </p:nvSpPr>
          <p:spPr>
            <a:xfrm>
              <a:off x="6890004" y="3489960"/>
              <a:ext cx="2257654" cy="234696"/>
            </a:xfrm>
            <a:prstGeom prst="rect">
              <a:avLst/>
            </a:prstGeom>
            <a:noFill/>
            <a:ln>
              <a:noFill/>
            </a:ln>
          </p:spPr>
          <p:txBody>
            <a:bodyPr wrap="none" lIns="0" tIns="0" rIns="0" bIns="0" anchor="t" anchorCtr="0">
              <a:spAutoFit/>
            </a:bodyPr>
            <a:lstStyle/>
            <a:p>
              <a:pPr algn="l"/>
              <a:r>
                <a:rPr lang="ko-KR" sz="1200" dirty="0">
                  <a:solidFill>
                    <a:srgbClr val="FFFFFF"/>
                  </a:solidFill>
                  <a:latin typeface="Consolas"/>
                  <a:ea typeface="Microsoft YaHei"/>
                  <a:cs typeface="Consolas"/>
                </a:rPr>
                <a:t>지난번과 같은 파이프라인 실행</a:t>
              </a:r>
            </a:p>
          </p:txBody>
        </p:sp>
        <p:sp>
          <p:nvSpPr>
            <p:cNvPr id="27" name="TextBox 27"/>
            <p:cNvSpPr txBox="1"/>
            <p:nvPr/>
          </p:nvSpPr>
          <p:spPr>
            <a:xfrm>
              <a:off x="6890004" y="3756660"/>
              <a:ext cx="2871521" cy="234696"/>
            </a:xfrm>
            <a:prstGeom prst="rect">
              <a:avLst/>
            </a:prstGeom>
            <a:noFill/>
            <a:ln>
              <a:noFill/>
            </a:ln>
          </p:spPr>
          <p:txBody>
            <a:bodyPr wrap="none" lIns="0" tIns="0" rIns="0" bIns="0" anchor="t" anchorCtr="0">
              <a:spAutoFit/>
            </a:bodyPr>
            <a:lstStyle/>
            <a:p>
              <a:pPr algn="l"/>
              <a:r>
                <a:rPr lang="ko-KR" sz="1200" dirty="0">
                  <a:solidFill>
                    <a:srgbClr val="FFFFFF"/>
                  </a:solidFill>
                  <a:latin typeface="Consolas"/>
                  <a:ea typeface="Microsoft YaHei"/>
                  <a:cs typeface="Consolas"/>
                </a:rPr>
                <a:t>결과: outputs/2026-10-report.pptx</a:t>
              </a:r>
            </a:p>
          </p:txBody>
        </p:sp>
        <p:sp>
          <p:nvSpPr>
            <p:cNvPr id="28" name="TextBox 28"/>
            <p:cNvSpPr txBox="1"/>
            <p:nvPr/>
          </p:nvSpPr>
          <p:spPr>
            <a:xfrm>
              <a:off x="6890004" y="4309110"/>
              <a:ext cx="3485388" cy="234696"/>
            </a:xfrm>
            <a:prstGeom prst="rect">
              <a:avLst/>
            </a:prstGeom>
            <a:noFill/>
            <a:ln>
              <a:noFill/>
            </a:ln>
          </p:spPr>
          <p:txBody>
            <a:bodyPr wrap="none" lIns="0" tIns="0" rIns="0" bIns="0" anchor="t" anchorCtr="0">
              <a:spAutoFit/>
            </a:bodyPr>
            <a:lstStyle/>
            <a:p>
              <a:pPr algn="l"/>
              <a:r>
                <a:rPr lang="ko-KR" sz="1200" dirty="0">
                  <a:solidFill>
                    <a:srgbClr val="94A3B3"/>
                  </a:solidFill>
                  <a:latin typeface="Pretendard"/>
                  <a:ea typeface="Pretendard"/>
                  <a:cs typeface="Pretendard"/>
                </a:rPr>
                <a:t>에이전트는 이미 저장소에 있으니 재생성 불필요</a:t>
              </a:r>
            </a:p>
          </p:txBody>
        </p:sp>
      </p:grpSp>
      <p:grpSp>
        <p:nvGrpSpPr>
          <p:cNvPr id="32" name="Group 32"/>
          <p:cNvGrpSpPr/>
          <p:nvPr/>
        </p:nvGrpSpPr>
        <p:grpSpPr>
          <a:xfrm>
            <a:off x="609600" y="5200650"/>
            <a:ext cx="5181600" cy="571500"/>
            <a:chOff x="609600" y="5200650"/>
            <a:chExt cx="5181600" cy="571500"/>
          </a:xfrm>
        </p:grpSpPr>
        <p:sp>
          <p:nvSpPr>
            <p:cNvPr id="30" name="Rectangle 30"/>
            <p:cNvSpPr/>
            <p:nvPr/>
          </p:nvSpPr>
          <p:spPr>
            <a:xfrm>
              <a:off x="609600" y="5200650"/>
              <a:ext cx="5181600" cy="571500"/>
            </a:xfrm>
            <a:prstGeom prst="roundRect">
              <a:avLst>
                <a:gd name="adj" fmla="val 23333"/>
              </a:avLst>
            </a:prstGeom>
            <a:solidFill>
              <a:srgbClr val="F4F7FB"/>
            </a:solidFill>
            <a:ln>
              <a:noFill/>
            </a:ln>
          </p:spPr>
        </p:sp>
        <p:sp>
          <p:nvSpPr>
            <p:cNvPr id="31" name="TextBox 31"/>
            <p:cNvSpPr txBox="1"/>
            <p:nvPr/>
          </p:nvSpPr>
          <p:spPr>
            <a:xfrm>
              <a:off x="907542" y="5397818"/>
              <a:ext cx="3066898"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검수 이슈 발견 시 해당 단계만 재실행</a:t>
              </a:r>
            </a:p>
          </p:txBody>
        </p:sp>
      </p:grpSp>
      <p:grpSp>
        <p:nvGrpSpPr>
          <p:cNvPr id="35" name="Group 35"/>
          <p:cNvGrpSpPr/>
          <p:nvPr/>
        </p:nvGrpSpPr>
        <p:grpSpPr>
          <a:xfrm>
            <a:off x="6400800" y="5200650"/>
            <a:ext cx="5181600" cy="571500"/>
            <a:chOff x="6400800" y="5200650"/>
            <a:chExt cx="5181600" cy="571500"/>
          </a:xfrm>
        </p:grpSpPr>
        <p:sp>
          <p:nvSpPr>
            <p:cNvPr id="33" name="Rectangle 33"/>
            <p:cNvSpPr/>
            <p:nvPr/>
          </p:nvSpPr>
          <p:spPr>
            <a:xfrm>
              <a:off x="6400800" y="5200650"/>
              <a:ext cx="5181600" cy="571500"/>
            </a:xfrm>
            <a:prstGeom prst="roundRect">
              <a:avLst>
                <a:gd name="adj" fmla="val 23333"/>
              </a:avLst>
            </a:prstGeom>
            <a:solidFill>
              <a:srgbClr val="F4F7FB"/>
            </a:solidFill>
            <a:ln>
              <a:noFill/>
            </a:ln>
          </p:spPr>
        </p:sp>
        <p:sp>
          <p:nvSpPr>
            <p:cNvPr id="34" name="TextBox 34"/>
            <p:cNvSpPr txBox="1"/>
            <p:nvPr/>
          </p:nvSpPr>
          <p:spPr>
            <a:xfrm>
              <a:off x="6698742" y="5397818"/>
              <a:ext cx="3839280"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에이전트는 저장소에 이미 존재, 재생성 불필요</a:t>
              </a:r>
            </a:p>
          </p:txBody>
        </p:sp>
      </p:grpSp>
      <p:grpSp>
        <p:nvGrpSpPr>
          <p:cNvPr id="38" name="Group 38"/>
          <p:cNvGrpSpPr/>
          <p:nvPr/>
        </p:nvGrpSpPr>
        <p:grpSpPr>
          <a:xfrm>
            <a:off x="609600" y="5981700"/>
            <a:ext cx="6667500" cy="400050"/>
            <a:chOff x="609600" y="5981700"/>
            <a:chExt cx="6667500" cy="400050"/>
          </a:xfrm>
        </p:grpSpPr>
        <p:sp>
          <p:nvSpPr>
            <p:cNvPr id="36" name="Rectangle 36"/>
            <p:cNvSpPr/>
            <p:nvPr/>
          </p:nvSpPr>
          <p:spPr>
            <a:xfrm>
              <a:off x="609600" y="5981700"/>
              <a:ext cx="6667500" cy="400050"/>
            </a:xfrm>
            <a:prstGeom prst="roundRect">
              <a:avLst>
                <a:gd name="adj" fmla="val 50000"/>
              </a:avLst>
            </a:prstGeom>
            <a:solidFill>
              <a:srgbClr val="FF6B35">
                <a:alpha val="8000"/>
              </a:srgbClr>
            </a:solidFill>
            <a:ln>
              <a:noFill/>
            </a:ln>
          </p:spPr>
        </p:sp>
        <p:sp>
          <p:nvSpPr>
            <p:cNvPr id="37" name="TextBox 37"/>
            <p:cNvSpPr txBox="1"/>
            <p:nvPr/>
          </p:nvSpPr>
          <p:spPr>
            <a:xfrm>
              <a:off x="888492" y="6083618"/>
              <a:ext cx="4555324" cy="264033"/>
            </a:xfrm>
            <a:prstGeom prst="rect">
              <a:avLst/>
            </a:prstGeom>
            <a:noFill/>
            <a:ln>
              <a:noFill/>
            </a:ln>
          </p:spPr>
          <p:txBody>
            <a:bodyPr wrap="none" lIns="0" tIns="0" rIns="0" bIns="0" anchor="t" anchorCtr="0">
              <a:spAutoFit/>
            </a:bodyPr>
            <a:lstStyle/>
            <a:p>
              <a:pPr algn="l"/>
              <a:r>
                <a:rPr lang="ko-KR" sz="1350" b="1" dirty="0">
                  <a:solidFill>
                    <a:srgbClr val="1D2733"/>
                  </a:solidFill>
                  <a:latin typeface="Pretendard SemiBold"/>
                  <a:ea typeface="Pretendard SemiBold"/>
                  <a:cs typeface="Pretendard SemiBold"/>
                </a:rPr>
                <a:t>에이전트는 이미 저장소에 있어 이름만 부르면 재사용</a:t>
              </a:r>
            </a:p>
          </p:txBody>
        </p:sp>
      </p:grpSp>
      <p:sp>
        <p:nvSpPr>
          <p:cNvPr id="39" name="TextBox 3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en-US" sz="1200" dirty="0">
                <a:solidFill>
                  <a:srgbClr val="94A3B3"/>
                </a:solidFill>
                <a:latin typeface="Pretendard"/>
                <a:ea typeface="Pretendard"/>
                <a:cs typeface="Pretendard"/>
              </a:rPr>
              <a:t>11 / 14</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7302741" cy="1318259"/>
            <a:chOff x="593598" y="669608"/>
            <a:chExt cx="7302741" cy="1318259"/>
          </a:xfrm>
        </p:grpSpPr>
        <p:sp>
          <p:nvSpPr>
            <p:cNvPr id="2" name="TextBox 2"/>
            <p:cNvSpPr txBox="1"/>
            <p:nvPr/>
          </p:nvSpPr>
          <p:spPr>
            <a:xfrm>
              <a:off x="593598" y="669608"/>
              <a:ext cx="5606941" cy="616077"/>
            </a:xfrm>
            <a:prstGeom prst="rect">
              <a:avLst/>
            </a:prstGeom>
            <a:noFill/>
            <a:ln>
              <a:noFill/>
            </a:ln>
          </p:spPr>
          <p:txBody>
            <a:bodyPr wrap="none" lIns="0" tIns="0" rIns="0" bIns="0" anchor="t" anchorCtr="0">
              <a:spAutoFit/>
            </a:bodyPr>
            <a:lstStyle/>
            <a:p>
              <a:pPr algn="l"/>
              <a:r>
                <a:rPr lang="ko-KR" sz="3150" b="1" dirty="0">
                  <a:solidFill>
                    <a:srgbClr val="1D2733"/>
                  </a:solidFill>
                  <a:latin typeface="Pretendard ExtraBold"/>
                  <a:ea typeface="Pretendard ExtraBold"/>
                  <a:cs typeface="Pretendard ExtraBold"/>
                </a:rPr>
                <a:t>한글 문서(HWP) 처리 흐름</a:t>
              </a:r>
            </a:p>
          </p:txBody>
        </p:sp>
        <p:sp>
          <p:nvSpPr>
            <p:cNvPr id="3" name="TextBox 3"/>
            <p:cNvSpPr txBox="1"/>
            <p:nvPr/>
          </p:nvSpPr>
          <p:spPr>
            <a:xfrm>
              <a:off x="598170" y="1185862"/>
              <a:ext cx="6994017"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HWP는 직접 생성하는 스킬이 없어, docx 스킬로</a:t>
              </a:r>
            </a:p>
          </p:txBody>
        </p:sp>
        <p:sp>
          <p:nvSpPr>
            <p:cNvPr id="4" name="TextBox 4"/>
            <p:cNvSpPr txBox="1"/>
            <p:nvPr/>
          </p:nvSpPr>
          <p:spPr>
            <a:xfrm>
              <a:off x="598170" y="1547812"/>
              <a:ext cx="7298169"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회사 양식을 유지한 뒤 한컴에서 HWP로 저장한다</a:t>
              </a:r>
            </a:p>
          </p:txBody>
        </p:sp>
      </p:grpSp>
      <p:sp>
        <p:nvSpPr>
          <p:cNvPr id="6" name="Line 6"/>
          <p:cNvSpPr/>
          <p:nvPr/>
        </p:nvSpPr>
        <p:spPr>
          <a:xfrm>
            <a:off x="914400" y="2571750"/>
            <a:ext cx="2495550" cy="1"/>
          </a:xfrm>
          <a:prstGeom prst="line">
            <a:avLst/>
          </a:prstGeom>
          <a:noFill/>
          <a:ln w="19050">
            <a:solidFill>
              <a:srgbClr val="94A3B3"/>
            </a:solidFill>
            <a:tailEnd type="triangle" w="lg" len="lg"/>
          </a:ln>
        </p:spPr>
      </p:sp>
      <p:sp>
        <p:nvSpPr>
          <p:cNvPr id="7" name="Line 7"/>
          <p:cNvSpPr/>
          <p:nvPr/>
        </p:nvSpPr>
        <p:spPr>
          <a:xfrm>
            <a:off x="3714750" y="2571750"/>
            <a:ext cx="2495550" cy="1"/>
          </a:xfrm>
          <a:prstGeom prst="line">
            <a:avLst/>
          </a:prstGeom>
          <a:noFill/>
          <a:ln w="19050">
            <a:solidFill>
              <a:srgbClr val="94A3B3"/>
            </a:solidFill>
            <a:tailEnd type="triangle" w="lg" len="lg"/>
          </a:ln>
        </p:spPr>
      </p:sp>
      <p:sp>
        <p:nvSpPr>
          <p:cNvPr id="8" name="Line 8"/>
          <p:cNvSpPr/>
          <p:nvPr/>
        </p:nvSpPr>
        <p:spPr>
          <a:xfrm>
            <a:off x="6515100" y="2571750"/>
            <a:ext cx="2495550" cy="1"/>
          </a:xfrm>
          <a:prstGeom prst="line">
            <a:avLst/>
          </a:prstGeom>
          <a:noFill/>
          <a:ln w="19050">
            <a:solidFill>
              <a:srgbClr val="94A3B3"/>
            </a:solidFill>
            <a:tailEnd type="triangle" w="lg" len="lg"/>
          </a:ln>
        </p:spPr>
      </p:sp>
      <p:grpSp>
        <p:nvGrpSpPr>
          <p:cNvPr id="19" name="Group 19"/>
          <p:cNvGrpSpPr/>
          <p:nvPr/>
        </p:nvGrpSpPr>
        <p:grpSpPr>
          <a:xfrm>
            <a:off x="323850" y="2286000"/>
            <a:ext cx="2857500" cy="2857500"/>
            <a:chOff x="323850" y="2286000"/>
            <a:chExt cx="2857500" cy="2857500"/>
          </a:xfrm>
        </p:grpSpPr>
        <p:sp>
          <p:nvSpPr>
            <p:cNvPr id="9" name="Ellipse 9"/>
            <p:cNvSpPr/>
            <p:nvPr/>
          </p:nvSpPr>
          <p:spPr>
            <a:xfrm>
              <a:off x="323850" y="2286000"/>
              <a:ext cx="571500" cy="571500"/>
            </a:xfrm>
            <a:prstGeom prst="ellipse">
              <a:avLst/>
            </a:prstGeom>
            <a:solidFill>
              <a:srgbClr val="1565C0"/>
            </a:solidFill>
            <a:ln>
              <a:noFill/>
            </a:ln>
          </p:spPr>
        </p:sp>
        <p:sp>
          <p:nvSpPr>
            <p:cNvPr id="10" name="TextBox 10"/>
            <p:cNvSpPr txBox="1"/>
            <p:nvPr/>
          </p:nvSpPr>
          <p:spPr>
            <a:xfrm>
              <a:off x="537080" y="2479358"/>
              <a:ext cx="145040"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Pretendard ExtraBold"/>
                  <a:ea typeface="Pretendard ExtraBold"/>
                  <a:cs typeface="Pretendard ExtraBold"/>
                </a:rPr>
                <a:t>1</a:t>
              </a:r>
            </a:p>
          </p:txBody>
        </p:sp>
        <p:sp>
          <p:nvSpPr>
            <p:cNvPr id="11" name="Rectangle 11"/>
            <p:cNvSpPr/>
            <p:nvPr/>
          </p:nvSpPr>
          <p:spPr>
            <a:xfrm>
              <a:off x="609600" y="3048000"/>
              <a:ext cx="2571750" cy="2095500"/>
            </a:xfrm>
            <a:prstGeom prst="roundRect">
              <a:avLst>
                <a:gd name="adj" fmla="val 6364"/>
              </a:avLst>
            </a:prstGeom>
            <a:solidFill>
              <a:srgbClr val="F4F7FB"/>
            </a:solidFill>
            <a:ln>
              <a:noFill/>
            </a:ln>
          </p:spPr>
        </p:sp>
        <p:grpSp>
          <p:nvGrpSpPr>
            <p:cNvPr id="15" name="Group 15"/>
            <p:cNvGrpSpPr/>
            <p:nvPr/>
          </p:nvGrpSpPr>
          <p:grpSpPr>
            <a:xfrm>
              <a:off x="897731" y="3312319"/>
              <a:ext cx="166688" cy="214312"/>
              <a:chOff x="897731" y="3312319"/>
              <a:chExt cx="166688" cy="214312"/>
            </a:xfrm>
          </p:grpSpPr>
          <p:sp>
            <p:nvSpPr>
              <p:cNvPr id="12" name="Freeform 12"/>
              <p:cNvSpPr/>
              <p:nvPr/>
            </p:nvSpPr>
            <p:spPr>
              <a:xfrm>
                <a:off x="1004888" y="3312319"/>
                <a:ext cx="59531" cy="59531"/>
              </a:xfrm>
              <a:custGeom>
                <a:avLst/>
                <a:gdLst/>
                <a:ahLst/>
                <a:cxnLst/>
                <a:rect l="l" t="t" r="r" b="b"/>
                <a:pathLst>
                  <a:path w="59531" h="59531">
                    <a:moveTo>
                      <a:pt x="0" y="0"/>
                    </a:moveTo>
                    <a:lnTo>
                      <a:pt x="0" y="47625"/>
                    </a:lnTo>
                    <a:cubicBezTo>
                      <a:pt x="0" y="54201"/>
                      <a:pt x="5331" y="59531"/>
                      <a:pt x="11906" y="59531"/>
                    </a:cubicBezTo>
                    <a:lnTo>
                      <a:pt x="59531" y="59531"/>
                    </a:lnTo>
                  </a:path>
                </a:pathLst>
              </a:custGeom>
              <a:noFill/>
              <a:ln w="23812">
                <a:solidFill>
                  <a:srgbClr val="1565C0"/>
                </a:solidFill>
              </a:ln>
            </p:spPr>
          </p:sp>
          <p:sp>
            <p:nvSpPr>
              <p:cNvPr id="13" name="Freeform 13"/>
              <p:cNvSpPr/>
              <p:nvPr/>
            </p:nvSpPr>
            <p:spPr>
              <a:xfrm>
                <a:off x="897731" y="3312319"/>
                <a:ext cx="166688" cy="214312"/>
              </a:xfrm>
              <a:custGeom>
                <a:avLst/>
                <a:gdLst/>
                <a:ahLst/>
                <a:cxnLst/>
                <a:rect l="l" t="t" r="r" b="b"/>
                <a:pathLst>
                  <a:path w="166688" h="214312">
                    <a:moveTo>
                      <a:pt x="142875" y="214312"/>
                    </a:moveTo>
                    <a:lnTo>
                      <a:pt x="23812" y="214312"/>
                    </a:lnTo>
                    <a:cubicBezTo>
                      <a:pt x="10661" y="214312"/>
                      <a:pt x="0" y="203651"/>
                      <a:pt x="0" y="190500"/>
                    </a:cubicBezTo>
                    <a:lnTo>
                      <a:pt x="0" y="23812"/>
                    </a:lnTo>
                    <a:cubicBezTo>
                      <a:pt x="0" y="10661"/>
                      <a:pt x="10661" y="0"/>
                      <a:pt x="23812" y="0"/>
                    </a:cubicBezTo>
                    <a:lnTo>
                      <a:pt x="107156" y="0"/>
                    </a:lnTo>
                    <a:lnTo>
                      <a:pt x="166688" y="59531"/>
                    </a:lnTo>
                    <a:lnTo>
                      <a:pt x="166688" y="190500"/>
                    </a:lnTo>
                    <a:cubicBezTo>
                      <a:pt x="166688" y="203651"/>
                      <a:pt x="156026" y="214312"/>
                      <a:pt x="142875" y="214312"/>
                    </a:cubicBezTo>
                  </a:path>
                </a:pathLst>
              </a:custGeom>
              <a:noFill/>
              <a:ln w="23812">
                <a:solidFill>
                  <a:srgbClr val="1565C0"/>
                </a:solidFill>
              </a:ln>
            </p:spPr>
          </p:sp>
          <p:sp>
            <p:nvSpPr>
              <p:cNvPr id="14" name="Freeform 14"/>
              <p:cNvSpPr/>
              <p:nvPr/>
            </p:nvSpPr>
            <p:spPr>
              <a:xfrm>
                <a:off x="945356" y="3419475"/>
                <a:ext cx="71438" cy="59531"/>
              </a:xfrm>
              <a:custGeom>
                <a:avLst/>
                <a:gdLst/>
                <a:ahLst/>
                <a:cxnLst/>
                <a:rect l="l" t="t" r="r" b="b"/>
                <a:pathLst>
                  <a:path w="71438" h="59531">
                    <a:moveTo>
                      <a:pt x="0" y="0"/>
                    </a:moveTo>
                    <a:lnTo>
                      <a:pt x="15871" y="59531"/>
                    </a:lnTo>
                    <a:lnTo>
                      <a:pt x="35719" y="11906"/>
                    </a:lnTo>
                    <a:lnTo>
                      <a:pt x="55566" y="59531"/>
                    </a:lnTo>
                    <a:lnTo>
                      <a:pt x="71438" y="0"/>
                    </a:lnTo>
                  </a:path>
                </a:pathLst>
              </a:custGeom>
              <a:noFill/>
              <a:ln w="23812">
                <a:solidFill>
                  <a:srgbClr val="1565C0"/>
                </a:solidFill>
              </a:ln>
            </p:spPr>
          </p:sp>
        </p:grpSp>
        <p:sp>
          <p:nvSpPr>
            <p:cNvPr id="16" name="TextBox 16"/>
            <p:cNvSpPr txBox="1"/>
            <p:nvPr/>
          </p:nvSpPr>
          <p:spPr>
            <a:xfrm>
              <a:off x="829056" y="3710940"/>
              <a:ext cx="1281806"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DOCX 생성</a:t>
              </a:r>
            </a:p>
          </p:txBody>
        </p:sp>
        <p:sp>
          <p:nvSpPr>
            <p:cNvPr id="17" name="TextBox 17"/>
            <p:cNvSpPr txBox="1"/>
            <p:nvPr/>
          </p:nvSpPr>
          <p:spPr>
            <a:xfrm>
              <a:off x="831342" y="4064318"/>
              <a:ext cx="1431265"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docx 스킬로 회사</a:t>
              </a:r>
            </a:p>
          </p:txBody>
        </p:sp>
        <p:sp>
          <p:nvSpPr>
            <p:cNvPr id="18" name="TextBox 18"/>
            <p:cNvSpPr txBox="1"/>
            <p:nvPr/>
          </p:nvSpPr>
          <p:spPr>
            <a:xfrm>
              <a:off x="831342" y="4292918"/>
              <a:ext cx="1631175"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양식 유지한 채 생성</a:t>
              </a:r>
            </a:p>
          </p:txBody>
        </p:sp>
      </p:grpSp>
      <p:grpSp>
        <p:nvGrpSpPr>
          <p:cNvPr id="30" name="Group 30"/>
          <p:cNvGrpSpPr/>
          <p:nvPr/>
        </p:nvGrpSpPr>
        <p:grpSpPr>
          <a:xfrm>
            <a:off x="3124200" y="2286000"/>
            <a:ext cx="2857500" cy="2857500"/>
            <a:chOff x="3124200" y="2286000"/>
            <a:chExt cx="2857500" cy="2857500"/>
          </a:xfrm>
        </p:grpSpPr>
        <p:sp>
          <p:nvSpPr>
            <p:cNvPr id="20" name="Ellipse 20"/>
            <p:cNvSpPr/>
            <p:nvPr/>
          </p:nvSpPr>
          <p:spPr>
            <a:xfrm>
              <a:off x="3124200" y="2286000"/>
              <a:ext cx="571500" cy="571500"/>
            </a:xfrm>
            <a:prstGeom prst="ellipse">
              <a:avLst/>
            </a:prstGeom>
            <a:solidFill>
              <a:srgbClr val="1565C0"/>
            </a:solidFill>
            <a:ln>
              <a:noFill/>
            </a:ln>
          </p:spPr>
        </p:sp>
        <p:sp>
          <p:nvSpPr>
            <p:cNvPr id="21" name="TextBox 21"/>
            <p:cNvSpPr txBox="1"/>
            <p:nvPr/>
          </p:nvSpPr>
          <p:spPr>
            <a:xfrm>
              <a:off x="3337430" y="2479358"/>
              <a:ext cx="145040"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Pretendard ExtraBold"/>
                  <a:ea typeface="Pretendard ExtraBold"/>
                  <a:cs typeface="Pretendard ExtraBold"/>
                </a:rPr>
                <a:t>2</a:t>
              </a:r>
            </a:p>
          </p:txBody>
        </p:sp>
        <p:sp>
          <p:nvSpPr>
            <p:cNvPr id="22" name="Rectangle 22"/>
            <p:cNvSpPr/>
            <p:nvPr/>
          </p:nvSpPr>
          <p:spPr>
            <a:xfrm>
              <a:off x="3409950" y="3048000"/>
              <a:ext cx="2571750" cy="2095500"/>
            </a:xfrm>
            <a:prstGeom prst="roundRect">
              <a:avLst>
                <a:gd name="adj" fmla="val 6364"/>
              </a:avLst>
            </a:prstGeom>
            <a:solidFill>
              <a:srgbClr val="F4F7FB"/>
            </a:solidFill>
            <a:ln>
              <a:noFill/>
            </a:ln>
          </p:spPr>
        </p:sp>
        <p:grpSp>
          <p:nvGrpSpPr>
            <p:cNvPr id="26" name="Group 26"/>
            <p:cNvGrpSpPr/>
            <p:nvPr/>
          </p:nvGrpSpPr>
          <p:grpSpPr>
            <a:xfrm>
              <a:off x="3686175" y="3324225"/>
              <a:ext cx="190500" cy="202406"/>
              <a:chOff x="3686175" y="3324225"/>
              <a:chExt cx="190500" cy="202406"/>
            </a:xfrm>
          </p:grpSpPr>
          <p:sp>
            <p:nvSpPr>
              <p:cNvPr id="23" name="Freeform 23"/>
              <p:cNvSpPr/>
              <p:nvPr/>
            </p:nvSpPr>
            <p:spPr>
              <a:xfrm>
                <a:off x="3686175" y="3479006"/>
                <a:ext cx="190500" cy="47625"/>
              </a:xfrm>
              <a:custGeom>
                <a:avLst/>
                <a:gdLst/>
                <a:ahLst/>
                <a:cxnLst/>
                <a:rect l="l" t="t" r="r" b="b"/>
                <a:pathLst>
                  <a:path w="190500" h="47625">
                    <a:moveTo>
                      <a:pt x="0" y="0"/>
                    </a:moveTo>
                    <a:lnTo>
                      <a:pt x="0" y="23812"/>
                    </a:lnTo>
                    <a:cubicBezTo>
                      <a:pt x="0" y="36964"/>
                      <a:pt x="10661" y="47625"/>
                      <a:pt x="23812" y="47625"/>
                    </a:cubicBezTo>
                    <a:lnTo>
                      <a:pt x="166688" y="47625"/>
                    </a:lnTo>
                    <a:cubicBezTo>
                      <a:pt x="179839" y="47625"/>
                      <a:pt x="190500" y="36964"/>
                      <a:pt x="190500" y="23812"/>
                    </a:cubicBezTo>
                    <a:lnTo>
                      <a:pt x="190500" y="0"/>
                    </a:lnTo>
                  </a:path>
                </a:pathLst>
              </a:custGeom>
              <a:noFill/>
              <a:ln w="23812">
                <a:solidFill>
                  <a:srgbClr val="1565C0"/>
                </a:solidFill>
              </a:ln>
            </p:spPr>
          </p:sp>
          <p:sp>
            <p:nvSpPr>
              <p:cNvPr id="24" name="Freeform 24"/>
              <p:cNvSpPr/>
              <p:nvPr/>
            </p:nvSpPr>
            <p:spPr>
              <a:xfrm>
                <a:off x="3721894" y="3407569"/>
                <a:ext cx="119062" cy="59531"/>
              </a:xfrm>
              <a:custGeom>
                <a:avLst/>
                <a:gdLst/>
                <a:ahLst/>
                <a:cxnLst/>
                <a:rect l="l" t="t" r="r" b="b"/>
                <a:pathLst>
                  <a:path w="119062" h="59531">
                    <a:moveTo>
                      <a:pt x="0" y="0"/>
                    </a:moveTo>
                    <a:lnTo>
                      <a:pt x="59531" y="59531"/>
                    </a:lnTo>
                    <a:lnTo>
                      <a:pt x="119062" y="0"/>
                    </a:lnTo>
                  </a:path>
                </a:pathLst>
              </a:custGeom>
              <a:noFill/>
              <a:ln w="23812">
                <a:solidFill>
                  <a:srgbClr val="1565C0"/>
                </a:solidFill>
              </a:ln>
            </p:spPr>
          </p:sp>
          <p:sp>
            <p:nvSpPr>
              <p:cNvPr id="25" name="Freeform 25"/>
              <p:cNvSpPr/>
              <p:nvPr/>
            </p:nvSpPr>
            <p:spPr>
              <a:xfrm>
                <a:off x="3781425" y="3324225"/>
                <a:ext cx="9525" cy="142875"/>
              </a:xfrm>
              <a:custGeom>
                <a:avLst/>
                <a:gdLst/>
                <a:ahLst/>
                <a:cxnLst/>
                <a:rect l="l" t="t" r="r" b="b"/>
                <a:pathLst>
                  <a:path w="9525" h="142875">
                    <a:moveTo>
                      <a:pt x="0" y="0"/>
                    </a:moveTo>
                    <a:lnTo>
                      <a:pt x="0" y="142875"/>
                    </a:lnTo>
                  </a:path>
                </a:pathLst>
              </a:custGeom>
              <a:noFill/>
              <a:ln w="23812">
                <a:solidFill>
                  <a:srgbClr val="1565C0"/>
                </a:solidFill>
              </a:ln>
            </p:spPr>
          </p:sp>
        </p:grpSp>
        <p:sp>
          <p:nvSpPr>
            <p:cNvPr id="27" name="TextBox 27"/>
            <p:cNvSpPr txBox="1"/>
            <p:nvPr/>
          </p:nvSpPr>
          <p:spPr>
            <a:xfrm>
              <a:off x="3629406" y="3710940"/>
              <a:ext cx="1621208"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파일 다운로드</a:t>
              </a:r>
            </a:p>
          </p:txBody>
        </p:sp>
        <p:sp>
          <p:nvSpPr>
            <p:cNvPr id="28" name="TextBox 28"/>
            <p:cNvSpPr txBox="1"/>
            <p:nvPr/>
          </p:nvSpPr>
          <p:spPr>
            <a:xfrm>
              <a:off x="3631692" y="4064318"/>
              <a:ext cx="1108253"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완성된 DOCX</a:t>
              </a:r>
            </a:p>
          </p:txBody>
        </p:sp>
        <p:sp>
          <p:nvSpPr>
            <p:cNvPr id="29" name="TextBox 29"/>
            <p:cNvSpPr txBox="1"/>
            <p:nvPr/>
          </p:nvSpPr>
          <p:spPr>
            <a:xfrm>
              <a:off x="3631692" y="4292918"/>
              <a:ext cx="1158659"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파일 다운로드</a:t>
              </a:r>
            </a:p>
          </p:txBody>
        </p:sp>
      </p:grpSp>
      <p:grpSp>
        <p:nvGrpSpPr>
          <p:cNvPr id="43" name="Group 43"/>
          <p:cNvGrpSpPr/>
          <p:nvPr/>
        </p:nvGrpSpPr>
        <p:grpSpPr>
          <a:xfrm>
            <a:off x="5924550" y="2286000"/>
            <a:ext cx="2889710" cy="2857500"/>
            <a:chOff x="5924550" y="2286000"/>
            <a:chExt cx="2889710" cy="2857500"/>
          </a:xfrm>
        </p:grpSpPr>
        <p:sp>
          <p:nvSpPr>
            <p:cNvPr id="31" name="Ellipse 31"/>
            <p:cNvSpPr/>
            <p:nvPr/>
          </p:nvSpPr>
          <p:spPr>
            <a:xfrm>
              <a:off x="5924550" y="2286000"/>
              <a:ext cx="571500" cy="571500"/>
            </a:xfrm>
            <a:prstGeom prst="ellipse">
              <a:avLst/>
            </a:prstGeom>
            <a:solidFill>
              <a:srgbClr val="1565C0"/>
            </a:solidFill>
            <a:ln>
              <a:noFill/>
            </a:ln>
          </p:spPr>
        </p:sp>
        <p:sp>
          <p:nvSpPr>
            <p:cNvPr id="32" name="TextBox 32"/>
            <p:cNvSpPr txBox="1"/>
            <p:nvPr/>
          </p:nvSpPr>
          <p:spPr>
            <a:xfrm>
              <a:off x="6137780" y="2479358"/>
              <a:ext cx="145040"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Pretendard ExtraBold"/>
                  <a:ea typeface="Pretendard ExtraBold"/>
                  <a:cs typeface="Pretendard ExtraBold"/>
                </a:rPr>
                <a:t>3</a:t>
              </a:r>
            </a:p>
          </p:txBody>
        </p:sp>
        <p:sp>
          <p:nvSpPr>
            <p:cNvPr id="33" name="Rectangle 33"/>
            <p:cNvSpPr/>
            <p:nvPr/>
          </p:nvSpPr>
          <p:spPr>
            <a:xfrm>
              <a:off x="6210300" y="3048000"/>
              <a:ext cx="2571750" cy="2095500"/>
            </a:xfrm>
            <a:prstGeom prst="roundRect">
              <a:avLst>
                <a:gd name="adj" fmla="val 6364"/>
              </a:avLst>
            </a:prstGeom>
            <a:solidFill>
              <a:srgbClr val="F4F7FB"/>
            </a:solidFill>
            <a:ln>
              <a:noFill/>
            </a:ln>
          </p:spPr>
        </p:sp>
        <p:grpSp>
          <p:nvGrpSpPr>
            <p:cNvPr id="39" name="Group 39"/>
            <p:cNvGrpSpPr/>
            <p:nvPr/>
          </p:nvGrpSpPr>
          <p:grpSpPr>
            <a:xfrm>
              <a:off x="6498431" y="3312319"/>
              <a:ext cx="166688" cy="214312"/>
              <a:chOff x="6498431" y="3312319"/>
              <a:chExt cx="166688" cy="214312"/>
            </a:xfrm>
          </p:grpSpPr>
          <p:sp>
            <p:nvSpPr>
              <p:cNvPr id="34" name="Freeform 34"/>
              <p:cNvSpPr/>
              <p:nvPr/>
            </p:nvSpPr>
            <p:spPr>
              <a:xfrm>
                <a:off x="6605588" y="3312319"/>
                <a:ext cx="59531" cy="59531"/>
              </a:xfrm>
              <a:custGeom>
                <a:avLst/>
                <a:gdLst/>
                <a:ahLst/>
                <a:cxnLst/>
                <a:rect l="l" t="t" r="r" b="b"/>
                <a:pathLst>
                  <a:path w="59531" h="59531">
                    <a:moveTo>
                      <a:pt x="0" y="0"/>
                    </a:moveTo>
                    <a:lnTo>
                      <a:pt x="0" y="47625"/>
                    </a:lnTo>
                    <a:cubicBezTo>
                      <a:pt x="0" y="54201"/>
                      <a:pt x="5331" y="59531"/>
                      <a:pt x="11906" y="59531"/>
                    </a:cubicBezTo>
                    <a:lnTo>
                      <a:pt x="59531" y="59531"/>
                    </a:lnTo>
                  </a:path>
                </a:pathLst>
              </a:custGeom>
              <a:noFill/>
              <a:ln w="23812">
                <a:solidFill>
                  <a:srgbClr val="1565C0"/>
                </a:solidFill>
              </a:ln>
            </p:spPr>
          </p:sp>
          <p:sp>
            <p:nvSpPr>
              <p:cNvPr id="35" name="Freeform 35"/>
              <p:cNvSpPr/>
              <p:nvPr/>
            </p:nvSpPr>
            <p:spPr>
              <a:xfrm>
                <a:off x="6498431" y="3312319"/>
                <a:ext cx="166688" cy="214312"/>
              </a:xfrm>
              <a:custGeom>
                <a:avLst/>
                <a:gdLst/>
                <a:ahLst/>
                <a:cxnLst/>
                <a:rect l="l" t="t" r="r" b="b"/>
                <a:pathLst>
                  <a:path w="166688" h="214312">
                    <a:moveTo>
                      <a:pt x="142875" y="214312"/>
                    </a:moveTo>
                    <a:lnTo>
                      <a:pt x="23812" y="214312"/>
                    </a:lnTo>
                    <a:cubicBezTo>
                      <a:pt x="10661" y="214312"/>
                      <a:pt x="0" y="203651"/>
                      <a:pt x="0" y="190500"/>
                    </a:cubicBezTo>
                    <a:lnTo>
                      <a:pt x="0" y="23812"/>
                    </a:lnTo>
                    <a:cubicBezTo>
                      <a:pt x="0" y="10661"/>
                      <a:pt x="10661" y="0"/>
                      <a:pt x="23812" y="0"/>
                    </a:cubicBezTo>
                    <a:lnTo>
                      <a:pt x="107156" y="0"/>
                    </a:lnTo>
                    <a:lnTo>
                      <a:pt x="166688" y="59531"/>
                    </a:lnTo>
                    <a:lnTo>
                      <a:pt x="166688" y="190500"/>
                    </a:lnTo>
                    <a:cubicBezTo>
                      <a:pt x="166688" y="203651"/>
                      <a:pt x="156026" y="214312"/>
                      <a:pt x="142875" y="214312"/>
                    </a:cubicBezTo>
                  </a:path>
                </a:pathLst>
              </a:custGeom>
              <a:noFill/>
              <a:ln w="23812">
                <a:solidFill>
                  <a:srgbClr val="1565C0"/>
                </a:solidFill>
              </a:ln>
            </p:spPr>
          </p:sp>
          <p:sp>
            <p:nvSpPr>
              <p:cNvPr id="36" name="Freeform 36"/>
              <p:cNvSpPr/>
              <p:nvPr/>
            </p:nvSpPr>
            <p:spPr>
              <a:xfrm>
                <a:off x="6546056" y="3383756"/>
                <a:ext cx="11906" cy="9525"/>
              </a:xfrm>
              <a:custGeom>
                <a:avLst/>
                <a:gdLst/>
                <a:ahLst/>
                <a:cxnLst/>
                <a:rect l="l" t="t" r="r" b="b"/>
                <a:pathLst>
                  <a:path w="11906" h="9525">
                    <a:moveTo>
                      <a:pt x="0" y="0"/>
                    </a:moveTo>
                    <a:lnTo>
                      <a:pt x="11906" y="0"/>
                    </a:lnTo>
                  </a:path>
                </a:pathLst>
              </a:custGeom>
              <a:noFill/>
              <a:ln w="23812">
                <a:solidFill>
                  <a:srgbClr val="1565C0"/>
                </a:solidFill>
              </a:ln>
            </p:spPr>
          </p:sp>
          <p:sp>
            <p:nvSpPr>
              <p:cNvPr id="37" name="Freeform 37"/>
              <p:cNvSpPr/>
              <p:nvPr/>
            </p:nvSpPr>
            <p:spPr>
              <a:xfrm>
                <a:off x="6546056" y="3431381"/>
                <a:ext cx="71438" cy="9525"/>
              </a:xfrm>
              <a:custGeom>
                <a:avLst/>
                <a:gdLst/>
                <a:ahLst/>
                <a:cxnLst/>
                <a:rect l="l" t="t" r="r" b="b"/>
                <a:pathLst>
                  <a:path w="71438" h="9525">
                    <a:moveTo>
                      <a:pt x="0" y="0"/>
                    </a:moveTo>
                    <a:lnTo>
                      <a:pt x="71438" y="0"/>
                    </a:lnTo>
                  </a:path>
                </a:pathLst>
              </a:custGeom>
              <a:noFill/>
              <a:ln w="23812">
                <a:solidFill>
                  <a:srgbClr val="1565C0"/>
                </a:solidFill>
              </a:ln>
            </p:spPr>
          </p:sp>
          <p:sp>
            <p:nvSpPr>
              <p:cNvPr id="38" name="Freeform 38"/>
              <p:cNvSpPr/>
              <p:nvPr/>
            </p:nvSpPr>
            <p:spPr>
              <a:xfrm>
                <a:off x="6546056" y="3479006"/>
                <a:ext cx="71438" cy="9525"/>
              </a:xfrm>
              <a:custGeom>
                <a:avLst/>
                <a:gdLst/>
                <a:ahLst/>
                <a:cxnLst/>
                <a:rect l="l" t="t" r="r" b="b"/>
                <a:pathLst>
                  <a:path w="71438" h="9525">
                    <a:moveTo>
                      <a:pt x="0" y="0"/>
                    </a:moveTo>
                    <a:lnTo>
                      <a:pt x="71438" y="0"/>
                    </a:lnTo>
                  </a:path>
                </a:pathLst>
              </a:custGeom>
              <a:noFill/>
              <a:ln w="23812">
                <a:solidFill>
                  <a:srgbClr val="1565C0"/>
                </a:solidFill>
              </a:ln>
            </p:spPr>
          </p:sp>
        </p:grpSp>
        <p:sp>
          <p:nvSpPr>
            <p:cNvPr id="40" name="TextBox 40"/>
            <p:cNvSpPr txBox="1"/>
            <p:nvPr/>
          </p:nvSpPr>
          <p:spPr>
            <a:xfrm>
              <a:off x="6429756" y="3710940"/>
              <a:ext cx="2384504"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한컴오피스에서 열기</a:t>
              </a:r>
            </a:p>
          </p:txBody>
        </p:sp>
        <p:sp>
          <p:nvSpPr>
            <p:cNvPr id="41" name="TextBox 41"/>
            <p:cNvSpPr txBox="1"/>
            <p:nvPr/>
          </p:nvSpPr>
          <p:spPr>
            <a:xfrm>
              <a:off x="6432042" y="4064318"/>
              <a:ext cx="1522133"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다운로드한 파일을</a:t>
              </a:r>
            </a:p>
          </p:txBody>
        </p:sp>
        <p:sp>
          <p:nvSpPr>
            <p:cNvPr id="42" name="TextBox 42"/>
            <p:cNvSpPr txBox="1"/>
            <p:nvPr/>
          </p:nvSpPr>
          <p:spPr>
            <a:xfrm>
              <a:off x="6432042" y="4292918"/>
              <a:ext cx="1158659"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한컴에서 열기</a:t>
              </a:r>
            </a:p>
          </p:txBody>
        </p:sp>
      </p:grpSp>
      <p:grpSp>
        <p:nvGrpSpPr>
          <p:cNvPr id="53" name="Group 53"/>
          <p:cNvGrpSpPr/>
          <p:nvPr/>
        </p:nvGrpSpPr>
        <p:grpSpPr>
          <a:xfrm>
            <a:off x="8724900" y="2286000"/>
            <a:ext cx="2857500" cy="2857500"/>
            <a:chOff x="8724900" y="2286000"/>
            <a:chExt cx="2857500" cy="2857500"/>
          </a:xfrm>
        </p:grpSpPr>
        <p:sp>
          <p:nvSpPr>
            <p:cNvPr id="44" name="Ellipse 44"/>
            <p:cNvSpPr/>
            <p:nvPr/>
          </p:nvSpPr>
          <p:spPr>
            <a:xfrm>
              <a:off x="8724900" y="2286000"/>
              <a:ext cx="571500" cy="571500"/>
            </a:xfrm>
            <a:prstGeom prst="ellipse">
              <a:avLst/>
            </a:prstGeom>
            <a:solidFill>
              <a:srgbClr val="FF6B35"/>
            </a:solidFill>
            <a:ln>
              <a:noFill/>
            </a:ln>
          </p:spPr>
        </p:sp>
        <p:sp>
          <p:nvSpPr>
            <p:cNvPr id="45" name="TextBox 45"/>
            <p:cNvSpPr txBox="1"/>
            <p:nvPr/>
          </p:nvSpPr>
          <p:spPr>
            <a:xfrm>
              <a:off x="8938130" y="2479358"/>
              <a:ext cx="145040"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Pretendard ExtraBold"/>
                  <a:ea typeface="Pretendard ExtraBold"/>
                  <a:cs typeface="Pretendard ExtraBold"/>
                </a:rPr>
                <a:t>4</a:t>
              </a:r>
            </a:p>
          </p:txBody>
        </p:sp>
        <p:sp>
          <p:nvSpPr>
            <p:cNvPr id="46" name="Rectangle 46"/>
            <p:cNvSpPr/>
            <p:nvPr/>
          </p:nvSpPr>
          <p:spPr>
            <a:xfrm>
              <a:off x="9010650" y="3048000"/>
              <a:ext cx="2571750" cy="2095500"/>
            </a:xfrm>
            <a:prstGeom prst="roundRect">
              <a:avLst>
                <a:gd name="adj" fmla="val 6364"/>
              </a:avLst>
            </a:prstGeom>
            <a:solidFill>
              <a:srgbClr val="FF6B35">
                <a:alpha val="8000"/>
              </a:srgbClr>
            </a:solidFill>
            <a:ln>
              <a:noFill/>
            </a:ln>
          </p:spPr>
        </p:sp>
        <p:grpSp>
          <p:nvGrpSpPr>
            <p:cNvPr id="49" name="Group 49"/>
            <p:cNvGrpSpPr/>
            <p:nvPr/>
          </p:nvGrpSpPr>
          <p:grpSpPr>
            <a:xfrm>
              <a:off x="9274969" y="3312319"/>
              <a:ext cx="214312" cy="214312"/>
              <a:chOff x="9274969" y="3312319"/>
              <a:chExt cx="214312" cy="214312"/>
            </a:xfrm>
          </p:grpSpPr>
          <p:sp>
            <p:nvSpPr>
              <p:cNvPr id="47" name="Freeform 47"/>
              <p:cNvSpPr/>
              <p:nvPr/>
            </p:nvSpPr>
            <p:spPr>
              <a:xfrm>
                <a:off x="9274969" y="3312319"/>
                <a:ext cx="214312" cy="214312"/>
              </a:xfrm>
              <a:custGeom>
                <a:avLst/>
                <a:gdLst/>
                <a:ahLst/>
                <a:cxnLst/>
                <a:rect l="l" t="t" r="r" b="b"/>
                <a:pathLst>
                  <a:path w="214312" h="214312">
                    <a:moveTo>
                      <a:pt x="0" y="107156"/>
                    </a:moveTo>
                    <a:cubicBezTo>
                      <a:pt x="0" y="166337"/>
                      <a:pt x="47975" y="214312"/>
                      <a:pt x="107156" y="214312"/>
                    </a:cubicBezTo>
                    <a:cubicBezTo>
                      <a:pt x="166337" y="214312"/>
                      <a:pt x="214312" y="166337"/>
                      <a:pt x="214312" y="107156"/>
                    </a:cubicBezTo>
                    <a:cubicBezTo>
                      <a:pt x="214312" y="47975"/>
                      <a:pt x="166337" y="0"/>
                      <a:pt x="107156" y="0"/>
                    </a:cubicBezTo>
                    <a:cubicBezTo>
                      <a:pt x="47975" y="0"/>
                      <a:pt x="0" y="47975"/>
                      <a:pt x="0" y="107156"/>
                    </a:cubicBezTo>
                  </a:path>
                </a:pathLst>
              </a:custGeom>
              <a:noFill/>
              <a:ln w="23812">
                <a:solidFill>
                  <a:srgbClr val="FF6B35"/>
                </a:solidFill>
              </a:ln>
            </p:spPr>
          </p:sp>
          <p:sp>
            <p:nvSpPr>
              <p:cNvPr id="48" name="Freeform 48"/>
              <p:cNvSpPr/>
              <p:nvPr/>
            </p:nvSpPr>
            <p:spPr>
              <a:xfrm>
                <a:off x="9346406" y="3395662"/>
                <a:ext cx="71438" cy="47625"/>
              </a:xfrm>
              <a:custGeom>
                <a:avLst/>
                <a:gdLst/>
                <a:ahLst/>
                <a:cxnLst/>
                <a:rect l="l" t="t" r="r" b="b"/>
                <a:pathLst>
                  <a:path w="71438" h="47625">
                    <a:moveTo>
                      <a:pt x="0" y="23812"/>
                    </a:moveTo>
                    <a:lnTo>
                      <a:pt x="23812" y="47625"/>
                    </a:lnTo>
                    <a:lnTo>
                      <a:pt x="71438" y="0"/>
                    </a:lnTo>
                  </a:path>
                </a:pathLst>
              </a:custGeom>
              <a:noFill/>
              <a:ln w="23812">
                <a:solidFill>
                  <a:srgbClr val="FF6B35"/>
                </a:solidFill>
              </a:ln>
            </p:spPr>
          </p:sp>
        </p:grpSp>
        <p:sp>
          <p:nvSpPr>
            <p:cNvPr id="50" name="TextBox 50"/>
            <p:cNvSpPr txBox="1"/>
            <p:nvPr/>
          </p:nvSpPr>
          <p:spPr>
            <a:xfrm>
              <a:off x="9230106" y="3710940"/>
              <a:ext cx="1402781"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HWP로 저장</a:t>
              </a:r>
            </a:p>
          </p:txBody>
        </p:sp>
        <p:sp>
          <p:nvSpPr>
            <p:cNvPr id="51" name="TextBox 51"/>
            <p:cNvSpPr txBox="1"/>
            <p:nvPr/>
          </p:nvSpPr>
          <p:spPr>
            <a:xfrm>
              <a:off x="9232392" y="4064318"/>
              <a:ext cx="1576654"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다른 이름으로 저장</a:t>
              </a:r>
            </a:p>
          </p:txBody>
        </p:sp>
        <p:sp>
          <p:nvSpPr>
            <p:cNvPr id="52" name="TextBox 52"/>
            <p:cNvSpPr txBox="1"/>
            <p:nvPr/>
          </p:nvSpPr>
          <p:spPr>
            <a:xfrm>
              <a:off x="9232392" y="4292918"/>
              <a:ext cx="1847545"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한글 문서(HWP) 선택</a:t>
              </a:r>
            </a:p>
          </p:txBody>
        </p:sp>
      </p:grpSp>
      <p:grpSp>
        <p:nvGrpSpPr>
          <p:cNvPr id="56" name="Group 56"/>
          <p:cNvGrpSpPr/>
          <p:nvPr/>
        </p:nvGrpSpPr>
        <p:grpSpPr>
          <a:xfrm>
            <a:off x="609600" y="5715000"/>
            <a:ext cx="7810500" cy="400050"/>
            <a:chOff x="609600" y="5715000"/>
            <a:chExt cx="7810500" cy="400050"/>
          </a:xfrm>
        </p:grpSpPr>
        <p:sp>
          <p:nvSpPr>
            <p:cNvPr id="54" name="Rectangle 54"/>
            <p:cNvSpPr/>
            <p:nvPr/>
          </p:nvSpPr>
          <p:spPr>
            <a:xfrm>
              <a:off x="609600" y="5715000"/>
              <a:ext cx="7810500" cy="400050"/>
            </a:xfrm>
            <a:prstGeom prst="roundRect">
              <a:avLst>
                <a:gd name="adj" fmla="val 50000"/>
              </a:avLst>
            </a:prstGeom>
            <a:solidFill>
              <a:srgbClr val="F4F7FB"/>
            </a:solidFill>
            <a:ln>
              <a:noFill/>
            </a:ln>
          </p:spPr>
        </p:sp>
        <p:sp>
          <p:nvSpPr>
            <p:cNvPr id="55" name="TextBox 55"/>
            <p:cNvSpPr txBox="1"/>
            <p:nvPr/>
          </p:nvSpPr>
          <p:spPr>
            <a:xfrm>
              <a:off x="888492" y="5816918"/>
              <a:ext cx="5486400" cy="264033"/>
            </a:xfrm>
            <a:prstGeom prst="rect">
              <a:avLst/>
            </a:prstGeom>
            <a:noFill/>
            <a:ln>
              <a:noFill/>
            </a:ln>
          </p:spPr>
          <p:txBody>
            <a:bodyPr wrap="none" lIns="0" tIns="0" rIns="0" bIns="0" anchor="t" anchorCtr="0">
              <a:spAutoFit/>
            </a:bodyPr>
            <a:lstStyle/>
            <a:p>
              <a:pPr algn="l"/>
              <a:r>
                <a:rPr lang="ko-KR" sz="1350" dirty="0">
                  <a:solidFill>
                    <a:srgbClr val="5B6B7C"/>
                  </a:solidFill>
                  <a:latin typeface="Pretendard"/>
                  <a:ea typeface="Pretendard"/>
                  <a:cs typeface="Pretendard"/>
                </a:rPr>
                <a:t>DOCX-HWP 서식은 완벽히 유지되지 않을 수 있어 직접 확인 필요</a:t>
              </a:r>
            </a:p>
          </p:txBody>
        </p:sp>
      </p:grpSp>
      <p:sp>
        <p:nvSpPr>
          <p:cNvPr id="57" name="TextBox 5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en-US" sz="1200" dirty="0">
                <a:solidFill>
                  <a:srgbClr val="94A3B3"/>
                </a:solidFill>
                <a:latin typeface="Pretendard"/>
                <a:ea typeface="Pretendard"/>
                <a:cs typeface="Pretendard"/>
              </a:rPr>
              <a:t>12 / 14</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5"/>
          <p:cNvGrpSpPr/>
          <p:nvPr/>
        </p:nvGrpSpPr>
        <p:grpSpPr>
          <a:xfrm>
            <a:off x="593598" y="669608"/>
            <a:ext cx="8423681" cy="1318259"/>
            <a:chOff x="593598" y="669608"/>
            <a:chExt cx="8423681" cy="1318259"/>
          </a:xfrm>
        </p:grpSpPr>
        <p:sp>
          <p:nvSpPr>
            <p:cNvPr id="2" name="TextBox 2"/>
            <p:cNvSpPr txBox="1"/>
            <p:nvPr/>
          </p:nvSpPr>
          <p:spPr>
            <a:xfrm>
              <a:off x="593598" y="669608"/>
              <a:ext cx="4440035" cy="616077"/>
            </a:xfrm>
            <a:prstGeom prst="rect">
              <a:avLst/>
            </a:prstGeom>
            <a:noFill/>
            <a:ln>
              <a:noFill/>
            </a:ln>
          </p:spPr>
          <p:txBody>
            <a:bodyPr wrap="none" lIns="0" tIns="0" rIns="0" bIns="0" anchor="t" anchorCtr="0">
              <a:spAutoFit/>
            </a:bodyPr>
            <a:lstStyle/>
            <a:p>
              <a:pPr algn="l"/>
              <a:r>
                <a:rPr lang="ko-KR" sz="3150" b="1" dirty="0">
                  <a:solidFill>
                    <a:srgbClr val="1D2733"/>
                  </a:solidFill>
                  <a:latin typeface="Pretendard ExtraBold"/>
                  <a:ea typeface="Pretendard ExtraBold"/>
                  <a:cs typeface="Pretendard ExtraBold"/>
                </a:rPr>
                <a:t>매번 사람이 확인할 것</a:t>
              </a:r>
            </a:p>
          </p:txBody>
        </p:sp>
        <p:sp>
          <p:nvSpPr>
            <p:cNvPr id="3" name="TextBox 3"/>
            <p:cNvSpPr txBox="1"/>
            <p:nvPr/>
          </p:nvSpPr>
          <p:spPr>
            <a:xfrm>
              <a:off x="598170" y="1185862"/>
              <a:ext cx="5315522"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AI가 초안을 빠르게 만들어주더라도</a:t>
              </a:r>
            </a:p>
          </p:txBody>
        </p:sp>
        <p:sp>
          <p:nvSpPr>
            <p:cNvPr id="4" name="TextBox 4"/>
            <p:cNvSpPr txBox="1"/>
            <p:nvPr/>
          </p:nvSpPr>
          <p:spPr>
            <a:xfrm>
              <a:off x="598170" y="1547812"/>
              <a:ext cx="8419109" cy="440055"/>
            </a:xfrm>
            <a:prstGeom prst="rect">
              <a:avLst/>
            </a:prstGeom>
            <a:noFill/>
            <a:ln>
              <a:noFill/>
            </a:ln>
          </p:spPr>
          <p:txBody>
            <a:bodyPr wrap="none" lIns="0" tIns="0" rIns="0" bIns="0" anchor="t" anchorCtr="0">
              <a:spAutoFit/>
            </a:bodyPr>
            <a:lstStyle/>
            <a:p>
              <a:pPr algn="l"/>
              <a:r>
                <a:rPr lang="ko-KR" sz="2250" b="1" dirty="0">
                  <a:solidFill>
                    <a:srgbClr val="0D47A1"/>
                  </a:solidFill>
                  <a:latin typeface="Pretendard SemiBold"/>
                  <a:ea typeface="Pretendard SemiBold"/>
                  <a:cs typeface="Pretendard SemiBold"/>
                </a:rPr>
                <a:t>숫자·메시지·폰트·법무·보안은 매번 사람이 확인해야 한다</a:t>
              </a:r>
            </a:p>
          </p:txBody>
        </p:sp>
      </p:grpSp>
      <p:sp>
        <p:nvSpPr>
          <p:cNvPr id="6" name="Line 6"/>
          <p:cNvSpPr/>
          <p:nvPr/>
        </p:nvSpPr>
        <p:spPr>
          <a:xfrm>
            <a:off x="1333500" y="2428875"/>
            <a:ext cx="9525" cy="3524250"/>
          </a:xfrm>
          <a:custGeom>
            <a:avLst/>
            <a:gdLst/>
            <a:ahLst/>
            <a:cxnLst/>
            <a:rect l="l" t="t" r="r" b="b"/>
            <a:pathLst>
              <a:path w="9525" h="3524250">
                <a:moveTo>
                  <a:pt x="0" y="0"/>
                </a:moveTo>
                <a:lnTo>
                  <a:pt x="0" y="3524250"/>
                </a:lnTo>
              </a:path>
            </a:pathLst>
          </a:custGeom>
          <a:noFill/>
          <a:ln w="38100" cap="rnd">
            <a:gradFill>
              <a:gsLst>
                <a:gs pos="0">
                  <a:srgbClr val="1565C0"/>
                </a:gs>
                <a:gs pos="100000">
                  <a:srgbClr val="C62828"/>
                </a:gs>
              </a:gsLst>
              <a:lin ang="5400000" scaled="1"/>
            </a:gradFill>
          </a:ln>
        </p:spPr>
      </p:sp>
      <p:grpSp>
        <p:nvGrpSpPr>
          <p:cNvPr id="11" name="Group 11"/>
          <p:cNvGrpSpPr/>
          <p:nvPr/>
        </p:nvGrpSpPr>
        <p:grpSpPr>
          <a:xfrm>
            <a:off x="1104900" y="2419350"/>
            <a:ext cx="10477500" cy="495300"/>
            <a:chOff x="1104900" y="2419350"/>
            <a:chExt cx="10477500" cy="495300"/>
          </a:xfrm>
        </p:grpSpPr>
        <p:sp>
          <p:nvSpPr>
            <p:cNvPr id="7" name="Ellipse 7"/>
            <p:cNvSpPr/>
            <p:nvPr/>
          </p:nvSpPr>
          <p:spPr>
            <a:xfrm>
              <a:off x="1104900" y="2438400"/>
              <a:ext cx="457200" cy="457200"/>
            </a:xfrm>
            <a:prstGeom prst="ellipse">
              <a:avLst/>
            </a:prstGeom>
            <a:solidFill>
              <a:srgbClr val="1565C0"/>
            </a:solidFill>
            <a:ln>
              <a:noFill/>
            </a:ln>
          </p:spPr>
        </p:sp>
        <p:sp>
          <p:nvSpPr>
            <p:cNvPr id="8" name="TextBox 8"/>
            <p:cNvSpPr txBox="1"/>
            <p:nvPr/>
          </p:nvSpPr>
          <p:spPr>
            <a:xfrm>
              <a:off x="1274165" y="25879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Pretendard"/>
                  <a:ea typeface="Pretendard"/>
                  <a:cs typeface="Pretendard"/>
                </a:rPr>
                <a:t>1</a:t>
              </a:r>
            </a:p>
          </p:txBody>
        </p:sp>
        <p:sp>
          <p:nvSpPr>
            <p:cNvPr id="9" name="Rectangle 9"/>
            <p:cNvSpPr/>
            <p:nvPr/>
          </p:nvSpPr>
          <p:spPr>
            <a:xfrm>
              <a:off x="1905000" y="2419350"/>
              <a:ext cx="9677400" cy="495300"/>
            </a:xfrm>
            <a:prstGeom prst="roundRect">
              <a:avLst>
                <a:gd name="adj" fmla="val 23077"/>
              </a:avLst>
            </a:prstGeom>
            <a:solidFill>
              <a:srgbClr val="F4F7FB"/>
            </a:solidFill>
            <a:ln>
              <a:noFill/>
            </a:ln>
          </p:spPr>
        </p:sp>
        <p:sp>
          <p:nvSpPr>
            <p:cNvPr id="10" name="TextBox 10"/>
            <p:cNvSpPr txBox="1"/>
            <p:nvPr/>
          </p:nvSpPr>
          <p:spPr>
            <a:xfrm>
              <a:off x="2162556" y="2529840"/>
              <a:ext cx="4343629"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숫자·날짜·고유명사의 원본 일치 확인</a:t>
              </a:r>
            </a:p>
          </p:txBody>
        </p:sp>
      </p:grpSp>
      <p:grpSp>
        <p:nvGrpSpPr>
          <p:cNvPr id="16" name="Group 16"/>
          <p:cNvGrpSpPr/>
          <p:nvPr/>
        </p:nvGrpSpPr>
        <p:grpSpPr>
          <a:xfrm>
            <a:off x="1104900" y="3162300"/>
            <a:ext cx="10477500" cy="495300"/>
            <a:chOff x="1104900" y="3162300"/>
            <a:chExt cx="10477500" cy="495300"/>
          </a:xfrm>
        </p:grpSpPr>
        <p:sp>
          <p:nvSpPr>
            <p:cNvPr id="12" name="Ellipse 12"/>
            <p:cNvSpPr/>
            <p:nvPr/>
          </p:nvSpPr>
          <p:spPr>
            <a:xfrm>
              <a:off x="1104900" y="3181350"/>
              <a:ext cx="457200" cy="457200"/>
            </a:xfrm>
            <a:prstGeom prst="ellipse">
              <a:avLst/>
            </a:prstGeom>
            <a:solidFill>
              <a:srgbClr val="1565C0"/>
            </a:solidFill>
            <a:ln>
              <a:noFill/>
            </a:ln>
          </p:spPr>
        </p:sp>
        <p:sp>
          <p:nvSpPr>
            <p:cNvPr id="13" name="TextBox 13"/>
            <p:cNvSpPr txBox="1"/>
            <p:nvPr/>
          </p:nvSpPr>
          <p:spPr>
            <a:xfrm>
              <a:off x="1274165" y="33308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Pretendard"/>
                  <a:ea typeface="Pretendard"/>
                  <a:cs typeface="Pretendard"/>
                </a:rPr>
                <a:t>2</a:t>
              </a:r>
            </a:p>
          </p:txBody>
        </p:sp>
        <p:sp>
          <p:nvSpPr>
            <p:cNvPr id="14" name="Rectangle 14"/>
            <p:cNvSpPr/>
            <p:nvPr/>
          </p:nvSpPr>
          <p:spPr>
            <a:xfrm>
              <a:off x="1905000" y="3162300"/>
              <a:ext cx="9677400" cy="495300"/>
            </a:xfrm>
            <a:prstGeom prst="roundRect">
              <a:avLst>
                <a:gd name="adj" fmla="val 23077"/>
              </a:avLst>
            </a:prstGeom>
            <a:solidFill>
              <a:srgbClr val="F4F7FB"/>
            </a:solidFill>
            <a:ln>
              <a:noFill/>
            </a:ln>
          </p:spPr>
        </p:sp>
        <p:sp>
          <p:nvSpPr>
            <p:cNvPr id="15" name="TextBox 15"/>
            <p:cNvSpPr txBox="1"/>
            <p:nvPr/>
          </p:nvSpPr>
          <p:spPr>
            <a:xfrm>
              <a:off x="2162556" y="3272790"/>
              <a:ext cx="3122356"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핵심 메시지 누락 여부 확인</a:t>
              </a:r>
            </a:p>
          </p:txBody>
        </p:sp>
      </p:grpSp>
      <p:grpSp>
        <p:nvGrpSpPr>
          <p:cNvPr id="21" name="Group 21"/>
          <p:cNvGrpSpPr/>
          <p:nvPr/>
        </p:nvGrpSpPr>
        <p:grpSpPr>
          <a:xfrm>
            <a:off x="1104900" y="3905250"/>
            <a:ext cx="10477500" cy="495300"/>
            <a:chOff x="1104900" y="3905250"/>
            <a:chExt cx="10477500" cy="495300"/>
          </a:xfrm>
        </p:grpSpPr>
        <p:sp>
          <p:nvSpPr>
            <p:cNvPr id="17" name="Ellipse 17"/>
            <p:cNvSpPr/>
            <p:nvPr/>
          </p:nvSpPr>
          <p:spPr>
            <a:xfrm>
              <a:off x="1104900" y="3924300"/>
              <a:ext cx="457200" cy="457200"/>
            </a:xfrm>
            <a:prstGeom prst="ellipse">
              <a:avLst/>
            </a:prstGeom>
            <a:solidFill>
              <a:srgbClr val="1565C0"/>
            </a:solidFill>
            <a:ln>
              <a:noFill/>
            </a:ln>
          </p:spPr>
        </p:sp>
        <p:sp>
          <p:nvSpPr>
            <p:cNvPr id="18" name="TextBox 18"/>
            <p:cNvSpPr txBox="1"/>
            <p:nvPr/>
          </p:nvSpPr>
          <p:spPr>
            <a:xfrm>
              <a:off x="1274165" y="40738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Pretendard"/>
                  <a:ea typeface="Pretendard"/>
                  <a:cs typeface="Pretendard"/>
                </a:rPr>
                <a:t>3</a:t>
              </a:r>
            </a:p>
          </p:txBody>
        </p:sp>
        <p:sp>
          <p:nvSpPr>
            <p:cNvPr id="19" name="Rectangle 19"/>
            <p:cNvSpPr/>
            <p:nvPr/>
          </p:nvSpPr>
          <p:spPr>
            <a:xfrm>
              <a:off x="1905000" y="3905250"/>
              <a:ext cx="9677400" cy="495300"/>
            </a:xfrm>
            <a:prstGeom prst="roundRect">
              <a:avLst>
                <a:gd name="adj" fmla="val 23077"/>
              </a:avLst>
            </a:prstGeom>
            <a:solidFill>
              <a:srgbClr val="F4F7FB"/>
            </a:solidFill>
            <a:ln>
              <a:noFill/>
            </a:ln>
          </p:spPr>
        </p:sp>
        <p:sp>
          <p:nvSpPr>
            <p:cNvPr id="20" name="TextBox 20"/>
            <p:cNvSpPr txBox="1"/>
            <p:nvPr/>
          </p:nvSpPr>
          <p:spPr>
            <a:xfrm>
              <a:off x="2162556" y="4015740"/>
              <a:ext cx="6425361"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폰트 깨짐 여부 확인 (PowerPoint·한컴에서 직접 열람)</a:t>
              </a:r>
            </a:p>
          </p:txBody>
        </p:sp>
      </p:grpSp>
      <p:grpSp>
        <p:nvGrpSpPr>
          <p:cNvPr id="26" name="Group 26"/>
          <p:cNvGrpSpPr/>
          <p:nvPr/>
        </p:nvGrpSpPr>
        <p:grpSpPr>
          <a:xfrm>
            <a:off x="1104900" y="4648200"/>
            <a:ext cx="10477500" cy="495300"/>
            <a:chOff x="1104900" y="4648200"/>
            <a:chExt cx="10477500" cy="495300"/>
          </a:xfrm>
        </p:grpSpPr>
        <p:sp>
          <p:nvSpPr>
            <p:cNvPr id="22" name="Ellipse 22"/>
            <p:cNvSpPr/>
            <p:nvPr/>
          </p:nvSpPr>
          <p:spPr>
            <a:xfrm>
              <a:off x="1104900" y="4667250"/>
              <a:ext cx="457200" cy="457200"/>
            </a:xfrm>
            <a:prstGeom prst="ellipse">
              <a:avLst/>
            </a:prstGeom>
            <a:solidFill>
              <a:srgbClr val="1565C0"/>
            </a:solidFill>
            <a:ln>
              <a:noFill/>
            </a:ln>
          </p:spPr>
        </p:sp>
        <p:sp>
          <p:nvSpPr>
            <p:cNvPr id="23" name="TextBox 23"/>
            <p:cNvSpPr txBox="1"/>
            <p:nvPr/>
          </p:nvSpPr>
          <p:spPr>
            <a:xfrm>
              <a:off x="1274165" y="48167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Pretendard"/>
                  <a:ea typeface="Pretendard"/>
                  <a:cs typeface="Pretendard"/>
                </a:rPr>
                <a:t>4</a:t>
              </a:r>
            </a:p>
          </p:txBody>
        </p:sp>
        <p:sp>
          <p:nvSpPr>
            <p:cNvPr id="24" name="Rectangle 24"/>
            <p:cNvSpPr/>
            <p:nvPr/>
          </p:nvSpPr>
          <p:spPr>
            <a:xfrm>
              <a:off x="1905000" y="4648200"/>
              <a:ext cx="9677400" cy="495300"/>
            </a:xfrm>
            <a:prstGeom prst="roundRect">
              <a:avLst>
                <a:gd name="adj" fmla="val 23077"/>
              </a:avLst>
            </a:prstGeom>
            <a:solidFill>
              <a:srgbClr val="F4F7FB"/>
            </a:solidFill>
            <a:ln>
              <a:noFill/>
            </a:ln>
          </p:spPr>
        </p:sp>
        <p:sp>
          <p:nvSpPr>
            <p:cNvPr id="25" name="TextBox 25"/>
            <p:cNvSpPr txBox="1"/>
            <p:nvPr/>
          </p:nvSpPr>
          <p:spPr>
            <a:xfrm>
              <a:off x="2162556" y="4758690"/>
              <a:ext cx="3185964"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대외 문서의 법무·홍보 리뷰</a:t>
              </a:r>
            </a:p>
          </p:txBody>
        </p:sp>
      </p:grpSp>
      <p:grpSp>
        <p:nvGrpSpPr>
          <p:cNvPr id="35" name="Group 35"/>
          <p:cNvGrpSpPr/>
          <p:nvPr/>
        </p:nvGrpSpPr>
        <p:grpSpPr>
          <a:xfrm>
            <a:off x="1066800" y="5391150"/>
            <a:ext cx="10515600" cy="647700"/>
            <a:chOff x="1066800" y="5391150"/>
            <a:chExt cx="10515600" cy="647700"/>
          </a:xfrm>
        </p:grpSpPr>
        <p:sp>
          <p:nvSpPr>
            <p:cNvPr id="27" name="Ellipse 27"/>
            <p:cNvSpPr/>
            <p:nvPr/>
          </p:nvSpPr>
          <p:spPr>
            <a:xfrm>
              <a:off x="1066800" y="5448300"/>
              <a:ext cx="533400" cy="533400"/>
            </a:xfrm>
            <a:prstGeom prst="ellipse">
              <a:avLst/>
            </a:prstGeom>
            <a:solidFill>
              <a:srgbClr val="C62828"/>
            </a:solidFill>
            <a:ln>
              <a:noFill/>
            </a:ln>
          </p:spPr>
        </p:sp>
        <p:sp>
          <p:nvSpPr>
            <p:cNvPr id="28" name="TextBox 28"/>
            <p:cNvSpPr txBox="1"/>
            <p:nvPr/>
          </p:nvSpPr>
          <p:spPr>
            <a:xfrm>
              <a:off x="1274165" y="56359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Pretendard"/>
                  <a:ea typeface="Pretendard"/>
                  <a:cs typeface="Pretendard"/>
                </a:rPr>
                <a:t>5</a:t>
              </a:r>
            </a:p>
          </p:txBody>
        </p:sp>
        <p:sp>
          <p:nvSpPr>
            <p:cNvPr id="29" name="Rectangle 29"/>
            <p:cNvSpPr/>
            <p:nvPr/>
          </p:nvSpPr>
          <p:spPr>
            <a:xfrm>
              <a:off x="1905000" y="5391150"/>
              <a:ext cx="9677400" cy="647700"/>
            </a:xfrm>
            <a:prstGeom prst="roundRect">
              <a:avLst>
                <a:gd name="adj" fmla="val 17647"/>
              </a:avLst>
            </a:prstGeom>
            <a:solidFill>
              <a:srgbClr val="C62828">
                <a:alpha val="8000"/>
              </a:srgbClr>
            </a:solidFill>
            <a:ln>
              <a:noFill/>
            </a:ln>
          </p:spPr>
        </p:sp>
        <p:grpSp>
          <p:nvGrpSpPr>
            <p:cNvPr id="33" name="Group 33"/>
            <p:cNvGrpSpPr/>
            <p:nvPr/>
          </p:nvGrpSpPr>
          <p:grpSpPr>
            <a:xfrm>
              <a:off x="2227263" y="5614988"/>
              <a:ext cx="155575" cy="200025"/>
              <a:chOff x="2227263" y="5614988"/>
              <a:chExt cx="155575" cy="200025"/>
            </a:xfrm>
          </p:grpSpPr>
          <p:sp>
            <p:nvSpPr>
              <p:cNvPr id="30" name="Freeform 30"/>
              <p:cNvSpPr/>
              <p:nvPr/>
            </p:nvSpPr>
            <p:spPr>
              <a:xfrm>
                <a:off x="2227263" y="5703888"/>
                <a:ext cx="155575" cy="111125"/>
              </a:xfrm>
              <a:custGeom>
                <a:avLst/>
                <a:gdLst/>
                <a:ahLst/>
                <a:cxnLst/>
                <a:rect l="l" t="t" r="r" b="b"/>
                <a:pathLst>
                  <a:path w="155575" h="111125">
                    <a:moveTo>
                      <a:pt x="0" y="22225"/>
                    </a:moveTo>
                    <a:cubicBezTo>
                      <a:pt x="0" y="9950"/>
                      <a:pt x="9950" y="0"/>
                      <a:pt x="22225" y="0"/>
                    </a:cubicBezTo>
                    <a:lnTo>
                      <a:pt x="133350" y="0"/>
                    </a:lnTo>
                    <a:cubicBezTo>
                      <a:pt x="145625" y="0"/>
                      <a:pt x="155575" y="9950"/>
                      <a:pt x="155575" y="22225"/>
                    </a:cubicBezTo>
                    <a:lnTo>
                      <a:pt x="155575" y="88900"/>
                    </a:lnTo>
                    <a:cubicBezTo>
                      <a:pt x="155575" y="101175"/>
                      <a:pt x="145625" y="111125"/>
                      <a:pt x="133350" y="111125"/>
                    </a:cubicBezTo>
                    <a:lnTo>
                      <a:pt x="22225" y="111125"/>
                    </a:lnTo>
                    <a:cubicBezTo>
                      <a:pt x="9950" y="111125"/>
                      <a:pt x="0" y="101175"/>
                      <a:pt x="0" y="88900"/>
                    </a:cubicBezTo>
                    <a:lnTo>
                      <a:pt x="0" y="22225"/>
                    </a:lnTo>
                  </a:path>
                </a:pathLst>
              </a:custGeom>
              <a:noFill/>
              <a:ln w="22225">
                <a:solidFill>
                  <a:srgbClr val="C62828"/>
                </a:solidFill>
              </a:ln>
            </p:spPr>
          </p:sp>
          <p:sp>
            <p:nvSpPr>
              <p:cNvPr id="31" name="Freeform 31"/>
              <p:cNvSpPr/>
              <p:nvPr/>
            </p:nvSpPr>
            <p:spPr>
              <a:xfrm>
                <a:off x="2293938" y="5748338"/>
                <a:ext cx="22225" cy="22225"/>
              </a:xfrm>
              <a:custGeom>
                <a:avLst/>
                <a:gdLst/>
                <a:ahLst/>
                <a:cxnLst/>
                <a:rect l="l" t="t" r="r" b="b"/>
                <a:pathLst>
                  <a:path w="22225" h="22225">
                    <a:moveTo>
                      <a:pt x="0" y="11113"/>
                    </a:moveTo>
                    <a:cubicBezTo>
                      <a:pt x="0" y="17250"/>
                      <a:pt x="4975" y="22225"/>
                      <a:pt x="11113" y="22225"/>
                    </a:cubicBezTo>
                    <a:cubicBezTo>
                      <a:pt x="17250" y="22225"/>
                      <a:pt x="22225" y="17250"/>
                      <a:pt x="22225" y="11113"/>
                    </a:cubicBezTo>
                    <a:cubicBezTo>
                      <a:pt x="22225" y="4975"/>
                      <a:pt x="17250" y="0"/>
                      <a:pt x="11113" y="0"/>
                    </a:cubicBezTo>
                    <a:cubicBezTo>
                      <a:pt x="4975" y="0"/>
                      <a:pt x="0" y="4975"/>
                      <a:pt x="0" y="11113"/>
                    </a:cubicBezTo>
                  </a:path>
                </a:pathLst>
              </a:custGeom>
              <a:noFill/>
              <a:ln w="22225">
                <a:solidFill>
                  <a:srgbClr val="C62828"/>
                </a:solidFill>
              </a:ln>
            </p:spPr>
          </p:sp>
          <p:sp>
            <p:nvSpPr>
              <p:cNvPr id="32" name="Freeform 32"/>
              <p:cNvSpPr/>
              <p:nvPr/>
            </p:nvSpPr>
            <p:spPr>
              <a:xfrm>
                <a:off x="2260600" y="5614988"/>
                <a:ext cx="88900" cy="88900"/>
              </a:xfrm>
              <a:custGeom>
                <a:avLst/>
                <a:gdLst/>
                <a:ahLst/>
                <a:cxnLst/>
                <a:rect l="l" t="t" r="r" b="b"/>
                <a:pathLst>
                  <a:path w="88900" h="88900">
                    <a:moveTo>
                      <a:pt x="0" y="88900"/>
                    </a:moveTo>
                    <a:lnTo>
                      <a:pt x="0" y="44450"/>
                    </a:lnTo>
                    <a:cubicBezTo>
                      <a:pt x="0" y="19901"/>
                      <a:pt x="19901" y="0"/>
                      <a:pt x="44450" y="0"/>
                    </a:cubicBezTo>
                    <a:cubicBezTo>
                      <a:pt x="68999" y="0"/>
                      <a:pt x="88900" y="19901"/>
                      <a:pt x="88900" y="44450"/>
                    </a:cubicBezTo>
                    <a:lnTo>
                      <a:pt x="88900" y="88900"/>
                    </a:lnTo>
                  </a:path>
                </a:pathLst>
              </a:custGeom>
              <a:noFill/>
              <a:ln w="22225">
                <a:solidFill>
                  <a:srgbClr val="C62828"/>
                </a:solidFill>
              </a:ln>
            </p:spPr>
          </p:sp>
        </p:grpSp>
        <p:sp>
          <p:nvSpPr>
            <p:cNvPr id="34" name="TextBox 34"/>
            <p:cNvSpPr txBox="1"/>
            <p:nvPr/>
          </p:nvSpPr>
          <p:spPr>
            <a:xfrm>
              <a:off x="2562606" y="5577840"/>
              <a:ext cx="4404253" cy="352044"/>
            </a:xfrm>
            <a:prstGeom prst="rect">
              <a:avLst/>
            </a:prstGeom>
            <a:noFill/>
            <a:ln>
              <a:noFill/>
            </a:ln>
          </p:spPr>
          <p:txBody>
            <a:bodyPr wrap="none" lIns="0" tIns="0" rIns="0" bIns="0" anchor="t" anchorCtr="0">
              <a:spAutoFit/>
            </a:bodyPr>
            <a:lstStyle/>
            <a:p>
              <a:pPr algn="l"/>
              <a:r>
                <a:rPr lang="ko-KR" sz="1800" b="1" dirty="0">
                  <a:solidFill>
                    <a:srgbClr val="1D2733"/>
                  </a:solidFill>
                  <a:latin typeface="Pretendard SemiBold"/>
                  <a:ea typeface="Pretendard SemiBold"/>
                  <a:cs typeface="Pretendard SemiBold"/>
                </a:rPr>
                <a:t>회사 기밀 자료의 Private 저장소 보관</a:t>
              </a:r>
            </a:p>
          </p:txBody>
        </p:sp>
      </p:grpSp>
      <p:sp>
        <p:nvSpPr>
          <p:cNvPr id="36" name="TextBox 3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en-US" sz="1200" dirty="0">
                <a:solidFill>
                  <a:srgbClr val="94A3B3"/>
                </a:solidFill>
                <a:latin typeface="Pretendard"/>
                <a:ea typeface="Pretendard"/>
                <a:cs typeface="Pretendard"/>
              </a:rPr>
              <a:t>13 / 14</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1714500" y="0"/>
            <a:ext cx="13906500" cy="9525000"/>
            <a:chOff x="-1714500" y="0"/>
            <a:chExt cx="13906500" cy="9525000"/>
          </a:xfrm>
        </p:grpSpPr>
        <p:sp>
          <p:nvSpPr>
            <p:cNvPr id="2" name="Rectangle 2"/>
            <p:cNvSpPr/>
            <p:nvPr/>
          </p:nvSpPr>
          <p:spPr>
            <a:xfrm>
              <a:off x="0" y="0"/>
              <a:ext cx="12192000" cy="6858000"/>
            </a:xfrm>
            <a:prstGeom prst="rect">
              <a:avLst/>
            </a:prstGeom>
            <a:solidFill>
              <a:srgbClr val="FFFFFF"/>
            </a:solidFill>
            <a:ln>
              <a:noFill/>
            </a:ln>
          </p:spPr>
        </p:sp>
        <p:sp>
          <p:nvSpPr>
            <p:cNvPr id="3" name="Ellipse 3"/>
            <p:cNvSpPr/>
            <p:nvPr/>
          </p:nvSpPr>
          <p:spPr>
            <a:xfrm>
              <a:off x="-1714500" y="2667000"/>
              <a:ext cx="6858000" cy="6858000"/>
            </a:xfrm>
            <a:prstGeom prst="ellipse">
              <a:avLst/>
            </a:prstGeom>
            <a:gradFill>
              <a:gsLst>
                <a:gs pos="0">
                  <a:srgbClr val="0D47A1">
                    <a:alpha val="1440"/>
                  </a:srgbClr>
                </a:gs>
                <a:gs pos="100000">
                  <a:srgbClr val="0D47A1">
                    <a:alpha val="0"/>
                  </a:srgbClr>
                </a:gs>
              </a:gsLst>
              <a:path path="circle">
                <a:fillToRect l="50000" t="50000" r="50000" b="50000"/>
              </a:path>
            </a:gradFill>
            <a:ln>
              <a:noFill/>
            </a:ln>
          </p:spPr>
        </p:sp>
      </p:grpSp>
      <p:grpSp>
        <p:nvGrpSpPr>
          <p:cNvPr id="11" name="Group 11"/>
          <p:cNvGrpSpPr/>
          <p:nvPr/>
        </p:nvGrpSpPr>
        <p:grpSpPr>
          <a:xfrm>
            <a:off x="4191000" y="857250"/>
            <a:ext cx="3810000" cy="457200"/>
            <a:chOff x="4191000" y="857250"/>
            <a:chExt cx="3810000" cy="457200"/>
          </a:xfrm>
        </p:grpSpPr>
        <p:sp>
          <p:nvSpPr>
            <p:cNvPr id="5" name="Rectangle 5"/>
            <p:cNvSpPr/>
            <p:nvPr/>
          </p:nvSpPr>
          <p:spPr>
            <a:xfrm>
              <a:off x="4191000" y="857250"/>
              <a:ext cx="3810000" cy="457200"/>
            </a:xfrm>
            <a:prstGeom prst="roundRect">
              <a:avLst>
                <a:gd name="adj" fmla="val 50000"/>
              </a:avLst>
            </a:prstGeom>
            <a:solidFill>
              <a:srgbClr val="F4F7FB"/>
            </a:solidFill>
            <a:ln>
              <a:noFill/>
            </a:ln>
          </p:spPr>
        </p:sp>
        <p:grpSp>
          <p:nvGrpSpPr>
            <p:cNvPr id="9" name="Group 9"/>
            <p:cNvGrpSpPr/>
            <p:nvPr/>
          </p:nvGrpSpPr>
          <p:grpSpPr>
            <a:xfrm>
              <a:off x="4432717" y="1016000"/>
              <a:ext cx="142458" cy="142458"/>
              <a:chOff x="4432717" y="1016000"/>
              <a:chExt cx="142458" cy="142458"/>
            </a:xfrm>
          </p:grpSpPr>
          <p:sp>
            <p:nvSpPr>
              <p:cNvPr id="6" name="Freeform 6"/>
              <p:cNvSpPr/>
              <p:nvPr/>
            </p:nvSpPr>
            <p:spPr>
              <a:xfrm>
                <a:off x="4435475" y="1016000"/>
                <a:ext cx="139700" cy="139700"/>
              </a:xfrm>
              <a:custGeom>
                <a:avLst/>
                <a:gdLst/>
                <a:ahLst/>
                <a:cxnLst/>
                <a:rect l="l" t="t" r="r" b="b"/>
                <a:pathLst>
                  <a:path w="139700" h="139700">
                    <a:moveTo>
                      <a:pt x="0" y="78581"/>
                    </a:moveTo>
                    <a:cubicBezTo>
                      <a:pt x="32045" y="82390"/>
                      <a:pt x="57310" y="107655"/>
                      <a:pt x="61119" y="139700"/>
                    </a:cubicBezTo>
                    <a:cubicBezTo>
                      <a:pt x="76809" y="130654"/>
                      <a:pt x="86715" y="114145"/>
                      <a:pt x="87313" y="96044"/>
                    </a:cubicBezTo>
                    <a:cubicBezTo>
                      <a:pt x="117294" y="85497"/>
                      <a:pt x="137970" y="57929"/>
                      <a:pt x="139700" y="26194"/>
                    </a:cubicBezTo>
                    <a:cubicBezTo>
                      <a:pt x="139700" y="11727"/>
                      <a:pt x="127973" y="0"/>
                      <a:pt x="113506" y="0"/>
                    </a:cubicBezTo>
                    <a:cubicBezTo>
                      <a:pt x="81771" y="1730"/>
                      <a:pt x="54203" y="22406"/>
                      <a:pt x="43656" y="52388"/>
                    </a:cubicBezTo>
                    <a:cubicBezTo>
                      <a:pt x="25555" y="52985"/>
                      <a:pt x="9046" y="62891"/>
                      <a:pt x="0" y="78581"/>
                    </a:cubicBezTo>
                  </a:path>
                </a:pathLst>
              </a:custGeom>
              <a:noFill/>
              <a:ln w="17463">
                <a:solidFill>
                  <a:srgbClr val="FF6B35"/>
                </a:solidFill>
              </a:ln>
            </p:spPr>
          </p:sp>
          <p:sp>
            <p:nvSpPr>
              <p:cNvPr id="7" name="Freeform 7"/>
              <p:cNvSpPr/>
              <p:nvPr/>
            </p:nvSpPr>
            <p:spPr>
              <a:xfrm>
                <a:off x="4432717" y="1103313"/>
                <a:ext cx="55145" cy="55145"/>
              </a:xfrm>
              <a:custGeom>
                <a:avLst/>
                <a:gdLst/>
                <a:ahLst/>
                <a:cxnLst/>
                <a:rect l="l" t="t" r="r" b="b"/>
                <a:pathLst>
                  <a:path w="55145" h="55145">
                    <a:moveTo>
                      <a:pt x="28952" y="0"/>
                    </a:moveTo>
                    <a:cubicBezTo>
                      <a:pt x="10362" y="10495"/>
                      <a:pt x="0" y="31219"/>
                      <a:pt x="2758" y="52388"/>
                    </a:cubicBezTo>
                    <a:cubicBezTo>
                      <a:pt x="23926" y="55145"/>
                      <a:pt x="44651" y="44783"/>
                      <a:pt x="55145" y="26194"/>
                    </a:cubicBezTo>
                  </a:path>
                </a:pathLst>
              </a:custGeom>
              <a:noFill/>
              <a:ln w="17463">
                <a:solidFill>
                  <a:srgbClr val="FF6B35"/>
                </a:solidFill>
              </a:ln>
            </p:spPr>
          </p:sp>
          <p:sp>
            <p:nvSpPr>
              <p:cNvPr id="8" name="Freeform 8"/>
              <p:cNvSpPr/>
              <p:nvPr/>
            </p:nvSpPr>
            <p:spPr>
              <a:xfrm>
                <a:off x="4522788" y="1050925"/>
                <a:ext cx="17463" cy="17463"/>
              </a:xfrm>
              <a:custGeom>
                <a:avLst/>
                <a:gdLst/>
                <a:ahLst/>
                <a:cxnLst/>
                <a:rect l="l" t="t" r="r" b="b"/>
                <a:pathLst>
                  <a:path w="17463" h="17463">
                    <a:moveTo>
                      <a:pt x="0" y="8731"/>
                    </a:moveTo>
                    <a:cubicBezTo>
                      <a:pt x="0" y="13553"/>
                      <a:pt x="3909" y="17463"/>
                      <a:pt x="8731" y="17463"/>
                    </a:cubicBezTo>
                    <a:cubicBezTo>
                      <a:pt x="13553" y="17463"/>
                      <a:pt x="17463" y="13553"/>
                      <a:pt x="17463" y="8731"/>
                    </a:cubicBezTo>
                    <a:cubicBezTo>
                      <a:pt x="17463" y="3909"/>
                      <a:pt x="13553" y="0"/>
                      <a:pt x="8731" y="0"/>
                    </a:cubicBezTo>
                    <a:cubicBezTo>
                      <a:pt x="3909" y="0"/>
                      <a:pt x="0" y="3909"/>
                      <a:pt x="0" y="8731"/>
                    </a:cubicBezTo>
                  </a:path>
                </a:pathLst>
              </a:custGeom>
              <a:noFill/>
              <a:ln w="17463">
                <a:solidFill>
                  <a:srgbClr val="FF6B35"/>
                </a:solidFill>
              </a:ln>
            </p:spPr>
          </p:sp>
        </p:grpSp>
        <p:sp>
          <p:nvSpPr>
            <p:cNvPr id="10" name="TextBox 10"/>
            <p:cNvSpPr txBox="1"/>
            <p:nvPr/>
          </p:nvSpPr>
          <p:spPr>
            <a:xfrm>
              <a:off x="4717542" y="997268"/>
              <a:ext cx="1330401" cy="264033"/>
            </a:xfrm>
            <a:prstGeom prst="rect">
              <a:avLst/>
            </a:prstGeom>
            <a:noFill/>
            <a:ln>
              <a:noFill/>
            </a:ln>
          </p:spPr>
          <p:txBody>
            <a:bodyPr wrap="none" lIns="0" tIns="0" rIns="0" bIns="0" anchor="t" anchorCtr="0">
              <a:spAutoFit/>
            </a:bodyPr>
            <a:lstStyle/>
            <a:p>
              <a:pPr algn="l"/>
              <a:r>
                <a:rPr lang="ko-KR" sz="1350" b="1" dirty="0">
                  <a:solidFill>
                    <a:srgbClr val="1D2733"/>
                  </a:solidFill>
                  <a:latin typeface="Pretendard SemiBold"/>
                  <a:ea typeface="Pretendard SemiBold"/>
                  <a:cs typeface="Pretendard SemiBold"/>
                </a:rPr>
                <a:t>오늘 핵심 한 줄</a:t>
              </a:r>
            </a:p>
          </p:txBody>
        </p:sp>
      </p:grpSp>
      <p:grpSp>
        <p:nvGrpSpPr>
          <p:cNvPr id="14" name="Group 14"/>
          <p:cNvGrpSpPr/>
          <p:nvPr/>
        </p:nvGrpSpPr>
        <p:grpSpPr>
          <a:xfrm>
            <a:off x="2873895" y="2136458"/>
            <a:ext cx="6444210" cy="1149477"/>
            <a:chOff x="2873895" y="2136458"/>
            <a:chExt cx="6444210" cy="1149477"/>
          </a:xfrm>
        </p:grpSpPr>
        <p:sp>
          <p:nvSpPr>
            <p:cNvPr id="12" name="TextBox 12"/>
            <p:cNvSpPr txBox="1"/>
            <p:nvPr/>
          </p:nvSpPr>
          <p:spPr>
            <a:xfrm>
              <a:off x="4019893" y="2136458"/>
              <a:ext cx="4152215" cy="616077"/>
            </a:xfrm>
            <a:prstGeom prst="rect">
              <a:avLst/>
            </a:prstGeom>
            <a:noFill/>
            <a:ln>
              <a:noFill/>
            </a:ln>
          </p:spPr>
          <p:txBody>
            <a:bodyPr wrap="none" lIns="0" tIns="0" rIns="0" bIns="0" anchor="t" anchorCtr="0">
              <a:spAutoFit/>
            </a:bodyPr>
            <a:lstStyle/>
            <a:p>
              <a:pPr algn="ctr"/>
              <a:r>
                <a:rPr lang="ko-KR" sz="3150" b="1" dirty="0">
                  <a:solidFill>
                    <a:srgbClr val="1D2733"/>
                  </a:solidFill>
                  <a:latin typeface="Pretendard ExtraBold"/>
                  <a:ea typeface="Pretendard ExtraBold"/>
                  <a:cs typeface="Pretendard ExtraBold"/>
                </a:rPr>
                <a:t>Skill은 일하는 방법,</a:t>
              </a:r>
            </a:p>
          </p:txBody>
        </p:sp>
        <p:sp>
          <p:nvSpPr>
            <p:cNvPr id="13" name="TextBox 13"/>
            <p:cNvSpPr txBox="1"/>
            <p:nvPr/>
          </p:nvSpPr>
          <p:spPr>
            <a:xfrm>
              <a:off x="2873895" y="2669858"/>
              <a:ext cx="6444210" cy="616077"/>
            </a:xfrm>
            <a:prstGeom prst="rect">
              <a:avLst/>
            </a:prstGeom>
            <a:noFill/>
            <a:ln>
              <a:noFill/>
            </a:ln>
          </p:spPr>
          <p:txBody>
            <a:bodyPr wrap="none" lIns="0" tIns="0" rIns="0" bIns="0" anchor="t" anchorCtr="0">
              <a:spAutoFit/>
            </a:bodyPr>
            <a:lstStyle/>
            <a:p>
              <a:pPr algn="ctr"/>
              <a:r>
                <a:rPr lang="ko-KR" sz="3150" b="1" dirty="0">
                  <a:solidFill>
                    <a:srgbClr val="1565C0"/>
                  </a:solidFill>
                  <a:latin typeface="Pretendard ExtraBold"/>
                  <a:ea typeface="Pretendard ExtraBold"/>
                  <a:cs typeface="Pretendard ExtraBold"/>
                </a:rPr>
                <a:t>Subagent는 특정 역할 담당자다</a:t>
              </a:r>
            </a:p>
          </p:txBody>
        </p:sp>
      </p:grpSp>
      <p:grpSp>
        <p:nvGrpSpPr>
          <p:cNvPr id="17" name="Group 17"/>
          <p:cNvGrpSpPr/>
          <p:nvPr/>
        </p:nvGrpSpPr>
        <p:grpSpPr>
          <a:xfrm>
            <a:off x="3031388" y="3243262"/>
            <a:ext cx="6129223" cy="802005"/>
            <a:chOff x="3031388" y="3243262"/>
            <a:chExt cx="6129223" cy="802005"/>
          </a:xfrm>
        </p:grpSpPr>
        <p:sp>
          <p:nvSpPr>
            <p:cNvPr id="15" name="TextBox 15"/>
            <p:cNvSpPr txBox="1"/>
            <p:nvPr/>
          </p:nvSpPr>
          <p:spPr>
            <a:xfrm>
              <a:off x="3055241" y="3243262"/>
              <a:ext cx="6081517" cy="440055"/>
            </a:xfrm>
            <a:prstGeom prst="rect">
              <a:avLst/>
            </a:prstGeom>
            <a:noFill/>
            <a:ln>
              <a:noFill/>
            </a:ln>
          </p:spPr>
          <p:txBody>
            <a:bodyPr wrap="none" lIns="0" tIns="0" rIns="0" bIns="0" anchor="t" anchorCtr="0">
              <a:spAutoFit/>
            </a:bodyPr>
            <a:lstStyle/>
            <a:p>
              <a:pPr algn="ctr"/>
              <a:r>
                <a:rPr lang="ko-KR" sz="2250" b="1" dirty="0">
                  <a:solidFill>
                    <a:srgbClr val="5B6B7C"/>
                  </a:solidFill>
                  <a:latin typeface="Pretendard SemiBold"/>
                  <a:ea typeface="Pretendard SemiBold"/>
                  <a:cs typeface="Pretendard SemiBold"/>
                </a:rPr>
                <a:t>한 번 만든 에이전트는 저장소에 축적되고,</a:t>
              </a:r>
            </a:p>
          </p:txBody>
        </p:sp>
        <p:sp>
          <p:nvSpPr>
            <p:cNvPr id="16" name="TextBox 16"/>
            <p:cNvSpPr txBox="1"/>
            <p:nvPr/>
          </p:nvSpPr>
          <p:spPr>
            <a:xfrm>
              <a:off x="3031388" y="3605212"/>
              <a:ext cx="6129223" cy="440055"/>
            </a:xfrm>
            <a:prstGeom prst="rect">
              <a:avLst/>
            </a:prstGeom>
            <a:noFill/>
            <a:ln>
              <a:noFill/>
            </a:ln>
          </p:spPr>
          <p:txBody>
            <a:bodyPr wrap="none" lIns="0" tIns="0" rIns="0" bIns="0" anchor="t" anchorCtr="0">
              <a:spAutoFit/>
            </a:bodyPr>
            <a:lstStyle/>
            <a:p>
              <a:pPr algn="ctr"/>
              <a:r>
                <a:rPr lang="ko-KR" sz="2250" b="1" dirty="0">
                  <a:solidFill>
                    <a:srgbClr val="5B6B7C"/>
                  </a:solidFill>
                  <a:latin typeface="Pretendard SemiBold"/>
                  <a:ea typeface="Pretendard SemiBold"/>
                  <a:cs typeface="Pretendard SemiBold"/>
                </a:rPr>
                <a:t>다음부터는 이름만 불러 그대로 재사용한다</a:t>
              </a:r>
            </a:p>
          </p:txBody>
        </p:sp>
      </p:grpSp>
      <p:grpSp>
        <p:nvGrpSpPr>
          <p:cNvPr id="26" name="Group 26"/>
          <p:cNvGrpSpPr/>
          <p:nvPr/>
        </p:nvGrpSpPr>
        <p:grpSpPr>
          <a:xfrm>
            <a:off x="1714500" y="4381500"/>
            <a:ext cx="2150471" cy="571500"/>
            <a:chOff x="1714500" y="4381500"/>
            <a:chExt cx="2150471" cy="571500"/>
          </a:xfrm>
        </p:grpSpPr>
        <p:sp>
          <p:nvSpPr>
            <p:cNvPr id="18" name="Rectangle 18"/>
            <p:cNvSpPr/>
            <p:nvPr/>
          </p:nvSpPr>
          <p:spPr>
            <a:xfrm>
              <a:off x="1714500" y="4381500"/>
              <a:ext cx="2095500" cy="571500"/>
            </a:xfrm>
            <a:prstGeom prst="roundRect">
              <a:avLst>
                <a:gd name="adj" fmla="val 50000"/>
              </a:avLst>
            </a:prstGeom>
            <a:solidFill>
              <a:srgbClr val="F4F7FB"/>
            </a:solidFill>
            <a:ln>
              <a:noFill/>
            </a:ln>
          </p:spPr>
        </p:sp>
        <p:grpSp>
          <p:nvGrpSpPr>
            <p:cNvPr id="24" name="Group 24"/>
            <p:cNvGrpSpPr/>
            <p:nvPr/>
          </p:nvGrpSpPr>
          <p:grpSpPr>
            <a:xfrm>
              <a:off x="1984375" y="4565650"/>
              <a:ext cx="165100" cy="165100"/>
              <a:chOff x="1984375" y="4565650"/>
              <a:chExt cx="165100" cy="165100"/>
            </a:xfrm>
          </p:grpSpPr>
          <p:sp>
            <p:nvSpPr>
              <p:cNvPr id="19" name="Freeform 19"/>
              <p:cNvSpPr/>
              <p:nvPr/>
            </p:nvSpPr>
            <p:spPr>
              <a:xfrm>
                <a:off x="1984375" y="4565650"/>
                <a:ext cx="165099" cy="165099"/>
              </a:xfrm>
              <a:custGeom>
                <a:avLst/>
                <a:gdLst/>
                <a:ahLst/>
                <a:cxnLst/>
                <a:rect l="l" t="t" r="r" b="b"/>
                <a:pathLst>
                  <a:path w="165099" h="165099">
                    <a:moveTo>
                      <a:pt x="0" y="20637"/>
                    </a:moveTo>
                    <a:cubicBezTo>
                      <a:pt x="0" y="9240"/>
                      <a:pt x="9240" y="0"/>
                      <a:pt x="20637" y="0"/>
                    </a:cubicBezTo>
                    <a:lnTo>
                      <a:pt x="144462" y="0"/>
                    </a:lnTo>
                    <a:cubicBezTo>
                      <a:pt x="155860" y="0"/>
                      <a:pt x="165099" y="9240"/>
                      <a:pt x="165099" y="20637"/>
                    </a:cubicBezTo>
                    <a:lnTo>
                      <a:pt x="165099" y="144462"/>
                    </a:lnTo>
                    <a:cubicBezTo>
                      <a:pt x="165099" y="155860"/>
                      <a:pt x="155860" y="165099"/>
                      <a:pt x="144462" y="165099"/>
                    </a:cubicBezTo>
                    <a:lnTo>
                      <a:pt x="20637" y="165099"/>
                    </a:lnTo>
                    <a:cubicBezTo>
                      <a:pt x="9240" y="165099"/>
                      <a:pt x="0" y="155860"/>
                      <a:pt x="0" y="144462"/>
                    </a:cubicBezTo>
                    <a:lnTo>
                      <a:pt x="0" y="20637"/>
                    </a:lnTo>
                  </a:path>
                </a:pathLst>
              </a:custGeom>
              <a:noFill/>
              <a:ln w="20637">
                <a:solidFill>
                  <a:srgbClr val="FF6B35"/>
                </a:solidFill>
              </a:ln>
            </p:spPr>
          </p:sp>
          <p:sp>
            <p:nvSpPr>
              <p:cNvPr id="20" name="Freeform 20"/>
              <p:cNvSpPr/>
              <p:nvPr/>
            </p:nvSpPr>
            <p:spPr>
              <a:xfrm>
                <a:off x="2046287" y="4565650"/>
                <a:ext cx="20637" cy="82550"/>
              </a:xfrm>
              <a:custGeom>
                <a:avLst/>
                <a:gdLst/>
                <a:ahLst/>
                <a:cxnLst/>
                <a:rect l="l" t="t" r="r" b="b"/>
                <a:pathLst>
                  <a:path w="20637" h="82550">
                    <a:moveTo>
                      <a:pt x="20637" y="0"/>
                    </a:moveTo>
                    <a:lnTo>
                      <a:pt x="20637" y="25797"/>
                    </a:lnTo>
                    <a:cubicBezTo>
                      <a:pt x="20637" y="28646"/>
                      <a:pt x="18328" y="30956"/>
                      <a:pt x="15478" y="30956"/>
                    </a:cubicBezTo>
                    <a:cubicBezTo>
                      <a:pt x="6930" y="30956"/>
                      <a:pt x="0" y="37886"/>
                      <a:pt x="0" y="46434"/>
                    </a:cubicBezTo>
                    <a:cubicBezTo>
                      <a:pt x="0" y="54983"/>
                      <a:pt x="6930" y="61912"/>
                      <a:pt x="15478" y="61912"/>
                    </a:cubicBezTo>
                    <a:cubicBezTo>
                      <a:pt x="18328" y="61912"/>
                      <a:pt x="20637" y="64222"/>
                      <a:pt x="20637" y="67072"/>
                    </a:cubicBezTo>
                    <a:lnTo>
                      <a:pt x="20637" y="82550"/>
                    </a:lnTo>
                  </a:path>
                </a:pathLst>
              </a:custGeom>
              <a:noFill/>
              <a:ln w="20637">
                <a:solidFill>
                  <a:srgbClr val="FF6B35"/>
                </a:solidFill>
              </a:ln>
            </p:spPr>
          </p:sp>
          <p:sp>
            <p:nvSpPr>
              <p:cNvPr id="21" name="Freeform 21"/>
              <p:cNvSpPr/>
              <p:nvPr/>
            </p:nvSpPr>
            <p:spPr>
              <a:xfrm>
                <a:off x="2066925" y="4648200"/>
                <a:ext cx="20637" cy="82550"/>
              </a:xfrm>
              <a:custGeom>
                <a:avLst/>
                <a:gdLst/>
                <a:ahLst/>
                <a:cxnLst/>
                <a:rect l="l" t="t" r="r" b="b"/>
                <a:pathLst>
                  <a:path w="20637" h="82550">
                    <a:moveTo>
                      <a:pt x="0" y="0"/>
                    </a:moveTo>
                    <a:lnTo>
                      <a:pt x="0" y="15478"/>
                    </a:lnTo>
                    <a:cubicBezTo>
                      <a:pt x="0" y="18328"/>
                      <a:pt x="2310" y="20637"/>
                      <a:pt x="5159" y="20637"/>
                    </a:cubicBezTo>
                    <a:cubicBezTo>
                      <a:pt x="13708" y="20637"/>
                      <a:pt x="20637" y="27567"/>
                      <a:pt x="20637" y="36116"/>
                    </a:cubicBezTo>
                    <a:cubicBezTo>
                      <a:pt x="20637" y="44664"/>
                      <a:pt x="13708" y="51594"/>
                      <a:pt x="5159" y="51594"/>
                    </a:cubicBezTo>
                    <a:cubicBezTo>
                      <a:pt x="2310" y="51594"/>
                      <a:pt x="0" y="53904"/>
                      <a:pt x="0" y="56753"/>
                    </a:cubicBezTo>
                    <a:lnTo>
                      <a:pt x="0" y="82550"/>
                    </a:lnTo>
                  </a:path>
                </a:pathLst>
              </a:custGeom>
              <a:noFill/>
              <a:ln w="20637">
                <a:solidFill>
                  <a:srgbClr val="FF6B35"/>
                </a:solidFill>
              </a:ln>
            </p:spPr>
          </p:sp>
          <p:sp>
            <p:nvSpPr>
              <p:cNvPr id="22" name="Freeform 22"/>
              <p:cNvSpPr/>
              <p:nvPr/>
            </p:nvSpPr>
            <p:spPr>
              <a:xfrm>
                <a:off x="2066925" y="4627562"/>
                <a:ext cx="82550" cy="20637"/>
              </a:xfrm>
              <a:custGeom>
                <a:avLst/>
                <a:gdLst/>
                <a:ahLst/>
                <a:cxnLst/>
                <a:rect l="l" t="t" r="r" b="b"/>
                <a:pathLst>
                  <a:path w="82550" h="20637">
                    <a:moveTo>
                      <a:pt x="82550" y="20637"/>
                    </a:moveTo>
                    <a:lnTo>
                      <a:pt x="56753" y="20637"/>
                    </a:lnTo>
                    <a:cubicBezTo>
                      <a:pt x="53904" y="20637"/>
                      <a:pt x="51594" y="18328"/>
                      <a:pt x="51594" y="15478"/>
                    </a:cubicBezTo>
                    <a:cubicBezTo>
                      <a:pt x="51594" y="6930"/>
                      <a:pt x="44664" y="0"/>
                      <a:pt x="36116" y="0"/>
                    </a:cubicBezTo>
                    <a:cubicBezTo>
                      <a:pt x="27567" y="0"/>
                      <a:pt x="20637" y="6930"/>
                      <a:pt x="20637" y="15478"/>
                    </a:cubicBezTo>
                    <a:cubicBezTo>
                      <a:pt x="20637" y="18328"/>
                      <a:pt x="18328" y="20637"/>
                      <a:pt x="15478" y="20637"/>
                    </a:cubicBezTo>
                    <a:lnTo>
                      <a:pt x="0" y="20637"/>
                    </a:lnTo>
                  </a:path>
                </a:pathLst>
              </a:custGeom>
              <a:noFill/>
              <a:ln w="20637">
                <a:solidFill>
                  <a:srgbClr val="FF6B35"/>
                </a:solidFill>
              </a:ln>
            </p:spPr>
          </p:sp>
          <p:sp>
            <p:nvSpPr>
              <p:cNvPr id="23" name="Freeform 23"/>
              <p:cNvSpPr/>
              <p:nvPr/>
            </p:nvSpPr>
            <p:spPr>
              <a:xfrm>
                <a:off x="1984375" y="4648200"/>
                <a:ext cx="82550" cy="20637"/>
              </a:xfrm>
              <a:custGeom>
                <a:avLst/>
                <a:gdLst/>
                <a:ahLst/>
                <a:cxnLst/>
                <a:rect l="l" t="t" r="r" b="b"/>
                <a:pathLst>
                  <a:path w="82550" h="20637">
                    <a:moveTo>
                      <a:pt x="82550" y="0"/>
                    </a:moveTo>
                    <a:lnTo>
                      <a:pt x="67072" y="0"/>
                    </a:lnTo>
                    <a:cubicBezTo>
                      <a:pt x="64222" y="0"/>
                      <a:pt x="61912" y="2310"/>
                      <a:pt x="61912" y="5159"/>
                    </a:cubicBezTo>
                    <a:cubicBezTo>
                      <a:pt x="61912" y="13708"/>
                      <a:pt x="54983" y="20637"/>
                      <a:pt x="46434" y="20637"/>
                    </a:cubicBezTo>
                    <a:cubicBezTo>
                      <a:pt x="37886" y="20637"/>
                      <a:pt x="30956" y="13708"/>
                      <a:pt x="30956" y="5159"/>
                    </a:cubicBezTo>
                    <a:cubicBezTo>
                      <a:pt x="30956" y="2310"/>
                      <a:pt x="28646" y="0"/>
                      <a:pt x="25797" y="0"/>
                    </a:cubicBezTo>
                    <a:lnTo>
                      <a:pt x="0" y="0"/>
                    </a:lnTo>
                  </a:path>
                </a:pathLst>
              </a:custGeom>
              <a:noFill/>
              <a:ln w="20637">
                <a:solidFill>
                  <a:srgbClr val="FF6B35"/>
                </a:solidFill>
              </a:ln>
            </p:spPr>
          </p:sp>
        </p:grpSp>
        <p:sp>
          <p:nvSpPr>
            <p:cNvPr id="25" name="TextBox 25"/>
            <p:cNvSpPr txBox="1"/>
            <p:nvPr/>
          </p:nvSpPr>
          <p:spPr>
            <a:xfrm>
              <a:off x="2298192" y="4588192"/>
              <a:ext cx="1566779" cy="264033"/>
            </a:xfrm>
            <a:prstGeom prst="rect">
              <a:avLst/>
            </a:prstGeom>
            <a:noFill/>
            <a:ln>
              <a:noFill/>
            </a:ln>
          </p:spPr>
          <p:txBody>
            <a:bodyPr wrap="none" lIns="0" tIns="0" rIns="0" bIns="0" anchor="t" anchorCtr="0">
              <a:spAutoFit/>
            </a:bodyPr>
            <a:lstStyle/>
            <a:p>
              <a:pPr algn="l"/>
              <a:r>
                <a:rPr lang="ko-KR" sz="1350" dirty="0">
                  <a:solidFill>
                    <a:srgbClr val="1D2733"/>
                  </a:solidFill>
                  <a:latin typeface="Pretendard"/>
                  <a:ea typeface="Pretendard"/>
                  <a:cs typeface="Pretendard"/>
                </a:rPr>
                <a:t>Skill = 일하는 방법</a:t>
              </a:r>
            </a:p>
          </p:txBody>
        </p:sp>
      </p:grpSp>
      <p:grpSp>
        <p:nvGrpSpPr>
          <p:cNvPr id="32" name="Group 32"/>
          <p:cNvGrpSpPr/>
          <p:nvPr/>
        </p:nvGrpSpPr>
        <p:grpSpPr>
          <a:xfrm>
            <a:off x="4000500" y="4381500"/>
            <a:ext cx="2162254" cy="571500"/>
            <a:chOff x="4000500" y="4381500"/>
            <a:chExt cx="2162254" cy="571500"/>
          </a:xfrm>
        </p:grpSpPr>
        <p:sp>
          <p:nvSpPr>
            <p:cNvPr id="27" name="Rectangle 27"/>
            <p:cNvSpPr/>
            <p:nvPr/>
          </p:nvSpPr>
          <p:spPr>
            <a:xfrm>
              <a:off x="4000500" y="4381500"/>
              <a:ext cx="2095500" cy="571500"/>
            </a:xfrm>
            <a:prstGeom prst="roundRect">
              <a:avLst>
                <a:gd name="adj" fmla="val 50000"/>
              </a:avLst>
            </a:prstGeom>
            <a:solidFill>
              <a:srgbClr val="F4F7FB"/>
            </a:solidFill>
            <a:ln>
              <a:noFill/>
            </a:ln>
          </p:spPr>
        </p:sp>
        <p:grpSp>
          <p:nvGrpSpPr>
            <p:cNvPr id="30" name="Group 30"/>
            <p:cNvGrpSpPr/>
            <p:nvPr/>
          </p:nvGrpSpPr>
          <p:grpSpPr>
            <a:xfrm>
              <a:off x="4260056" y="4544021"/>
              <a:ext cx="185789" cy="208330"/>
              <a:chOff x="4260056" y="4544021"/>
              <a:chExt cx="185789" cy="208330"/>
            </a:xfrm>
          </p:grpSpPr>
          <p:sp>
            <p:nvSpPr>
              <p:cNvPr id="28" name="Freeform 28"/>
              <p:cNvSpPr/>
              <p:nvPr/>
            </p:nvSpPr>
            <p:spPr>
              <a:xfrm>
                <a:off x="4260056" y="4544021"/>
                <a:ext cx="185789" cy="208330"/>
              </a:xfrm>
              <a:custGeom>
                <a:avLst/>
                <a:gdLst/>
                <a:ahLst/>
                <a:cxnLst/>
                <a:rect l="l" t="t" r="r" b="b"/>
                <a:pathLst>
                  <a:path w="185789" h="208330">
                    <a:moveTo>
                      <a:pt x="174128" y="45053"/>
                    </a:moveTo>
                    <a:cubicBezTo>
                      <a:pt x="181349" y="49160"/>
                      <a:pt x="185789" y="56847"/>
                      <a:pt x="185737" y="65154"/>
                    </a:cubicBezTo>
                    <a:lnTo>
                      <a:pt x="185737" y="140315"/>
                    </a:lnTo>
                    <a:cubicBezTo>
                      <a:pt x="185737" y="148663"/>
                      <a:pt x="181166" y="156361"/>
                      <a:pt x="173788" y="160416"/>
                    </a:cubicBezTo>
                    <a:lnTo>
                      <a:pt x="104137" y="204477"/>
                    </a:lnTo>
                    <a:cubicBezTo>
                      <a:pt x="97119" y="208330"/>
                      <a:pt x="88618" y="208330"/>
                      <a:pt x="81600" y="204477"/>
                    </a:cubicBezTo>
                    <a:lnTo>
                      <a:pt x="11949" y="160416"/>
                    </a:lnTo>
                    <a:cubicBezTo>
                      <a:pt x="4597" y="156398"/>
                      <a:pt x="17" y="148694"/>
                      <a:pt x="0" y="140315"/>
                    </a:cubicBezTo>
                    <a:lnTo>
                      <a:pt x="0" y="65143"/>
                    </a:lnTo>
                    <a:cubicBezTo>
                      <a:pt x="0" y="56795"/>
                      <a:pt x="4571" y="49108"/>
                      <a:pt x="11949" y="45053"/>
                    </a:cubicBezTo>
                    <a:lnTo>
                      <a:pt x="81600" y="3984"/>
                    </a:lnTo>
                    <a:cubicBezTo>
                      <a:pt x="88827" y="0"/>
                      <a:pt x="97591" y="0"/>
                      <a:pt x="104818" y="3984"/>
                    </a:cubicBezTo>
                    <a:lnTo>
                      <a:pt x="174469" y="45053"/>
                    </a:lnTo>
                    <a:lnTo>
                      <a:pt x="174128" y="45053"/>
                    </a:lnTo>
                  </a:path>
                </a:pathLst>
              </a:custGeom>
              <a:noFill/>
              <a:ln w="20637">
                <a:solidFill>
                  <a:srgbClr val="0D47A1"/>
                </a:solidFill>
              </a:ln>
            </p:spPr>
          </p:sp>
          <p:sp>
            <p:nvSpPr>
              <p:cNvPr id="29" name="Freeform 29"/>
              <p:cNvSpPr/>
              <p:nvPr/>
            </p:nvSpPr>
            <p:spPr>
              <a:xfrm>
                <a:off x="4321968" y="4617243"/>
                <a:ext cx="61912" cy="61912"/>
              </a:xfrm>
              <a:custGeom>
                <a:avLst/>
                <a:gdLst/>
                <a:ahLst/>
                <a:cxnLst/>
                <a:rect l="l" t="t" r="r" b="b"/>
                <a:pathLst>
                  <a:path w="61912" h="61912">
                    <a:moveTo>
                      <a:pt x="0" y="30956"/>
                    </a:moveTo>
                    <a:cubicBezTo>
                      <a:pt x="0" y="48053"/>
                      <a:pt x="13860" y="61912"/>
                      <a:pt x="30956" y="61912"/>
                    </a:cubicBezTo>
                    <a:cubicBezTo>
                      <a:pt x="48053" y="61912"/>
                      <a:pt x="61912" y="48053"/>
                      <a:pt x="61912" y="30956"/>
                    </a:cubicBezTo>
                    <a:cubicBezTo>
                      <a:pt x="61912" y="13860"/>
                      <a:pt x="48053" y="0"/>
                      <a:pt x="30956" y="0"/>
                    </a:cubicBezTo>
                    <a:cubicBezTo>
                      <a:pt x="13860" y="0"/>
                      <a:pt x="0" y="13860"/>
                      <a:pt x="0" y="30956"/>
                    </a:cubicBezTo>
                  </a:path>
                </a:pathLst>
              </a:custGeom>
              <a:noFill/>
              <a:ln w="20637">
                <a:solidFill>
                  <a:srgbClr val="0D47A1"/>
                </a:solidFill>
              </a:ln>
            </p:spPr>
          </p:sp>
        </p:grpSp>
        <p:sp>
          <p:nvSpPr>
            <p:cNvPr id="31" name="TextBox 31"/>
            <p:cNvSpPr txBox="1"/>
            <p:nvPr/>
          </p:nvSpPr>
          <p:spPr>
            <a:xfrm>
              <a:off x="4584192" y="4588192"/>
              <a:ext cx="1578562" cy="264033"/>
            </a:xfrm>
            <a:prstGeom prst="rect">
              <a:avLst/>
            </a:prstGeom>
            <a:noFill/>
            <a:ln>
              <a:noFill/>
            </a:ln>
          </p:spPr>
          <p:txBody>
            <a:bodyPr wrap="none" lIns="0" tIns="0" rIns="0" bIns="0" anchor="t" anchorCtr="0">
              <a:spAutoFit/>
            </a:bodyPr>
            <a:lstStyle/>
            <a:p>
              <a:pPr algn="l"/>
              <a:r>
                <a:rPr lang="ko-KR" sz="1350" dirty="0">
                  <a:solidFill>
                    <a:srgbClr val="1D2733"/>
                  </a:solidFill>
                  <a:latin typeface="Pretendard"/>
                  <a:ea typeface="Pretendard"/>
                  <a:cs typeface="Pretendard"/>
                </a:rPr>
                <a:t>Subagent = 담당자</a:t>
              </a:r>
            </a:p>
          </p:txBody>
        </p:sp>
      </p:grpSp>
      <p:grpSp>
        <p:nvGrpSpPr>
          <p:cNvPr id="41" name="Group 41"/>
          <p:cNvGrpSpPr/>
          <p:nvPr/>
        </p:nvGrpSpPr>
        <p:grpSpPr>
          <a:xfrm>
            <a:off x="6286500" y="4381500"/>
            <a:ext cx="1905000" cy="571500"/>
            <a:chOff x="6286500" y="4381500"/>
            <a:chExt cx="1905000" cy="571500"/>
          </a:xfrm>
        </p:grpSpPr>
        <p:sp>
          <p:nvSpPr>
            <p:cNvPr id="33" name="Rectangle 33"/>
            <p:cNvSpPr/>
            <p:nvPr/>
          </p:nvSpPr>
          <p:spPr>
            <a:xfrm>
              <a:off x="6286500" y="4381500"/>
              <a:ext cx="1905000" cy="571500"/>
            </a:xfrm>
            <a:prstGeom prst="roundRect">
              <a:avLst>
                <a:gd name="adj" fmla="val 50000"/>
              </a:avLst>
            </a:prstGeom>
            <a:solidFill>
              <a:srgbClr val="F4F7FB"/>
            </a:solidFill>
            <a:ln>
              <a:noFill/>
            </a:ln>
          </p:spPr>
        </p:sp>
        <p:grpSp>
          <p:nvGrpSpPr>
            <p:cNvPr id="39" name="Group 39"/>
            <p:cNvGrpSpPr/>
            <p:nvPr/>
          </p:nvGrpSpPr>
          <p:grpSpPr>
            <a:xfrm>
              <a:off x="6546056" y="4569698"/>
              <a:ext cx="195262" cy="150732"/>
              <a:chOff x="6546056" y="4569698"/>
              <a:chExt cx="195262" cy="150732"/>
            </a:xfrm>
          </p:grpSpPr>
          <p:sp>
            <p:nvSpPr>
              <p:cNvPr id="34" name="Freeform 34"/>
              <p:cNvSpPr/>
              <p:nvPr/>
            </p:nvSpPr>
            <p:spPr>
              <a:xfrm>
                <a:off x="6546056" y="4703841"/>
                <a:ext cx="185737" cy="16589"/>
              </a:xfrm>
              <a:custGeom>
                <a:avLst/>
                <a:gdLst/>
                <a:ahLst/>
                <a:cxnLst/>
                <a:rect l="l" t="t" r="r" b="b"/>
                <a:pathLst>
                  <a:path w="185737" h="16589">
                    <a:moveTo>
                      <a:pt x="0" y="16589"/>
                    </a:moveTo>
                    <a:cubicBezTo>
                      <a:pt x="28734" y="0"/>
                      <a:pt x="64135" y="0"/>
                      <a:pt x="92868" y="16589"/>
                    </a:cubicBezTo>
                    <a:cubicBezTo>
                      <a:pt x="121602" y="0"/>
                      <a:pt x="157003" y="0"/>
                      <a:pt x="185737" y="16589"/>
                    </a:cubicBezTo>
                  </a:path>
                </a:pathLst>
              </a:custGeom>
              <a:noFill/>
              <a:ln w="20637">
                <a:solidFill>
                  <a:srgbClr val="1565C0"/>
                </a:solidFill>
              </a:ln>
            </p:spPr>
          </p:sp>
          <p:sp>
            <p:nvSpPr>
              <p:cNvPr id="35" name="Freeform 35"/>
              <p:cNvSpPr/>
              <p:nvPr/>
            </p:nvSpPr>
            <p:spPr>
              <a:xfrm>
                <a:off x="6546056" y="4569698"/>
                <a:ext cx="185737" cy="16589"/>
              </a:xfrm>
              <a:custGeom>
                <a:avLst/>
                <a:gdLst/>
                <a:ahLst/>
                <a:cxnLst/>
                <a:rect l="l" t="t" r="r" b="b"/>
                <a:pathLst>
                  <a:path w="185737" h="16589">
                    <a:moveTo>
                      <a:pt x="0" y="16589"/>
                    </a:moveTo>
                    <a:cubicBezTo>
                      <a:pt x="28734" y="0"/>
                      <a:pt x="64135" y="0"/>
                      <a:pt x="92868" y="16589"/>
                    </a:cubicBezTo>
                    <a:cubicBezTo>
                      <a:pt x="121602" y="0"/>
                      <a:pt x="157003" y="0"/>
                      <a:pt x="185737" y="16589"/>
                    </a:cubicBezTo>
                  </a:path>
                </a:pathLst>
              </a:custGeom>
              <a:noFill/>
              <a:ln w="20637">
                <a:solidFill>
                  <a:srgbClr val="1565C0"/>
                </a:solidFill>
              </a:ln>
            </p:spPr>
          </p:sp>
          <p:sp>
            <p:nvSpPr>
              <p:cNvPr id="36" name="Freeform 36"/>
              <p:cNvSpPr/>
              <p:nvPr/>
            </p:nvSpPr>
            <p:spPr>
              <a:xfrm>
                <a:off x="6546056" y="4586287"/>
                <a:ext cx="9525" cy="134143"/>
              </a:xfrm>
              <a:custGeom>
                <a:avLst/>
                <a:gdLst/>
                <a:ahLst/>
                <a:cxnLst/>
                <a:rect l="l" t="t" r="r" b="b"/>
                <a:pathLst>
                  <a:path w="9525" h="134143">
                    <a:moveTo>
                      <a:pt x="0" y="0"/>
                    </a:moveTo>
                    <a:lnTo>
                      <a:pt x="0" y="134143"/>
                    </a:lnTo>
                  </a:path>
                </a:pathLst>
              </a:custGeom>
              <a:noFill/>
              <a:ln w="20637">
                <a:solidFill>
                  <a:srgbClr val="1565C0"/>
                </a:solidFill>
              </a:ln>
            </p:spPr>
          </p:sp>
          <p:sp>
            <p:nvSpPr>
              <p:cNvPr id="37" name="Freeform 37"/>
              <p:cNvSpPr/>
              <p:nvPr/>
            </p:nvSpPr>
            <p:spPr>
              <a:xfrm>
                <a:off x="6638925" y="4586287"/>
                <a:ext cx="9525" cy="134143"/>
              </a:xfrm>
              <a:custGeom>
                <a:avLst/>
                <a:gdLst/>
                <a:ahLst/>
                <a:cxnLst/>
                <a:rect l="l" t="t" r="r" b="b"/>
                <a:pathLst>
                  <a:path w="9525" h="134143">
                    <a:moveTo>
                      <a:pt x="0" y="0"/>
                    </a:moveTo>
                    <a:lnTo>
                      <a:pt x="0" y="134143"/>
                    </a:lnTo>
                  </a:path>
                </a:pathLst>
              </a:custGeom>
              <a:noFill/>
              <a:ln w="20637">
                <a:solidFill>
                  <a:srgbClr val="1565C0"/>
                </a:solidFill>
              </a:ln>
            </p:spPr>
          </p:sp>
          <p:sp>
            <p:nvSpPr>
              <p:cNvPr id="38" name="Freeform 38"/>
              <p:cNvSpPr/>
              <p:nvPr/>
            </p:nvSpPr>
            <p:spPr>
              <a:xfrm>
                <a:off x="6731793" y="4586287"/>
                <a:ext cx="9525" cy="134143"/>
              </a:xfrm>
              <a:custGeom>
                <a:avLst/>
                <a:gdLst/>
                <a:ahLst/>
                <a:cxnLst/>
                <a:rect l="l" t="t" r="r" b="b"/>
                <a:pathLst>
                  <a:path w="9525" h="134143">
                    <a:moveTo>
                      <a:pt x="0" y="0"/>
                    </a:moveTo>
                    <a:lnTo>
                      <a:pt x="0" y="134143"/>
                    </a:lnTo>
                  </a:path>
                </a:pathLst>
              </a:custGeom>
              <a:noFill/>
              <a:ln w="20637">
                <a:solidFill>
                  <a:srgbClr val="1565C0"/>
                </a:solidFill>
              </a:ln>
            </p:spPr>
          </p:sp>
        </p:grpSp>
        <p:sp>
          <p:nvSpPr>
            <p:cNvPr id="40" name="TextBox 40"/>
            <p:cNvSpPr txBox="1"/>
            <p:nvPr/>
          </p:nvSpPr>
          <p:spPr>
            <a:xfrm>
              <a:off x="6870192" y="4588192"/>
              <a:ext cx="1158659" cy="264033"/>
            </a:xfrm>
            <a:prstGeom prst="rect">
              <a:avLst/>
            </a:prstGeom>
            <a:noFill/>
            <a:ln>
              <a:noFill/>
            </a:ln>
          </p:spPr>
          <p:txBody>
            <a:bodyPr wrap="none" lIns="0" tIns="0" rIns="0" bIns="0" anchor="t" anchorCtr="0">
              <a:spAutoFit/>
            </a:bodyPr>
            <a:lstStyle/>
            <a:p>
              <a:pPr algn="l"/>
              <a:r>
                <a:rPr lang="ko-KR" sz="1350" dirty="0">
                  <a:solidFill>
                    <a:srgbClr val="1D2733"/>
                  </a:solidFill>
                  <a:latin typeface="Pretendard"/>
                  <a:ea typeface="Pretendard"/>
                  <a:cs typeface="Pretendard"/>
                </a:rPr>
                <a:t>저장소에 축적</a:t>
              </a:r>
            </a:p>
          </p:txBody>
        </p:sp>
      </p:grpSp>
      <p:grpSp>
        <p:nvGrpSpPr>
          <p:cNvPr id="48" name="Group 48"/>
          <p:cNvGrpSpPr/>
          <p:nvPr/>
        </p:nvGrpSpPr>
        <p:grpSpPr>
          <a:xfrm>
            <a:off x="8382000" y="4381500"/>
            <a:ext cx="2160346" cy="571500"/>
            <a:chOff x="8382000" y="4381500"/>
            <a:chExt cx="2160346" cy="571500"/>
          </a:xfrm>
        </p:grpSpPr>
        <p:sp>
          <p:nvSpPr>
            <p:cNvPr id="42" name="Rectangle 42"/>
            <p:cNvSpPr/>
            <p:nvPr/>
          </p:nvSpPr>
          <p:spPr>
            <a:xfrm>
              <a:off x="8382000" y="4381500"/>
              <a:ext cx="2095500" cy="571500"/>
            </a:xfrm>
            <a:prstGeom prst="roundRect">
              <a:avLst>
                <a:gd name="adj" fmla="val 50000"/>
              </a:avLst>
            </a:prstGeom>
            <a:solidFill>
              <a:srgbClr val="F4F7FB"/>
            </a:solidFill>
            <a:ln>
              <a:noFill/>
            </a:ln>
          </p:spPr>
        </p:sp>
        <p:grpSp>
          <p:nvGrpSpPr>
            <p:cNvPr id="46" name="Group 46"/>
            <p:cNvGrpSpPr/>
            <p:nvPr/>
          </p:nvGrpSpPr>
          <p:grpSpPr>
            <a:xfrm>
              <a:off x="8641556" y="4555331"/>
              <a:ext cx="185737" cy="185737"/>
              <a:chOff x="8641556" y="4555331"/>
              <a:chExt cx="185737" cy="185737"/>
            </a:xfrm>
          </p:grpSpPr>
          <p:sp>
            <p:nvSpPr>
              <p:cNvPr id="43" name="Freeform 43"/>
              <p:cNvSpPr/>
              <p:nvPr/>
            </p:nvSpPr>
            <p:spPr>
              <a:xfrm>
                <a:off x="8641556" y="4699793"/>
                <a:ext cx="41275" cy="41275"/>
              </a:xfrm>
              <a:custGeom>
                <a:avLst/>
                <a:gdLst/>
                <a:ahLst/>
                <a:cxnLst/>
                <a:rect l="l" t="t" r="r" b="b"/>
                <a:pathLst>
                  <a:path w="41275" h="41275">
                    <a:moveTo>
                      <a:pt x="0" y="20637"/>
                    </a:moveTo>
                    <a:cubicBezTo>
                      <a:pt x="0" y="32035"/>
                      <a:pt x="9240" y="41275"/>
                      <a:pt x="20637" y="41275"/>
                    </a:cubicBezTo>
                    <a:cubicBezTo>
                      <a:pt x="32035" y="41275"/>
                      <a:pt x="41275" y="32035"/>
                      <a:pt x="41275" y="20637"/>
                    </a:cubicBezTo>
                    <a:cubicBezTo>
                      <a:pt x="41275" y="9240"/>
                      <a:pt x="32035" y="0"/>
                      <a:pt x="20637" y="0"/>
                    </a:cubicBezTo>
                    <a:cubicBezTo>
                      <a:pt x="9240" y="0"/>
                      <a:pt x="0" y="9240"/>
                      <a:pt x="0" y="20637"/>
                    </a:cubicBezTo>
                  </a:path>
                </a:pathLst>
              </a:custGeom>
              <a:noFill/>
              <a:ln w="20637">
                <a:solidFill>
                  <a:srgbClr val="2E7D32"/>
                </a:solidFill>
              </a:ln>
            </p:spPr>
          </p:sp>
          <p:sp>
            <p:nvSpPr>
              <p:cNvPr id="44" name="Freeform 44"/>
              <p:cNvSpPr/>
              <p:nvPr/>
            </p:nvSpPr>
            <p:spPr>
              <a:xfrm>
                <a:off x="8786018" y="4555331"/>
                <a:ext cx="41275" cy="41275"/>
              </a:xfrm>
              <a:custGeom>
                <a:avLst/>
                <a:gdLst/>
                <a:ahLst/>
                <a:cxnLst/>
                <a:rect l="l" t="t" r="r" b="b"/>
                <a:pathLst>
                  <a:path w="41275" h="41275">
                    <a:moveTo>
                      <a:pt x="20637" y="41275"/>
                    </a:moveTo>
                    <a:cubicBezTo>
                      <a:pt x="32035" y="41275"/>
                      <a:pt x="41275" y="32035"/>
                      <a:pt x="41275" y="20637"/>
                    </a:cubicBezTo>
                    <a:cubicBezTo>
                      <a:pt x="41275" y="9240"/>
                      <a:pt x="32035" y="0"/>
                      <a:pt x="20637" y="0"/>
                    </a:cubicBezTo>
                    <a:cubicBezTo>
                      <a:pt x="9240" y="0"/>
                      <a:pt x="0" y="9240"/>
                      <a:pt x="0" y="20637"/>
                    </a:cubicBezTo>
                    <a:cubicBezTo>
                      <a:pt x="0" y="32035"/>
                      <a:pt x="9240" y="41275"/>
                      <a:pt x="20637" y="41275"/>
                    </a:cubicBezTo>
                  </a:path>
                </a:pathLst>
              </a:custGeom>
              <a:noFill/>
              <a:ln w="20637">
                <a:solidFill>
                  <a:srgbClr val="2E7D32"/>
                </a:solidFill>
              </a:ln>
            </p:spPr>
          </p:sp>
          <p:sp>
            <p:nvSpPr>
              <p:cNvPr id="45" name="Freeform 45"/>
              <p:cNvSpPr/>
              <p:nvPr/>
            </p:nvSpPr>
            <p:spPr>
              <a:xfrm>
                <a:off x="8713787" y="4575969"/>
                <a:ext cx="41275" cy="144462"/>
              </a:xfrm>
              <a:custGeom>
                <a:avLst/>
                <a:gdLst/>
                <a:ahLst/>
                <a:cxnLst/>
                <a:rect l="l" t="t" r="r" b="b"/>
                <a:pathLst>
                  <a:path w="41275" h="144462">
                    <a:moveTo>
                      <a:pt x="41275" y="0"/>
                    </a:moveTo>
                    <a:cubicBezTo>
                      <a:pt x="29877" y="0"/>
                      <a:pt x="20637" y="9240"/>
                      <a:pt x="20637" y="20637"/>
                    </a:cubicBezTo>
                    <a:lnTo>
                      <a:pt x="20637" y="123825"/>
                    </a:lnTo>
                    <a:cubicBezTo>
                      <a:pt x="20637" y="135222"/>
                      <a:pt x="11398" y="144462"/>
                      <a:pt x="0" y="144462"/>
                    </a:cubicBezTo>
                  </a:path>
                </a:pathLst>
              </a:custGeom>
              <a:noFill/>
              <a:ln w="20637">
                <a:solidFill>
                  <a:srgbClr val="2E7D32"/>
                </a:solidFill>
              </a:ln>
            </p:spPr>
          </p:sp>
        </p:grpSp>
        <p:sp>
          <p:nvSpPr>
            <p:cNvPr id="47" name="TextBox 47"/>
            <p:cNvSpPr txBox="1"/>
            <p:nvPr/>
          </p:nvSpPr>
          <p:spPr>
            <a:xfrm>
              <a:off x="8965692" y="4588192"/>
              <a:ext cx="1576654" cy="264033"/>
            </a:xfrm>
            <a:prstGeom prst="rect">
              <a:avLst/>
            </a:prstGeom>
            <a:noFill/>
            <a:ln>
              <a:noFill/>
            </a:ln>
          </p:spPr>
          <p:txBody>
            <a:bodyPr wrap="none" lIns="0" tIns="0" rIns="0" bIns="0" anchor="t" anchorCtr="0">
              <a:spAutoFit/>
            </a:bodyPr>
            <a:lstStyle/>
            <a:p>
              <a:pPr algn="l"/>
              <a:r>
                <a:rPr lang="ko-KR" sz="1350" dirty="0">
                  <a:solidFill>
                    <a:srgbClr val="1D2733"/>
                  </a:solidFill>
                  <a:latin typeface="Pretendard"/>
                  <a:ea typeface="Pretendard"/>
                  <a:cs typeface="Pretendard"/>
                </a:rPr>
                <a:t>이름 호출로 재사용</a:t>
              </a:r>
            </a:p>
          </p:txBody>
        </p:sp>
      </p:grpSp>
      <p:grpSp>
        <p:nvGrpSpPr>
          <p:cNvPr id="55" name="Group 55"/>
          <p:cNvGrpSpPr/>
          <p:nvPr/>
        </p:nvGrpSpPr>
        <p:grpSpPr>
          <a:xfrm>
            <a:off x="3143250" y="5448300"/>
            <a:ext cx="6604744" cy="666750"/>
            <a:chOff x="3143250" y="5448300"/>
            <a:chExt cx="6604744" cy="666750"/>
          </a:xfrm>
        </p:grpSpPr>
        <p:sp>
          <p:nvSpPr>
            <p:cNvPr id="49" name="Rectangle 49"/>
            <p:cNvSpPr/>
            <p:nvPr/>
          </p:nvSpPr>
          <p:spPr>
            <a:xfrm>
              <a:off x="3143250" y="5448300"/>
              <a:ext cx="5905500" cy="666750"/>
            </a:xfrm>
            <a:prstGeom prst="roundRect">
              <a:avLst>
                <a:gd name="adj" fmla="val 50000"/>
              </a:avLst>
            </a:prstGeom>
            <a:solidFill>
              <a:srgbClr val="FF6B35"/>
            </a:solidFill>
            <a:ln>
              <a:noFill/>
            </a:ln>
          </p:spPr>
        </p:sp>
        <p:grpSp>
          <p:nvGrpSpPr>
            <p:cNvPr id="53" name="Group 53"/>
            <p:cNvGrpSpPr/>
            <p:nvPr/>
          </p:nvGrpSpPr>
          <p:grpSpPr>
            <a:xfrm>
              <a:off x="3497763" y="5673725"/>
              <a:ext cx="220163" cy="220163"/>
              <a:chOff x="3497763" y="5673725"/>
              <a:chExt cx="220163" cy="220163"/>
            </a:xfrm>
          </p:grpSpPr>
          <p:sp>
            <p:nvSpPr>
              <p:cNvPr id="50" name="Freeform 50"/>
              <p:cNvSpPr/>
              <p:nvPr/>
            </p:nvSpPr>
            <p:spPr>
              <a:xfrm>
                <a:off x="3502025" y="5673725"/>
                <a:ext cx="215901" cy="215901"/>
              </a:xfrm>
              <a:custGeom>
                <a:avLst/>
                <a:gdLst/>
                <a:ahLst/>
                <a:cxnLst/>
                <a:rect l="l" t="t" r="r" b="b"/>
                <a:pathLst>
                  <a:path w="215901" h="215901">
                    <a:moveTo>
                      <a:pt x="0" y="121444"/>
                    </a:moveTo>
                    <a:cubicBezTo>
                      <a:pt x="49525" y="127330"/>
                      <a:pt x="88571" y="166376"/>
                      <a:pt x="94456" y="215901"/>
                    </a:cubicBezTo>
                    <a:cubicBezTo>
                      <a:pt x="118706" y="201921"/>
                      <a:pt x="134014" y="176407"/>
                      <a:pt x="134938" y="148432"/>
                    </a:cubicBezTo>
                    <a:cubicBezTo>
                      <a:pt x="181272" y="132132"/>
                      <a:pt x="213226" y="89526"/>
                      <a:pt x="215901" y="40481"/>
                    </a:cubicBezTo>
                    <a:cubicBezTo>
                      <a:pt x="215901" y="18124"/>
                      <a:pt x="197776" y="0"/>
                      <a:pt x="175419" y="0"/>
                    </a:cubicBezTo>
                    <a:cubicBezTo>
                      <a:pt x="126374" y="2674"/>
                      <a:pt x="83769" y="34628"/>
                      <a:pt x="67469" y="80963"/>
                    </a:cubicBezTo>
                    <a:cubicBezTo>
                      <a:pt x="39494" y="81887"/>
                      <a:pt x="13980" y="97195"/>
                      <a:pt x="0" y="121444"/>
                    </a:cubicBezTo>
                  </a:path>
                </a:pathLst>
              </a:custGeom>
              <a:noFill/>
              <a:ln w="26988">
                <a:solidFill>
                  <a:srgbClr val="FFFFFF"/>
                </a:solidFill>
              </a:ln>
            </p:spPr>
          </p:sp>
          <p:sp>
            <p:nvSpPr>
              <p:cNvPr id="51" name="Freeform 51"/>
              <p:cNvSpPr/>
              <p:nvPr/>
            </p:nvSpPr>
            <p:spPr>
              <a:xfrm>
                <a:off x="3497763" y="5808663"/>
                <a:ext cx="85225" cy="85225"/>
              </a:xfrm>
              <a:custGeom>
                <a:avLst/>
                <a:gdLst/>
                <a:ahLst/>
                <a:cxnLst/>
                <a:rect l="l" t="t" r="r" b="b"/>
                <a:pathLst>
                  <a:path w="85225" h="85225">
                    <a:moveTo>
                      <a:pt x="44743" y="0"/>
                    </a:moveTo>
                    <a:cubicBezTo>
                      <a:pt x="16014" y="16219"/>
                      <a:pt x="0" y="48248"/>
                      <a:pt x="4262" y="80963"/>
                    </a:cubicBezTo>
                    <a:cubicBezTo>
                      <a:pt x="36977" y="85225"/>
                      <a:pt x="69006" y="69210"/>
                      <a:pt x="85225" y="40481"/>
                    </a:cubicBezTo>
                  </a:path>
                </a:pathLst>
              </a:custGeom>
              <a:noFill/>
              <a:ln w="26988">
                <a:solidFill>
                  <a:srgbClr val="FFFFFF"/>
                </a:solidFill>
              </a:ln>
            </p:spPr>
          </p:sp>
          <p:sp>
            <p:nvSpPr>
              <p:cNvPr id="52" name="Freeform 52"/>
              <p:cNvSpPr/>
              <p:nvPr/>
            </p:nvSpPr>
            <p:spPr>
              <a:xfrm>
                <a:off x="3636963" y="5727700"/>
                <a:ext cx="26988" cy="26988"/>
              </a:xfrm>
              <a:custGeom>
                <a:avLst/>
                <a:gdLst/>
                <a:ahLst/>
                <a:cxnLst/>
                <a:rect l="l" t="t" r="r" b="b"/>
                <a:pathLst>
                  <a:path w="26988" h="26988">
                    <a:moveTo>
                      <a:pt x="0" y="13494"/>
                    </a:moveTo>
                    <a:cubicBezTo>
                      <a:pt x="0" y="20946"/>
                      <a:pt x="6041" y="26988"/>
                      <a:pt x="13494" y="26988"/>
                    </a:cubicBezTo>
                    <a:cubicBezTo>
                      <a:pt x="20946" y="26988"/>
                      <a:pt x="26988" y="20946"/>
                      <a:pt x="26988" y="13494"/>
                    </a:cubicBezTo>
                    <a:cubicBezTo>
                      <a:pt x="26988" y="6041"/>
                      <a:pt x="20946" y="0"/>
                      <a:pt x="13494" y="0"/>
                    </a:cubicBezTo>
                    <a:cubicBezTo>
                      <a:pt x="6041" y="0"/>
                      <a:pt x="0" y="6041"/>
                      <a:pt x="0" y="13494"/>
                    </a:cubicBezTo>
                  </a:path>
                </a:pathLst>
              </a:custGeom>
              <a:noFill/>
              <a:ln w="26988">
                <a:solidFill>
                  <a:srgbClr val="FFFFFF"/>
                </a:solidFill>
              </a:ln>
            </p:spPr>
          </p:sp>
        </p:grpSp>
        <p:sp>
          <p:nvSpPr>
            <p:cNvPr id="54" name="TextBox 54"/>
            <p:cNvSpPr txBox="1"/>
            <p:nvPr/>
          </p:nvSpPr>
          <p:spPr>
            <a:xfrm>
              <a:off x="3934206" y="5654040"/>
              <a:ext cx="5813788" cy="352044"/>
            </a:xfrm>
            <a:prstGeom prst="rect">
              <a:avLst/>
            </a:prstGeom>
            <a:noFill/>
            <a:ln>
              <a:noFill/>
            </a:ln>
          </p:spPr>
          <p:txBody>
            <a:bodyPr wrap="none" lIns="0" tIns="0" rIns="0" bIns="0" anchor="t" anchorCtr="0">
              <a:spAutoFit/>
            </a:bodyPr>
            <a:lstStyle/>
            <a:p>
              <a:pPr algn="l"/>
              <a:r>
                <a:rPr lang="ko-KR" sz="1800" b="1" dirty="0">
                  <a:solidFill>
                    <a:srgbClr val="FFFFFF"/>
                  </a:solidFill>
                  <a:latin typeface="Pretendard SemiBold"/>
                  <a:ea typeface="Pretendard SemiBold"/>
                  <a:cs typeface="Pretendard SemiBold"/>
                </a:rPr>
                <a:t>지금 바로 slide-master Fork 후 Level 1부터 시작</a:t>
              </a:r>
            </a:p>
          </p:txBody>
        </p:sp>
      </p:grpSp>
      <p:sp>
        <p:nvSpPr>
          <p:cNvPr id="56" name="TextBox 5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en-US" sz="1200" dirty="0">
                <a:solidFill>
                  <a:srgbClr val="94A3B3"/>
                </a:solidFill>
                <a:latin typeface="Pretendard"/>
                <a:ea typeface="Pretendard"/>
                <a:cs typeface="Pretendard"/>
              </a:rPr>
              <a:t>14 / 14</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2026-09-11T09:12:36Z</dcterms:created>
  <dcterms:modified xsi:type="dcterms:W3CDTF">2026-09-11T09:12:36Z</dcterms:modified>
  <cp:category/>
  <cp:contentStatus/>
</cp:coreProperties>
</file>